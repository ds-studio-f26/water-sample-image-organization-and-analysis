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7" r:id="rId4"/>
    <p:sldMasterId id="2147483708" r:id="rId5"/>
    <p:sldMasterId id="214748370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y="5143500" cx="9144000"/>
  <p:notesSz cx="6858000" cy="9144000"/>
  <p:embeddedFontLst>
    <p:embeddedFont>
      <p:font typeface="Raleway"/>
      <p:regular r:id="rId18"/>
      <p:bold r:id="rId19"/>
      <p:italic r:id="rId20"/>
      <p:boldItalic r:id="rId21"/>
    </p:embeddedFont>
    <p:embeddedFont>
      <p:font typeface="Cairo"/>
      <p:regular r:id="rId22"/>
      <p:bold r:id="rId23"/>
    </p:embeddedFont>
    <p:embeddedFont>
      <p:font typeface="Space Grotesk Medium"/>
      <p:regular r:id="rId24"/>
      <p:bold r:id="rId25"/>
    </p:embeddedFont>
    <p:embeddedFont>
      <p:font typeface="PT Sans"/>
      <p:regular r:id="rId26"/>
      <p:bold r:id="rId27"/>
      <p:italic r:id="rId28"/>
      <p:boldItalic r:id="rId29"/>
    </p:embeddedFont>
    <p:embeddedFont>
      <p:font typeface="Space Grotesk"/>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Cairo-regular.fntdata"/><Relationship Id="rId21" Type="http://schemas.openxmlformats.org/officeDocument/2006/relationships/font" Target="fonts/Raleway-boldItalic.fntdata"/><Relationship Id="rId24" Type="http://schemas.openxmlformats.org/officeDocument/2006/relationships/font" Target="fonts/SpaceGroteskMedium-regular.fntdata"/><Relationship Id="rId23" Type="http://schemas.openxmlformats.org/officeDocument/2006/relationships/font" Target="fonts/Cairo-bold.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PTSans-regular.fntdata"/><Relationship Id="rId25" Type="http://schemas.openxmlformats.org/officeDocument/2006/relationships/font" Target="fonts/SpaceGroteskMedium-bold.fntdata"/><Relationship Id="rId28" Type="http://schemas.openxmlformats.org/officeDocument/2006/relationships/font" Target="fonts/PTSans-italic.fntdata"/><Relationship Id="rId27" Type="http://schemas.openxmlformats.org/officeDocument/2006/relationships/font" Target="fonts/PTSans-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PTSans-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SpaceGrotesk-bold.fntdata"/><Relationship Id="rId30" Type="http://schemas.openxmlformats.org/officeDocument/2006/relationships/font" Target="fonts/SpaceGrotesk-regular.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font" Target="fonts/Raleway-bold.fntdata"/><Relationship Id="rId1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fa4def1ee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fa4def1ee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fa802e791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fa802e791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fa4def1eee_1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fa4def1eee_1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fa4def1eee_1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fa4def1eee_1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fa4def1eee_1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fa4def1eee_1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Detects by brightness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a4def1eee_1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fa4def1eee_1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kernel we used is a </a:t>
            </a:r>
            <a:r>
              <a:rPr b="1" lang="en">
                <a:solidFill>
                  <a:schemeClr val="dk1"/>
                </a:solidFill>
              </a:rPr>
              <a:t>vertical edge detector</a:t>
            </a:r>
            <a:endParaRPr b="1">
              <a:solidFill>
                <a:schemeClr val="dk1"/>
              </a:solidFill>
            </a:endParaRPr>
          </a:p>
          <a:p>
            <a:pPr indent="0" lvl="0" marL="0" rtl="0" algn="l">
              <a:spcBef>
                <a:spcPts val="0"/>
              </a:spcBef>
              <a:spcAft>
                <a:spcPts val="0"/>
              </a:spcAft>
              <a:buNone/>
            </a:pPr>
            <a:r>
              <a:rPr lang="en">
                <a:solidFill>
                  <a:schemeClr val="dk1"/>
                </a:solidFill>
              </a:rPr>
              <a:t>It compares the average brightness on the left side of the kernal to the average brightness on the right side. If there's a big </a:t>
            </a:r>
            <a:r>
              <a:rPr i="1" lang="en">
                <a:solidFill>
                  <a:schemeClr val="dk1"/>
                </a:solidFill>
              </a:rPr>
              <a:t>brightness difference</a:t>
            </a:r>
            <a:r>
              <a:rPr lang="en">
                <a:solidFill>
                  <a:schemeClr val="dk1"/>
                </a:solidFill>
              </a:rPr>
              <a:t> between left and right — like where the cat's darker fur meets a lighter background — the kernel produces a large output (positive or negative). If the left and right sides are similar in brightness, the output is close to zero.</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fa802e7913_1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fa802e7913_1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Reuse the kernel over the whole image and get a feature map, so once it learns to recognize something in one place, it can spot it anywhere in the image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left column (j=1) is strongly positive across every row (~536–560) — makes sense, since that column of the sliding window sits over the transition from background into the cat's face, where the left side of the patch is consistently brighter than the right.</a:t>
            </a:r>
            <a:endParaRPr/>
          </a:p>
          <a:p>
            <a:pPr indent="0" lvl="0" marL="0" rtl="0" algn="l">
              <a:spcBef>
                <a:spcPts val="0"/>
              </a:spcBef>
              <a:spcAft>
                <a:spcPts val="0"/>
              </a:spcAft>
              <a:buNone/>
            </a:pPr>
            <a:r>
              <a:rPr lang="en"/>
              <a:t>The middle column (j=3) is strongly negative — that's the region centered right on the cat's eyes/nose area, where the pattern reverses.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fa816f6d77_3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Activation Layer (ReLU)-&gt; After each convolution, ReLU passes positive values through and zeroes out anything negative</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Pooling Layer-&gt; Shrinks each feature map by summarizing small regions (e.g. 2×2) into a single value (max pooling keeps the strongest signal)</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Fully Connected Layer-&gt; Feature maps get flattened into one long list, then fed through a dense layer that combines everything to start making a decision.</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t/>
            </a:r>
            <a:endParaRPr sz="2000">
              <a:solidFill>
                <a:srgbClr val="241160"/>
              </a:solidFill>
              <a:latin typeface="Cairo"/>
              <a:ea typeface="Cairo"/>
              <a:cs typeface="Cairo"/>
              <a:sym typeface="Cairo"/>
            </a:endParaRPr>
          </a:p>
          <a:p>
            <a:pPr indent="0" lvl="0" marL="0" rtl="0" algn="l">
              <a:spcBef>
                <a:spcPts val="0"/>
              </a:spcBef>
              <a:spcAft>
                <a:spcPts val="0"/>
              </a:spcAft>
              <a:buNone/>
            </a:pPr>
            <a:r>
              <a:t/>
            </a:r>
            <a:endParaRPr/>
          </a:p>
        </p:txBody>
      </p:sp>
      <p:sp>
        <p:nvSpPr>
          <p:cNvPr id="577" name="Google Shape;577;g3fa816f6d77_3_2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fa816f6d77_3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The final layer turns the fully connected output into a probability for each class</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Softmax makes sure all the probabilities add up to 100%</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Highest probability = the network’s prediction (e.g. “cat”)</a:t>
            </a:r>
            <a:endParaRPr sz="2000">
              <a:solidFill>
                <a:srgbClr val="241160"/>
              </a:solidFill>
              <a:latin typeface="Cairo"/>
              <a:ea typeface="Cairo"/>
              <a:cs typeface="Cairo"/>
              <a:sym typeface="Cairo"/>
            </a:endParaRPr>
          </a:p>
          <a:p>
            <a:pPr indent="0" lvl="0" marL="0" rtl="0" algn="l">
              <a:spcBef>
                <a:spcPts val="0"/>
              </a:spcBef>
              <a:spcAft>
                <a:spcPts val="0"/>
              </a:spcAft>
              <a:buNone/>
            </a:pPr>
            <a:r>
              <a:t/>
            </a:r>
            <a:endParaRPr/>
          </a:p>
        </p:txBody>
      </p:sp>
      <p:sp>
        <p:nvSpPr>
          <p:cNvPr id="602" name="Google Shape;602;g3fa816f6d77_3_25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fa816f6d77_3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g3fa816f6d77_3_25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713225" y="2205375"/>
            <a:ext cx="5257800" cy="16140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800">
                <a:solidFill>
                  <a:srgbClr val="241160"/>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5" name="Google Shape;55;p14"/>
          <p:cNvSpPr txBox="1"/>
          <p:nvPr>
            <p:ph idx="1" type="subTitle"/>
          </p:nvPr>
        </p:nvSpPr>
        <p:spPr>
          <a:xfrm>
            <a:off x="713225" y="3885650"/>
            <a:ext cx="3690600" cy="468600"/>
          </a:xfrm>
          <a:prstGeom prst="rect">
            <a:avLst/>
          </a:prstGeom>
          <a:solidFill>
            <a:schemeClr val="dk2"/>
          </a:solid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56" name="Google Shape;56;p14"/>
          <p:cNvPicPr preferRelativeResize="0"/>
          <p:nvPr/>
        </p:nvPicPr>
        <p:blipFill>
          <a:blip r:embed="rId2">
            <a:alphaModFix/>
          </a:blip>
          <a:stretch>
            <a:fillRect/>
          </a:stretch>
        </p:blipFill>
        <p:spPr>
          <a:xfrm flipH="1" rot="10800000">
            <a:off x="0" y="0"/>
            <a:ext cx="4727801" cy="22568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5"/>
          <p:cNvSpPr txBox="1"/>
          <p:nvPr>
            <p:ph type="title"/>
          </p:nvPr>
        </p:nvSpPr>
        <p:spPr>
          <a:xfrm>
            <a:off x="4047175" y="2388500"/>
            <a:ext cx="4383600" cy="16266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9" name="Google Shape;59;p15"/>
          <p:cNvSpPr txBox="1"/>
          <p:nvPr>
            <p:ph hasCustomPrompt="1" idx="2" type="title"/>
          </p:nvPr>
        </p:nvSpPr>
        <p:spPr>
          <a:xfrm>
            <a:off x="4047175" y="1438750"/>
            <a:ext cx="1230300" cy="8814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pic>
        <p:nvPicPr>
          <p:cNvPr id="60" name="Google Shape;60;p15"/>
          <p:cNvPicPr preferRelativeResize="0"/>
          <p:nvPr/>
        </p:nvPicPr>
        <p:blipFill>
          <a:blip r:embed="rId2">
            <a:alphaModFix/>
          </a:blip>
          <a:stretch>
            <a:fillRect/>
          </a:stretch>
        </p:blipFill>
        <p:spPr>
          <a:xfrm flipH="1">
            <a:off x="4416200" y="2886625"/>
            <a:ext cx="4727801" cy="22568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grpSp>
        <p:nvGrpSpPr>
          <p:cNvPr id="62" name="Google Shape;62;p16"/>
          <p:cNvGrpSpPr/>
          <p:nvPr/>
        </p:nvGrpSpPr>
        <p:grpSpPr>
          <a:xfrm>
            <a:off x="0" y="0"/>
            <a:ext cx="9144001" cy="5143500"/>
            <a:chOff x="0" y="0"/>
            <a:chExt cx="9144001" cy="5143500"/>
          </a:xfrm>
        </p:grpSpPr>
        <p:pic>
          <p:nvPicPr>
            <p:cNvPr id="63" name="Google Shape;63;p16"/>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64" name="Google Shape;64;p16"/>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sp>
        <p:nvSpPr>
          <p:cNvPr id="65" name="Google Shape;65;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6" name="Google Shape;66;p16"/>
          <p:cNvSpPr txBox="1"/>
          <p:nvPr>
            <p:ph idx="1" type="body"/>
          </p:nvPr>
        </p:nvSpPr>
        <p:spPr>
          <a:xfrm>
            <a:off x="720000" y="1090229"/>
            <a:ext cx="7704000" cy="3486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grpSp>
        <p:nvGrpSpPr>
          <p:cNvPr id="67" name="Google Shape;67;p16"/>
          <p:cNvGrpSpPr/>
          <p:nvPr/>
        </p:nvGrpSpPr>
        <p:grpSpPr>
          <a:xfrm rot="10800000">
            <a:off x="6704226" y="3811697"/>
            <a:ext cx="4574075" cy="3479350"/>
            <a:chOff x="1522650" y="1117750"/>
            <a:chExt cx="4574075" cy="3479350"/>
          </a:xfrm>
        </p:grpSpPr>
        <p:sp>
          <p:nvSpPr>
            <p:cNvPr id="68" name="Google Shape;68;p1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2" name="Google Shape;72;p17"/>
          <p:cNvSpPr txBox="1"/>
          <p:nvPr>
            <p:ph idx="1" type="subTitle"/>
          </p:nvPr>
        </p:nvSpPr>
        <p:spPr>
          <a:xfrm>
            <a:off x="4911639" y="2679824"/>
            <a:ext cx="2424300" cy="15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3" name="Google Shape;73;p17"/>
          <p:cNvSpPr txBox="1"/>
          <p:nvPr>
            <p:ph idx="2" type="subTitle"/>
          </p:nvPr>
        </p:nvSpPr>
        <p:spPr>
          <a:xfrm>
            <a:off x="1808050" y="2679824"/>
            <a:ext cx="2424300" cy="15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4" name="Google Shape;74;p17"/>
          <p:cNvSpPr txBox="1"/>
          <p:nvPr>
            <p:ph idx="3" type="subTitle"/>
          </p:nvPr>
        </p:nvSpPr>
        <p:spPr>
          <a:xfrm>
            <a:off x="1808050" y="2244217"/>
            <a:ext cx="2424300" cy="449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5" name="Google Shape;75;p17"/>
          <p:cNvSpPr txBox="1"/>
          <p:nvPr>
            <p:ph idx="4" type="subTitle"/>
          </p:nvPr>
        </p:nvSpPr>
        <p:spPr>
          <a:xfrm>
            <a:off x="4911639" y="2244217"/>
            <a:ext cx="2424300" cy="449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76" name="Google Shape;76;p17"/>
          <p:cNvGrpSpPr/>
          <p:nvPr/>
        </p:nvGrpSpPr>
        <p:grpSpPr>
          <a:xfrm>
            <a:off x="0" y="4"/>
            <a:ext cx="9144004" cy="5143496"/>
            <a:chOff x="0" y="4"/>
            <a:chExt cx="9144004" cy="5143496"/>
          </a:xfrm>
        </p:grpSpPr>
        <p:pic>
          <p:nvPicPr>
            <p:cNvPr id="77" name="Google Shape;77;p17"/>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78" name="Google Shape;78;p17"/>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79" name="Google Shape;79;p17"/>
          <p:cNvGrpSpPr/>
          <p:nvPr/>
        </p:nvGrpSpPr>
        <p:grpSpPr>
          <a:xfrm flipH="1" rot="-10539848">
            <a:off x="6108563" y="4049075"/>
            <a:ext cx="4573901" cy="3479217"/>
            <a:chOff x="1522650" y="1117750"/>
            <a:chExt cx="4574075" cy="3479350"/>
          </a:xfrm>
        </p:grpSpPr>
        <p:sp>
          <p:nvSpPr>
            <p:cNvPr id="80" name="Google Shape;80;p1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2" name="Shape 82"/>
        <p:cNvGrpSpPr/>
        <p:nvPr/>
      </p:nvGrpSpPr>
      <p:grpSpPr>
        <a:xfrm>
          <a:off x="0" y="0"/>
          <a:ext cx="0" cy="0"/>
          <a:chOff x="0" y="0"/>
          <a:chExt cx="0" cy="0"/>
        </a:xfrm>
      </p:grpSpPr>
      <p:sp>
        <p:nvSpPr>
          <p:cNvPr id="83" name="Google Shape;8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84" name="Google Shape;84;p18"/>
          <p:cNvGrpSpPr/>
          <p:nvPr/>
        </p:nvGrpSpPr>
        <p:grpSpPr>
          <a:xfrm>
            <a:off x="0" y="4"/>
            <a:ext cx="9144004" cy="5143496"/>
            <a:chOff x="0" y="4"/>
            <a:chExt cx="9144004" cy="5143496"/>
          </a:xfrm>
        </p:grpSpPr>
        <p:pic>
          <p:nvPicPr>
            <p:cNvPr id="85" name="Google Shape;85;p18"/>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86" name="Google Shape;86;p18"/>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87" name="Google Shape;87;p18"/>
          <p:cNvGrpSpPr/>
          <p:nvPr/>
        </p:nvGrpSpPr>
        <p:grpSpPr>
          <a:xfrm flipH="1" rot="-10539848">
            <a:off x="6108563" y="4049075"/>
            <a:ext cx="4573901" cy="3479217"/>
            <a:chOff x="1522650" y="1117750"/>
            <a:chExt cx="4574075" cy="3479350"/>
          </a:xfrm>
        </p:grpSpPr>
        <p:sp>
          <p:nvSpPr>
            <p:cNvPr id="88" name="Google Shape;88;p1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0" name="Shape 90"/>
        <p:cNvGrpSpPr/>
        <p:nvPr/>
      </p:nvGrpSpPr>
      <p:grpSpPr>
        <a:xfrm>
          <a:off x="0" y="0"/>
          <a:ext cx="0" cy="0"/>
          <a:chOff x="0" y="0"/>
          <a:chExt cx="0" cy="0"/>
        </a:xfrm>
      </p:grpSpPr>
      <p:sp>
        <p:nvSpPr>
          <p:cNvPr id="91" name="Google Shape;91;p19"/>
          <p:cNvSpPr txBox="1"/>
          <p:nvPr>
            <p:ph type="title"/>
          </p:nvPr>
        </p:nvSpPr>
        <p:spPr>
          <a:xfrm>
            <a:off x="811975" y="829350"/>
            <a:ext cx="3993300" cy="989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 name="Google Shape;92;p19"/>
          <p:cNvSpPr txBox="1"/>
          <p:nvPr>
            <p:ph idx="1" type="subTitle"/>
          </p:nvPr>
        </p:nvSpPr>
        <p:spPr>
          <a:xfrm>
            <a:off x="811975" y="1878550"/>
            <a:ext cx="39933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93" name="Google Shape;93;p19"/>
          <p:cNvSpPr/>
          <p:nvPr>
            <p:ph idx="2" type="pic"/>
          </p:nvPr>
        </p:nvSpPr>
        <p:spPr>
          <a:xfrm>
            <a:off x="5088475" y="770400"/>
            <a:ext cx="3081600" cy="3602700"/>
          </a:xfrm>
          <a:prstGeom prst="roundRect">
            <a:avLst>
              <a:gd fmla="val 16667" name="adj"/>
            </a:avLst>
          </a:prstGeom>
          <a:noFill/>
          <a:ln>
            <a:noFill/>
          </a:ln>
        </p:spPr>
      </p:sp>
      <p:grpSp>
        <p:nvGrpSpPr>
          <p:cNvPr id="94" name="Google Shape;94;p19"/>
          <p:cNvGrpSpPr/>
          <p:nvPr/>
        </p:nvGrpSpPr>
        <p:grpSpPr>
          <a:xfrm>
            <a:off x="0" y="0"/>
            <a:ext cx="9144001" cy="5143500"/>
            <a:chOff x="0" y="0"/>
            <a:chExt cx="9144001" cy="5143500"/>
          </a:xfrm>
        </p:grpSpPr>
        <p:pic>
          <p:nvPicPr>
            <p:cNvPr id="95" name="Google Shape;95;p19"/>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96" name="Google Shape;96;p19"/>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97" name="Google Shape;97;p19"/>
          <p:cNvGrpSpPr/>
          <p:nvPr/>
        </p:nvGrpSpPr>
        <p:grpSpPr>
          <a:xfrm rot="10800000">
            <a:off x="6704226" y="3811697"/>
            <a:ext cx="4574075" cy="3479350"/>
            <a:chOff x="1522650" y="1117750"/>
            <a:chExt cx="4574075" cy="3479350"/>
          </a:xfrm>
        </p:grpSpPr>
        <p:sp>
          <p:nvSpPr>
            <p:cNvPr id="98" name="Google Shape;98;p1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0" name="Shape 100"/>
        <p:cNvGrpSpPr/>
        <p:nvPr/>
      </p:nvGrpSpPr>
      <p:grpSpPr>
        <a:xfrm>
          <a:off x="0" y="0"/>
          <a:ext cx="0" cy="0"/>
          <a:chOff x="0" y="0"/>
          <a:chExt cx="0" cy="0"/>
        </a:xfrm>
      </p:grpSpPr>
      <p:grpSp>
        <p:nvGrpSpPr>
          <p:cNvPr id="101" name="Google Shape;101;p20"/>
          <p:cNvGrpSpPr/>
          <p:nvPr/>
        </p:nvGrpSpPr>
        <p:grpSpPr>
          <a:xfrm>
            <a:off x="10" y="0"/>
            <a:ext cx="9143991" cy="5143500"/>
            <a:chOff x="10" y="0"/>
            <a:chExt cx="9143991" cy="5143500"/>
          </a:xfrm>
        </p:grpSpPr>
        <p:pic>
          <p:nvPicPr>
            <p:cNvPr id="102" name="Google Shape;102;p20"/>
            <p:cNvPicPr preferRelativeResize="0"/>
            <p:nvPr/>
          </p:nvPicPr>
          <p:blipFill>
            <a:blip r:embed="rId2">
              <a:alphaModFix/>
            </a:blip>
            <a:stretch>
              <a:fillRect/>
            </a:stretch>
          </p:blipFill>
          <p:spPr>
            <a:xfrm flipH="1">
              <a:off x="10" y="0"/>
              <a:ext cx="3405191" cy="5143500"/>
            </a:xfrm>
            <a:prstGeom prst="rect">
              <a:avLst/>
            </a:prstGeom>
            <a:noFill/>
            <a:ln>
              <a:noFill/>
            </a:ln>
          </p:spPr>
        </p:pic>
        <p:pic>
          <p:nvPicPr>
            <p:cNvPr id="103" name="Google Shape;103;p20"/>
            <p:cNvPicPr preferRelativeResize="0"/>
            <p:nvPr/>
          </p:nvPicPr>
          <p:blipFill>
            <a:blip r:embed="rId3">
              <a:alphaModFix/>
            </a:blip>
            <a:stretch>
              <a:fillRect/>
            </a:stretch>
          </p:blipFill>
          <p:spPr>
            <a:xfrm flipH="1">
              <a:off x="4416200" y="2886625"/>
              <a:ext cx="4727801" cy="2256875"/>
            </a:xfrm>
            <a:prstGeom prst="rect">
              <a:avLst/>
            </a:prstGeom>
            <a:noFill/>
            <a:ln>
              <a:noFill/>
            </a:ln>
          </p:spPr>
        </p:pic>
      </p:grpSp>
      <p:grpSp>
        <p:nvGrpSpPr>
          <p:cNvPr id="104" name="Google Shape;104;p20"/>
          <p:cNvGrpSpPr/>
          <p:nvPr/>
        </p:nvGrpSpPr>
        <p:grpSpPr>
          <a:xfrm rot="756538">
            <a:off x="5159567" y="-1927047"/>
            <a:ext cx="4574157" cy="3479412"/>
            <a:chOff x="1522650" y="1117750"/>
            <a:chExt cx="4574075" cy="3479350"/>
          </a:xfrm>
        </p:grpSpPr>
        <p:sp>
          <p:nvSpPr>
            <p:cNvPr id="105" name="Google Shape;105;p2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20"/>
          <p:cNvSpPr txBox="1"/>
          <p:nvPr>
            <p:ph type="title"/>
          </p:nvPr>
        </p:nvSpPr>
        <p:spPr>
          <a:xfrm>
            <a:off x="3830000" y="1716400"/>
            <a:ext cx="4508100" cy="25293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grpSp>
        <p:nvGrpSpPr>
          <p:cNvPr id="109" name="Google Shape;109;p21"/>
          <p:cNvGrpSpPr/>
          <p:nvPr/>
        </p:nvGrpSpPr>
        <p:grpSpPr>
          <a:xfrm rot="756538">
            <a:off x="-714808" y="-2409347"/>
            <a:ext cx="4574157" cy="3479412"/>
            <a:chOff x="1522650" y="1117750"/>
            <a:chExt cx="4574075" cy="3479350"/>
          </a:xfrm>
        </p:grpSpPr>
        <p:sp>
          <p:nvSpPr>
            <p:cNvPr id="110" name="Google Shape;110;p2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 name="Google Shape;112;p21"/>
          <p:cNvGrpSpPr/>
          <p:nvPr/>
        </p:nvGrpSpPr>
        <p:grpSpPr>
          <a:xfrm>
            <a:off x="0" y="0"/>
            <a:ext cx="9144001" cy="5143500"/>
            <a:chOff x="0" y="0"/>
            <a:chExt cx="9144001" cy="5143500"/>
          </a:xfrm>
        </p:grpSpPr>
        <p:pic>
          <p:nvPicPr>
            <p:cNvPr id="113" name="Google Shape;113;p21"/>
            <p:cNvPicPr preferRelativeResize="0"/>
            <p:nvPr/>
          </p:nvPicPr>
          <p:blipFill>
            <a:blip r:embed="rId2">
              <a:alphaModFix/>
            </a:blip>
            <a:stretch>
              <a:fillRect/>
            </a:stretch>
          </p:blipFill>
          <p:spPr>
            <a:xfrm flipH="1" rot="10800000">
              <a:off x="5738810" y="0"/>
              <a:ext cx="3405191" cy="5143500"/>
            </a:xfrm>
            <a:prstGeom prst="rect">
              <a:avLst/>
            </a:prstGeom>
            <a:noFill/>
            <a:ln>
              <a:noFill/>
            </a:ln>
          </p:spPr>
        </p:pic>
        <p:pic>
          <p:nvPicPr>
            <p:cNvPr id="114" name="Google Shape;114;p21"/>
            <p:cNvPicPr preferRelativeResize="0"/>
            <p:nvPr/>
          </p:nvPicPr>
          <p:blipFill>
            <a:blip r:embed="rId3">
              <a:alphaModFix/>
            </a:blip>
            <a:stretch>
              <a:fillRect/>
            </a:stretch>
          </p:blipFill>
          <p:spPr>
            <a:xfrm flipH="1" rot="10800000">
              <a:off x="0" y="0"/>
              <a:ext cx="4727801" cy="2256875"/>
            </a:xfrm>
            <a:prstGeom prst="rect">
              <a:avLst/>
            </a:prstGeom>
            <a:noFill/>
            <a:ln>
              <a:noFill/>
            </a:ln>
          </p:spPr>
        </p:pic>
      </p:grpSp>
      <p:sp>
        <p:nvSpPr>
          <p:cNvPr id="115" name="Google Shape;115;p21"/>
          <p:cNvSpPr txBox="1"/>
          <p:nvPr>
            <p:ph type="title"/>
          </p:nvPr>
        </p:nvSpPr>
        <p:spPr>
          <a:xfrm>
            <a:off x="713225" y="1528900"/>
            <a:ext cx="4872900" cy="1964400"/>
          </a:xfrm>
          <a:prstGeom prst="rect">
            <a:avLst/>
          </a:prstGeom>
        </p:spPr>
        <p:txBody>
          <a:bodyPr anchorCtr="0" anchor="b" bIns="91425" lIns="91425" spcFirstLastPara="1" rIns="91425" wrap="square" tIns="91425">
            <a:noAutofit/>
          </a:bodyPr>
          <a:lstStyle>
            <a:lvl1pPr lvl="0">
              <a:spcBef>
                <a:spcPts val="0"/>
              </a:spcBef>
              <a:spcAft>
                <a:spcPts val="0"/>
              </a:spcAft>
              <a:buSzPts val="5000"/>
              <a:buNone/>
              <a:defRPr sz="50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16" name="Google Shape;116;p21"/>
          <p:cNvSpPr txBox="1"/>
          <p:nvPr>
            <p:ph idx="1" type="subTitle"/>
          </p:nvPr>
        </p:nvSpPr>
        <p:spPr>
          <a:xfrm>
            <a:off x="713225" y="3640050"/>
            <a:ext cx="4872900" cy="45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lvl1pPr>
            <a:lvl2pPr lvl="1">
              <a:lnSpc>
                <a:spcPct val="100000"/>
              </a:lnSpc>
              <a:spcBef>
                <a:spcPts val="0"/>
              </a:spcBef>
              <a:spcAft>
                <a:spcPts val="0"/>
              </a:spcAft>
              <a:buSzPts val="1200"/>
              <a:buNone/>
              <a:defRPr/>
            </a:lvl2pPr>
            <a:lvl3pPr lvl="2">
              <a:lnSpc>
                <a:spcPct val="100000"/>
              </a:lnSpc>
              <a:spcBef>
                <a:spcPts val="0"/>
              </a:spcBef>
              <a:spcAft>
                <a:spcPts val="0"/>
              </a:spcAft>
              <a:buSzPts val="1200"/>
              <a:buNone/>
              <a:defRPr/>
            </a:lvl3pPr>
            <a:lvl4pPr lvl="3">
              <a:lnSpc>
                <a:spcPct val="100000"/>
              </a:lnSpc>
              <a:spcBef>
                <a:spcPts val="0"/>
              </a:spcBef>
              <a:spcAft>
                <a:spcPts val="0"/>
              </a:spcAft>
              <a:buSzPts val="1200"/>
              <a:buNone/>
              <a:defRPr/>
            </a:lvl4pPr>
            <a:lvl5pPr lvl="4">
              <a:lnSpc>
                <a:spcPct val="100000"/>
              </a:lnSpc>
              <a:spcBef>
                <a:spcPts val="0"/>
              </a:spcBef>
              <a:spcAft>
                <a:spcPts val="0"/>
              </a:spcAft>
              <a:buSzPts val="1200"/>
              <a:buNone/>
              <a:defRPr/>
            </a:lvl5pPr>
            <a:lvl6pPr lvl="5">
              <a:lnSpc>
                <a:spcPct val="100000"/>
              </a:lnSpc>
              <a:spcBef>
                <a:spcPts val="0"/>
              </a:spcBef>
              <a:spcAft>
                <a:spcPts val="0"/>
              </a:spcAft>
              <a:buSzPts val="1200"/>
              <a:buNone/>
              <a:defRPr/>
            </a:lvl6pPr>
            <a:lvl7pPr lvl="6">
              <a:lnSpc>
                <a:spcPct val="100000"/>
              </a:lnSpc>
              <a:spcBef>
                <a:spcPts val="0"/>
              </a:spcBef>
              <a:spcAft>
                <a:spcPts val="0"/>
              </a:spcAft>
              <a:buSzPts val="1200"/>
              <a:buNone/>
              <a:defRPr/>
            </a:lvl7pPr>
            <a:lvl8pPr lvl="7">
              <a:lnSpc>
                <a:spcPct val="100000"/>
              </a:lnSpc>
              <a:spcBef>
                <a:spcPts val="0"/>
              </a:spcBef>
              <a:spcAft>
                <a:spcPts val="0"/>
              </a:spcAft>
              <a:buSzPts val="1200"/>
              <a:buNone/>
              <a:defRPr/>
            </a:lvl8pPr>
            <a:lvl9pPr lvl="8">
              <a:lnSpc>
                <a:spcPct val="100000"/>
              </a:lnSpc>
              <a:spcBef>
                <a:spcPts val="0"/>
              </a:spcBef>
              <a:spcAft>
                <a:spcPts val="0"/>
              </a:spcAft>
              <a:buSzPts val="12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7" name="Shape 117"/>
        <p:cNvGrpSpPr/>
        <p:nvPr/>
      </p:nvGrpSpPr>
      <p:grpSpPr>
        <a:xfrm>
          <a:off x="0" y="0"/>
          <a:ext cx="0" cy="0"/>
          <a:chOff x="0" y="0"/>
          <a:chExt cx="0" cy="0"/>
        </a:xfrm>
      </p:grpSpPr>
      <p:sp>
        <p:nvSpPr>
          <p:cNvPr id="118" name="Google Shape;118;p22"/>
          <p:cNvSpPr/>
          <p:nvPr>
            <p:ph idx="2" type="pic"/>
          </p:nvPr>
        </p:nvSpPr>
        <p:spPr>
          <a:xfrm>
            <a:off x="0" y="0"/>
            <a:ext cx="9144000" cy="5143500"/>
          </a:xfrm>
          <a:prstGeom prst="rect">
            <a:avLst/>
          </a:prstGeom>
          <a:noFill/>
          <a:ln>
            <a:noFill/>
          </a:ln>
        </p:spPr>
      </p:sp>
      <p:sp>
        <p:nvSpPr>
          <p:cNvPr id="119" name="Google Shape;119;p22"/>
          <p:cNvSpPr txBox="1"/>
          <p:nvPr>
            <p:ph type="title"/>
          </p:nvPr>
        </p:nvSpPr>
        <p:spPr>
          <a:xfrm>
            <a:off x="720000" y="4014450"/>
            <a:ext cx="5713200" cy="5727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120" name="Google Shape;120;p22"/>
          <p:cNvGrpSpPr/>
          <p:nvPr/>
        </p:nvGrpSpPr>
        <p:grpSpPr>
          <a:xfrm>
            <a:off x="0" y="4"/>
            <a:ext cx="9144004" cy="5143496"/>
            <a:chOff x="0" y="4"/>
            <a:chExt cx="9144004" cy="5143496"/>
          </a:xfrm>
        </p:grpSpPr>
        <p:pic>
          <p:nvPicPr>
            <p:cNvPr id="121" name="Google Shape;121;p22"/>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22" name="Google Shape;122;p22"/>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23" name="Google Shape;123;p22"/>
          <p:cNvGrpSpPr/>
          <p:nvPr/>
        </p:nvGrpSpPr>
        <p:grpSpPr>
          <a:xfrm>
            <a:off x="-896231" y="-2525369"/>
            <a:ext cx="11703669" cy="10221582"/>
            <a:chOff x="-896231" y="-2525369"/>
            <a:chExt cx="11703669" cy="10221582"/>
          </a:xfrm>
        </p:grpSpPr>
        <p:grpSp>
          <p:nvGrpSpPr>
            <p:cNvPr id="124" name="Google Shape;124;p22"/>
            <p:cNvGrpSpPr/>
            <p:nvPr/>
          </p:nvGrpSpPr>
          <p:grpSpPr>
            <a:xfrm flipH="1" rot="-10539848">
              <a:off x="6108563" y="4049075"/>
              <a:ext cx="4573901" cy="3479217"/>
              <a:chOff x="1522650" y="1117750"/>
              <a:chExt cx="4574075" cy="3479350"/>
            </a:xfrm>
          </p:grpSpPr>
          <p:sp>
            <p:nvSpPr>
              <p:cNvPr id="125" name="Google Shape;125;p2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 name="Google Shape;127;p22"/>
            <p:cNvGrpSpPr/>
            <p:nvPr/>
          </p:nvGrpSpPr>
          <p:grpSpPr>
            <a:xfrm>
              <a:off x="-896231" y="-2525369"/>
              <a:ext cx="4573618" cy="3479002"/>
              <a:chOff x="1522650" y="1117750"/>
              <a:chExt cx="4574075" cy="3479350"/>
            </a:xfrm>
          </p:grpSpPr>
          <p:sp>
            <p:nvSpPr>
              <p:cNvPr id="128" name="Google Shape;128;p2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0" name="Shape 130"/>
        <p:cNvGrpSpPr/>
        <p:nvPr/>
      </p:nvGrpSpPr>
      <p:grpSpPr>
        <a:xfrm>
          <a:off x="0" y="0"/>
          <a:ext cx="0" cy="0"/>
          <a:chOff x="0" y="0"/>
          <a:chExt cx="0" cy="0"/>
        </a:xfrm>
      </p:grpSpPr>
      <p:sp>
        <p:nvSpPr>
          <p:cNvPr id="131" name="Google Shape;131;p23"/>
          <p:cNvSpPr txBox="1"/>
          <p:nvPr>
            <p:ph hasCustomPrompt="1" type="title"/>
          </p:nvPr>
        </p:nvSpPr>
        <p:spPr>
          <a:xfrm>
            <a:off x="4076350" y="2296400"/>
            <a:ext cx="3843300" cy="10851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2" name="Google Shape;132;p23"/>
          <p:cNvSpPr txBox="1"/>
          <p:nvPr>
            <p:ph idx="1" type="subTitle"/>
          </p:nvPr>
        </p:nvSpPr>
        <p:spPr>
          <a:xfrm>
            <a:off x="4076350" y="3426700"/>
            <a:ext cx="3843300" cy="49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133" name="Google Shape;133;p23"/>
          <p:cNvPicPr preferRelativeResize="0"/>
          <p:nvPr/>
        </p:nvPicPr>
        <p:blipFill>
          <a:blip r:embed="rId2">
            <a:alphaModFix/>
          </a:blip>
          <a:stretch>
            <a:fillRect/>
          </a:stretch>
        </p:blipFill>
        <p:spPr>
          <a:xfrm flipH="1">
            <a:off x="4416200" y="2886625"/>
            <a:ext cx="4727801" cy="2256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 name="Shape 13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35" name="Shape 135"/>
        <p:cNvGrpSpPr/>
        <p:nvPr/>
      </p:nvGrpSpPr>
      <p:grpSpPr>
        <a:xfrm>
          <a:off x="0" y="0"/>
          <a:ext cx="0" cy="0"/>
          <a:chOff x="0" y="0"/>
          <a:chExt cx="0" cy="0"/>
        </a:xfrm>
      </p:grpSpPr>
      <p:sp>
        <p:nvSpPr>
          <p:cNvPr id="136" name="Google Shape;136;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7" name="Google Shape;137;p25"/>
          <p:cNvSpPr txBox="1"/>
          <p:nvPr>
            <p:ph hasCustomPrompt="1" idx="2" type="title"/>
          </p:nvPr>
        </p:nvSpPr>
        <p:spPr>
          <a:xfrm>
            <a:off x="720000" y="1480883"/>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8" name="Google Shape;138;p25"/>
          <p:cNvSpPr txBox="1"/>
          <p:nvPr>
            <p:ph hasCustomPrompt="1" idx="3" type="title"/>
          </p:nvPr>
        </p:nvSpPr>
        <p:spPr>
          <a:xfrm>
            <a:off x="720000" y="2990491"/>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9" name="Google Shape;139;p25"/>
          <p:cNvSpPr txBox="1"/>
          <p:nvPr>
            <p:ph hasCustomPrompt="1" idx="4" type="title"/>
          </p:nvPr>
        </p:nvSpPr>
        <p:spPr>
          <a:xfrm>
            <a:off x="3306000" y="1480883"/>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0" name="Google Shape;140;p25"/>
          <p:cNvSpPr txBox="1"/>
          <p:nvPr>
            <p:ph hasCustomPrompt="1" idx="5" type="title"/>
          </p:nvPr>
        </p:nvSpPr>
        <p:spPr>
          <a:xfrm>
            <a:off x="3306000" y="2990491"/>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1" name="Google Shape;141;p25"/>
          <p:cNvSpPr txBox="1"/>
          <p:nvPr>
            <p:ph hasCustomPrompt="1" idx="6" type="title"/>
          </p:nvPr>
        </p:nvSpPr>
        <p:spPr>
          <a:xfrm>
            <a:off x="5892000" y="1480883"/>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2" name="Google Shape;142;p25"/>
          <p:cNvSpPr txBox="1"/>
          <p:nvPr>
            <p:ph hasCustomPrompt="1" idx="7" type="title"/>
          </p:nvPr>
        </p:nvSpPr>
        <p:spPr>
          <a:xfrm>
            <a:off x="5892000" y="2990491"/>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3" name="Google Shape;143;p25"/>
          <p:cNvSpPr txBox="1"/>
          <p:nvPr>
            <p:ph idx="1" type="subTitle"/>
          </p:nvPr>
        </p:nvSpPr>
        <p:spPr>
          <a:xfrm>
            <a:off x="720000" y="2026450"/>
            <a:ext cx="2532000" cy="50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4" name="Google Shape;144;p25"/>
          <p:cNvSpPr txBox="1"/>
          <p:nvPr>
            <p:ph idx="8" type="subTitle"/>
          </p:nvPr>
        </p:nvSpPr>
        <p:spPr>
          <a:xfrm>
            <a:off x="3306000" y="2026450"/>
            <a:ext cx="2532000" cy="50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5" name="Google Shape;145;p25"/>
          <p:cNvSpPr txBox="1"/>
          <p:nvPr>
            <p:ph idx="9" type="subTitle"/>
          </p:nvPr>
        </p:nvSpPr>
        <p:spPr>
          <a:xfrm>
            <a:off x="5892000" y="2026450"/>
            <a:ext cx="2532000" cy="50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6" name="Google Shape;146;p25"/>
          <p:cNvSpPr txBox="1"/>
          <p:nvPr>
            <p:ph idx="13" type="subTitle"/>
          </p:nvPr>
        </p:nvSpPr>
        <p:spPr>
          <a:xfrm>
            <a:off x="720000" y="3544900"/>
            <a:ext cx="2532000" cy="49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7" name="Google Shape;147;p25"/>
          <p:cNvSpPr txBox="1"/>
          <p:nvPr>
            <p:ph idx="14" type="subTitle"/>
          </p:nvPr>
        </p:nvSpPr>
        <p:spPr>
          <a:xfrm>
            <a:off x="3306000" y="3544900"/>
            <a:ext cx="2532000" cy="49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8" name="Google Shape;148;p25"/>
          <p:cNvSpPr txBox="1"/>
          <p:nvPr>
            <p:ph idx="15" type="subTitle"/>
          </p:nvPr>
        </p:nvSpPr>
        <p:spPr>
          <a:xfrm>
            <a:off x="5892000" y="3544900"/>
            <a:ext cx="2532000" cy="49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49" name="Google Shape;149;p25"/>
          <p:cNvGrpSpPr/>
          <p:nvPr/>
        </p:nvGrpSpPr>
        <p:grpSpPr>
          <a:xfrm>
            <a:off x="0" y="4"/>
            <a:ext cx="9144004" cy="5143496"/>
            <a:chOff x="0" y="4"/>
            <a:chExt cx="9144004" cy="5143496"/>
          </a:xfrm>
        </p:grpSpPr>
        <p:pic>
          <p:nvPicPr>
            <p:cNvPr id="150" name="Google Shape;150;p2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51" name="Google Shape;151;p2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52" name="Google Shape;152;p25"/>
          <p:cNvGrpSpPr/>
          <p:nvPr/>
        </p:nvGrpSpPr>
        <p:grpSpPr>
          <a:xfrm flipH="1" rot="-10539848">
            <a:off x="6108563" y="4049075"/>
            <a:ext cx="4573901" cy="3479217"/>
            <a:chOff x="1522650" y="1117750"/>
            <a:chExt cx="4574075" cy="3479350"/>
          </a:xfrm>
        </p:grpSpPr>
        <p:sp>
          <p:nvSpPr>
            <p:cNvPr id="153" name="Google Shape;153;p2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55" name="Shape 155"/>
        <p:cNvGrpSpPr/>
        <p:nvPr/>
      </p:nvGrpSpPr>
      <p:grpSpPr>
        <a:xfrm>
          <a:off x="0" y="0"/>
          <a:ext cx="0" cy="0"/>
          <a:chOff x="0" y="0"/>
          <a:chExt cx="0" cy="0"/>
        </a:xfrm>
      </p:grpSpPr>
      <p:grpSp>
        <p:nvGrpSpPr>
          <p:cNvPr id="156" name="Google Shape;156;p26"/>
          <p:cNvGrpSpPr/>
          <p:nvPr/>
        </p:nvGrpSpPr>
        <p:grpSpPr>
          <a:xfrm>
            <a:off x="0" y="0"/>
            <a:ext cx="9144001" cy="5143500"/>
            <a:chOff x="0" y="0"/>
            <a:chExt cx="9144001" cy="5143500"/>
          </a:xfrm>
        </p:grpSpPr>
        <p:pic>
          <p:nvPicPr>
            <p:cNvPr id="157" name="Google Shape;157;p26"/>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58" name="Google Shape;158;p26"/>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59" name="Google Shape;159;p26"/>
          <p:cNvGrpSpPr/>
          <p:nvPr/>
        </p:nvGrpSpPr>
        <p:grpSpPr>
          <a:xfrm rot="10800000">
            <a:off x="6704226" y="3811697"/>
            <a:ext cx="4574075" cy="3479350"/>
            <a:chOff x="1522650" y="1117750"/>
            <a:chExt cx="4574075" cy="3479350"/>
          </a:xfrm>
        </p:grpSpPr>
        <p:sp>
          <p:nvSpPr>
            <p:cNvPr id="160" name="Google Shape;160;p2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 name="Google Shape;162;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63" name="Shape 163"/>
        <p:cNvGrpSpPr/>
        <p:nvPr/>
      </p:nvGrpSpPr>
      <p:grpSpPr>
        <a:xfrm>
          <a:off x="0" y="0"/>
          <a:ext cx="0" cy="0"/>
          <a:chOff x="0" y="0"/>
          <a:chExt cx="0" cy="0"/>
        </a:xfrm>
      </p:grpSpPr>
      <p:grpSp>
        <p:nvGrpSpPr>
          <p:cNvPr id="164" name="Google Shape;164;p27"/>
          <p:cNvGrpSpPr/>
          <p:nvPr/>
        </p:nvGrpSpPr>
        <p:grpSpPr>
          <a:xfrm>
            <a:off x="0" y="4"/>
            <a:ext cx="9144004" cy="5143496"/>
            <a:chOff x="0" y="4"/>
            <a:chExt cx="9144004" cy="5143496"/>
          </a:xfrm>
        </p:grpSpPr>
        <p:pic>
          <p:nvPicPr>
            <p:cNvPr id="165" name="Google Shape;165;p27"/>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66" name="Google Shape;166;p27"/>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67" name="Google Shape;167;p27"/>
          <p:cNvGrpSpPr/>
          <p:nvPr/>
        </p:nvGrpSpPr>
        <p:grpSpPr>
          <a:xfrm flipH="1" rot="-10539848">
            <a:off x="6108563" y="4049075"/>
            <a:ext cx="4573901" cy="3479217"/>
            <a:chOff x="1522650" y="1117750"/>
            <a:chExt cx="4574075" cy="3479350"/>
          </a:xfrm>
        </p:grpSpPr>
        <p:sp>
          <p:nvSpPr>
            <p:cNvPr id="168" name="Google Shape;168;p2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 name="Google Shape;170;p27"/>
          <p:cNvSpPr txBox="1"/>
          <p:nvPr>
            <p:ph type="title"/>
          </p:nvPr>
        </p:nvSpPr>
        <p:spPr>
          <a:xfrm>
            <a:off x="3889175" y="1000050"/>
            <a:ext cx="3205500" cy="105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1" name="Google Shape;171;p27"/>
          <p:cNvSpPr txBox="1"/>
          <p:nvPr>
            <p:ph idx="1" type="subTitle"/>
          </p:nvPr>
        </p:nvSpPr>
        <p:spPr>
          <a:xfrm>
            <a:off x="3889175" y="2131950"/>
            <a:ext cx="4185300" cy="2011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72" name="Shape 172"/>
        <p:cNvGrpSpPr/>
        <p:nvPr/>
      </p:nvGrpSpPr>
      <p:grpSpPr>
        <a:xfrm>
          <a:off x="0" y="0"/>
          <a:ext cx="0" cy="0"/>
          <a:chOff x="0" y="0"/>
          <a:chExt cx="0" cy="0"/>
        </a:xfrm>
      </p:grpSpPr>
      <p:grpSp>
        <p:nvGrpSpPr>
          <p:cNvPr id="173" name="Google Shape;173;p28"/>
          <p:cNvGrpSpPr/>
          <p:nvPr/>
        </p:nvGrpSpPr>
        <p:grpSpPr>
          <a:xfrm>
            <a:off x="0" y="0"/>
            <a:ext cx="9144001" cy="5143500"/>
            <a:chOff x="0" y="0"/>
            <a:chExt cx="9144001" cy="5143500"/>
          </a:xfrm>
        </p:grpSpPr>
        <p:pic>
          <p:nvPicPr>
            <p:cNvPr id="174" name="Google Shape;174;p28"/>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75" name="Google Shape;175;p28"/>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76" name="Google Shape;176;p28"/>
          <p:cNvGrpSpPr/>
          <p:nvPr/>
        </p:nvGrpSpPr>
        <p:grpSpPr>
          <a:xfrm rot="10800000">
            <a:off x="6704226" y="3811697"/>
            <a:ext cx="4574075" cy="3479350"/>
            <a:chOff x="1522650" y="1117750"/>
            <a:chExt cx="4574075" cy="3479350"/>
          </a:xfrm>
        </p:grpSpPr>
        <p:sp>
          <p:nvSpPr>
            <p:cNvPr id="177" name="Google Shape;177;p2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 name="Google Shape;179;p28"/>
          <p:cNvSpPr txBox="1"/>
          <p:nvPr>
            <p:ph type="title"/>
          </p:nvPr>
        </p:nvSpPr>
        <p:spPr>
          <a:xfrm>
            <a:off x="713225" y="707075"/>
            <a:ext cx="2345400" cy="974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0" name="Google Shape;180;p28"/>
          <p:cNvSpPr txBox="1"/>
          <p:nvPr>
            <p:ph idx="1" type="subTitle"/>
          </p:nvPr>
        </p:nvSpPr>
        <p:spPr>
          <a:xfrm>
            <a:off x="713225" y="1606775"/>
            <a:ext cx="2345400" cy="112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1" name="Google Shape;181;p28"/>
          <p:cNvSpPr/>
          <p:nvPr>
            <p:ph idx="2" type="pic"/>
          </p:nvPr>
        </p:nvSpPr>
        <p:spPr>
          <a:xfrm>
            <a:off x="5588500" y="539500"/>
            <a:ext cx="2801100" cy="4064700"/>
          </a:xfrm>
          <a:prstGeom prst="roundRect">
            <a:avLst>
              <a:gd fmla="val 16667" name="adj"/>
            </a:avLst>
          </a:prstGeom>
          <a:noFill/>
          <a:ln>
            <a:noFill/>
          </a:ln>
        </p:spPr>
      </p:sp>
      <p:sp>
        <p:nvSpPr>
          <p:cNvPr id="182" name="Google Shape;182;p28"/>
          <p:cNvSpPr/>
          <p:nvPr>
            <p:ph idx="3" type="pic"/>
          </p:nvPr>
        </p:nvSpPr>
        <p:spPr>
          <a:xfrm>
            <a:off x="3171450" y="539500"/>
            <a:ext cx="2304300" cy="2285700"/>
          </a:xfrm>
          <a:prstGeom prst="roundRect">
            <a:avLst>
              <a:gd fmla="val 16667" name="adj"/>
            </a:avLst>
          </a:prstGeom>
          <a:noFill/>
          <a:ln>
            <a:noFill/>
          </a:ln>
        </p:spPr>
      </p:sp>
      <p:sp>
        <p:nvSpPr>
          <p:cNvPr id="183" name="Google Shape;183;p28"/>
          <p:cNvSpPr/>
          <p:nvPr>
            <p:ph idx="4" type="pic"/>
          </p:nvPr>
        </p:nvSpPr>
        <p:spPr>
          <a:xfrm>
            <a:off x="3171450" y="2953775"/>
            <a:ext cx="2304300" cy="1650300"/>
          </a:xfrm>
          <a:prstGeom prst="roundRect">
            <a:avLst>
              <a:gd fmla="val 16667" name="adj"/>
            </a:avLst>
          </a:prstGeom>
          <a:noFill/>
          <a:ln>
            <a:noFill/>
          </a:ln>
        </p:spPr>
      </p:sp>
      <p:sp>
        <p:nvSpPr>
          <p:cNvPr id="184" name="Google Shape;184;p28"/>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185" name="Shape 185"/>
        <p:cNvGrpSpPr/>
        <p:nvPr/>
      </p:nvGrpSpPr>
      <p:grpSpPr>
        <a:xfrm>
          <a:off x="0" y="0"/>
          <a:ext cx="0" cy="0"/>
          <a:chOff x="0" y="0"/>
          <a:chExt cx="0" cy="0"/>
        </a:xfrm>
      </p:grpSpPr>
      <p:grpSp>
        <p:nvGrpSpPr>
          <p:cNvPr id="186" name="Google Shape;186;p29"/>
          <p:cNvGrpSpPr/>
          <p:nvPr/>
        </p:nvGrpSpPr>
        <p:grpSpPr>
          <a:xfrm>
            <a:off x="0" y="4"/>
            <a:ext cx="9144004" cy="5143496"/>
            <a:chOff x="0" y="4"/>
            <a:chExt cx="9144004" cy="5143496"/>
          </a:xfrm>
        </p:grpSpPr>
        <p:pic>
          <p:nvPicPr>
            <p:cNvPr id="187" name="Google Shape;187;p29"/>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88" name="Google Shape;188;p29"/>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89" name="Google Shape;189;p29"/>
          <p:cNvGrpSpPr/>
          <p:nvPr/>
        </p:nvGrpSpPr>
        <p:grpSpPr>
          <a:xfrm flipH="1" rot="-10539848">
            <a:off x="6108563" y="4049075"/>
            <a:ext cx="4573901" cy="3479217"/>
            <a:chOff x="1522650" y="1117750"/>
            <a:chExt cx="4574075" cy="3479350"/>
          </a:xfrm>
        </p:grpSpPr>
        <p:sp>
          <p:nvSpPr>
            <p:cNvPr id="190" name="Google Shape;190;p2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 name="Google Shape;192;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3" name="Google Shape;193;p29"/>
          <p:cNvSpPr txBox="1"/>
          <p:nvPr>
            <p:ph idx="1" type="subTitle"/>
          </p:nvPr>
        </p:nvSpPr>
        <p:spPr>
          <a:xfrm>
            <a:off x="719975" y="1164450"/>
            <a:ext cx="3748800" cy="1188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194" name="Shape 194"/>
        <p:cNvGrpSpPr/>
        <p:nvPr/>
      </p:nvGrpSpPr>
      <p:grpSpPr>
        <a:xfrm>
          <a:off x="0" y="0"/>
          <a:ext cx="0" cy="0"/>
          <a:chOff x="0" y="0"/>
          <a:chExt cx="0" cy="0"/>
        </a:xfrm>
      </p:grpSpPr>
      <p:grpSp>
        <p:nvGrpSpPr>
          <p:cNvPr id="195" name="Google Shape;195;p30"/>
          <p:cNvGrpSpPr/>
          <p:nvPr/>
        </p:nvGrpSpPr>
        <p:grpSpPr>
          <a:xfrm>
            <a:off x="0" y="0"/>
            <a:ext cx="9144001" cy="5143500"/>
            <a:chOff x="0" y="0"/>
            <a:chExt cx="9144001" cy="5143500"/>
          </a:xfrm>
        </p:grpSpPr>
        <p:pic>
          <p:nvPicPr>
            <p:cNvPr id="196" name="Google Shape;196;p30"/>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97" name="Google Shape;197;p30"/>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98" name="Google Shape;198;p30"/>
          <p:cNvGrpSpPr/>
          <p:nvPr/>
        </p:nvGrpSpPr>
        <p:grpSpPr>
          <a:xfrm rot="10800000">
            <a:off x="6704226" y="3811697"/>
            <a:ext cx="4574075" cy="3479350"/>
            <a:chOff x="1522650" y="1117750"/>
            <a:chExt cx="4574075" cy="3479350"/>
          </a:xfrm>
        </p:grpSpPr>
        <p:sp>
          <p:nvSpPr>
            <p:cNvPr id="199" name="Google Shape;199;p3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 name="Google Shape;201;p30"/>
          <p:cNvSpPr txBox="1"/>
          <p:nvPr>
            <p:ph idx="1" type="subTitle"/>
          </p:nvPr>
        </p:nvSpPr>
        <p:spPr>
          <a:xfrm>
            <a:off x="719975" y="1393800"/>
            <a:ext cx="5015400" cy="22035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p:txBody>
      </p:sp>
      <p:sp>
        <p:nvSpPr>
          <p:cNvPr id="202" name="Google Shape;202;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03" name="Shape 203"/>
        <p:cNvGrpSpPr/>
        <p:nvPr/>
      </p:nvGrpSpPr>
      <p:grpSpPr>
        <a:xfrm>
          <a:off x="0" y="0"/>
          <a:ext cx="0" cy="0"/>
          <a:chOff x="0" y="0"/>
          <a:chExt cx="0" cy="0"/>
        </a:xfrm>
      </p:grpSpPr>
      <p:grpSp>
        <p:nvGrpSpPr>
          <p:cNvPr id="204" name="Google Shape;204;p31"/>
          <p:cNvGrpSpPr/>
          <p:nvPr/>
        </p:nvGrpSpPr>
        <p:grpSpPr>
          <a:xfrm>
            <a:off x="0" y="0"/>
            <a:ext cx="9144001" cy="5143500"/>
            <a:chOff x="0" y="0"/>
            <a:chExt cx="9144001" cy="5143500"/>
          </a:xfrm>
        </p:grpSpPr>
        <p:pic>
          <p:nvPicPr>
            <p:cNvPr id="205" name="Google Shape;205;p31"/>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206" name="Google Shape;206;p31"/>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207" name="Google Shape;207;p31"/>
          <p:cNvGrpSpPr/>
          <p:nvPr/>
        </p:nvGrpSpPr>
        <p:grpSpPr>
          <a:xfrm rot="10800000">
            <a:off x="6704226" y="3811697"/>
            <a:ext cx="4574075" cy="3479350"/>
            <a:chOff x="1522650" y="1117750"/>
            <a:chExt cx="4574075" cy="3479350"/>
          </a:xfrm>
        </p:grpSpPr>
        <p:sp>
          <p:nvSpPr>
            <p:cNvPr id="208" name="Google Shape;208;p3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 name="Google Shape;210;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1" name="Google Shape;211;p31"/>
          <p:cNvSpPr txBox="1"/>
          <p:nvPr>
            <p:ph idx="1" type="subTitle"/>
          </p:nvPr>
        </p:nvSpPr>
        <p:spPr>
          <a:xfrm>
            <a:off x="865525" y="2741725"/>
            <a:ext cx="2189400" cy="186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2" name="Google Shape;212;p31"/>
          <p:cNvSpPr txBox="1"/>
          <p:nvPr>
            <p:ph idx="2" type="subTitle"/>
          </p:nvPr>
        </p:nvSpPr>
        <p:spPr>
          <a:xfrm>
            <a:off x="3433873" y="2741725"/>
            <a:ext cx="2189400" cy="186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3" name="Google Shape;213;p31"/>
          <p:cNvSpPr txBox="1"/>
          <p:nvPr>
            <p:ph idx="3" type="subTitle"/>
          </p:nvPr>
        </p:nvSpPr>
        <p:spPr>
          <a:xfrm>
            <a:off x="6002228" y="2741725"/>
            <a:ext cx="2189400" cy="186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4" name="Google Shape;214;p31"/>
          <p:cNvSpPr txBox="1"/>
          <p:nvPr>
            <p:ph idx="4" type="subTitle"/>
          </p:nvPr>
        </p:nvSpPr>
        <p:spPr>
          <a:xfrm>
            <a:off x="865525" y="2046500"/>
            <a:ext cx="2189400" cy="7083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5" name="Google Shape;215;p31"/>
          <p:cNvSpPr txBox="1"/>
          <p:nvPr>
            <p:ph idx="5" type="subTitle"/>
          </p:nvPr>
        </p:nvSpPr>
        <p:spPr>
          <a:xfrm>
            <a:off x="3433878" y="2046500"/>
            <a:ext cx="2189400" cy="7083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6" name="Google Shape;216;p31"/>
          <p:cNvSpPr txBox="1"/>
          <p:nvPr>
            <p:ph idx="6" type="subTitle"/>
          </p:nvPr>
        </p:nvSpPr>
        <p:spPr>
          <a:xfrm>
            <a:off x="6002231" y="2046500"/>
            <a:ext cx="2189400" cy="7083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7" name="Shape 217"/>
        <p:cNvGrpSpPr/>
        <p:nvPr/>
      </p:nvGrpSpPr>
      <p:grpSpPr>
        <a:xfrm>
          <a:off x="0" y="0"/>
          <a:ext cx="0" cy="0"/>
          <a:chOff x="0" y="0"/>
          <a:chExt cx="0" cy="0"/>
        </a:xfrm>
      </p:grpSpPr>
      <p:grpSp>
        <p:nvGrpSpPr>
          <p:cNvPr id="218" name="Google Shape;218;p32"/>
          <p:cNvGrpSpPr/>
          <p:nvPr/>
        </p:nvGrpSpPr>
        <p:grpSpPr>
          <a:xfrm>
            <a:off x="0" y="4"/>
            <a:ext cx="9144004" cy="5143496"/>
            <a:chOff x="0" y="4"/>
            <a:chExt cx="9144004" cy="5143496"/>
          </a:xfrm>
        </p:grpSpPr>
        <p:pic>
          <p:nvPicPr>
            <p:cNvPr id="219" name="Google Shape;219;p32"/>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220" name="Google Shape;220;p32"/>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221" name="Google Shape;221;p32"/>
          <p:cNvGrpSpPr/>
          <p:nvPr/>
        </p:nvGrpSpPr>
        <p:grpSpPr>
          <a:xfrm flipH="1" rot="-10539848">
            <a:off x="6108563" y="4049075"/>
            <a:ext cx="4573901" cy="3479217"/>
            <a:chOff x="1522650" y="1117750"/>
            <a:chExt cx="4574075" cy="3479350"/>
          </a:xfrm>
        </p:grpSpPr>
        <p:sp>
          <p:nvSpPr>
            <p:cNvPr id="222" name="Google Shape;222;p3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4" name="Google Shape;224;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5" name="Google Shape;225;p32"/>
          <p:cNvSpPr txBox="1"/>
          <p:nvPr>
            <p:ph idx="1" type="subTitle"/>
          </p:nvPr>
        </p:nvSpPr>
        <p:spPr>
          <a:xfrm>
            <a:off x="1225674" y="1659425"/>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6" name="Google Shape;226;p32"/>
          <p:cNvSpPr txBox="1"/>
          <p:nvPr>
            <p:ph idx="2" type="subTitle"/>
          </p:nvPr>
        </p:nvSpPr>
        <p:spPr>
          <a:xfrm>
            <a:off x="5052125" y="1659425"/>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7" name="Google Shape;227;p32"/>
          <p:cNvSpPr txBox="1"/>
          <p:nvPr>
            <p:ph idx="3" type="subTitle"/>
          </p:nvPr>
        </p:nvSpPr>
        <p:spPr>
          <a:xfrm>
            <a:off x="1225674" y="3320000"/>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8" name="Google Shape;228;p32"/>
          <p:cNvSpPr txBox="1"/>
          <p:nvPr>
            <p:ph idx="4" type="subTitle"/>
          </p:nvPr>
        </p:nvSpPr>
        <p:spPr>
          <a:xfrm>
            <a:off x="5052125" y="3320000"/>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9" name="Google Shape;229;p32"/>
          <p:cNvSpPr txBox="1"/>
          <p:nvPr>
            <p:ph idx="5" type="subTitle"/>
          </p:nvPr>
        </p:nvSpPr>
        <p:spPr>
          <a:xfrm>
            <a:off x="1225675" y="13316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0" name="Google Shape;230;p32"/>
          <p:cNvSpPr txBox="1"/>
          <p:nvPr>
            <p:ph idx="6" type="subTitle"/>
          </p:nvPr>
        </p:nvSpPr>
        <p:spPr>
          <a:xfrm>
            <a:off x="1225675" y="29922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1" name="Google Shape;231;p32"/>
          <p:cNvSpPr txBox="1"/>
          <p:nvPr>
            <p:ph idx="7" type="subTitle"/>
          </p:nvPr>
        </p:nvSpPr>
        <p:spPr>
          <a:xfrm>
            <a:off x="5052099" y="13316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2" name="Google Shape;232;p32"/>
          <p:cNvSpPr txBox="1"/>
          <p:nvPr>
            <p:ph idx="8" type="subTitle"/>
          </p:nvPr>
        </p:nvSpPr>
        <p:spPr>
          <a:xfrm>
            <a:off x="5052099" y="29922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33" name="Shape 233"/>
        <p:cNvGrpSpPr/>
        <p:nvPr/>
      </p:nvGrpSpPr>
      <p:grpSpPr>
        <a:xfrm>
          <a:off x="0" y="0"/>
          <a:ext cx="0" cy="0"/>
          <a:chOff x="0" y="0"/>
          <a:chExt cx="0" cy="0"/>
        </a:xfrm>
      </p:grpSpPr>
      <p:grpSp>
        <p:nvGrpSpPr>
          <p:cNvPr id="234" name="Google Shape;234;p33"/>
          <p:cNvGrpSpPr/>
          <p:nvPr/>
        </p:nvGrpSpPr>
        <p:grpSpPr>
          <a:xfrm>
            <a:off x="0" y="0"/>
            <a:ext cx="9144001" cy="5143500"/>
            <a:chOff x="0" y="0"/>
            <a:chExt cx="9144001" cy="5143500"/>
          </a:xfrm>
        </p:grpSpPr>
        <p:pic>
          <p:nvPicPr>
            <p:cNvPr id="235" name="Google Shape;235;p33"/>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236" name="Google Shape;236;p33"/>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237" name="Google Shape;237;p33"/>
          <p:cNvGrpSpPr/>
          <p:nvPr/>
        </p:nvGrpSpPr>
        <p:grpSpPr>
          <a:xfrm rot="10800000">
            <a:off x="6704226" y="3811697"/>
            <a:ext cx="4574075" cy="3479350"/>
            <a:chOff x="1522650" y="1117750"/>
            <a:chExt cx="4574075" cy="3479350"/>
          </a:xfrm>
        </p:grpSpPr>
        <p:sp>
          <p:nvSpPr>
            <p:cNvPr id="238" name="Google Shape;238;p3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 name="Google Shape;240;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1" name="Google Shape;241;p33"/>
          <p:cNvSpPr txBox="1"/>
          <p:nvPr>
            <p:ph idx="1" type="subTitle"/>
          </p:nvPr>
        </p:nvSpPr>
        <p:spPr>
          <a:xfrm>
            <a:off x="1162025" y="1656927"/>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2" name="Google Shape;242;p33"/>
          <p:cNvSpPr txBox="1"/>
          <p:nvPr>
            <p:ph idx="2" type="subTitle"/>
          </p:nvPr>
        </p:nvSpPr>
        <p:spPr>
          <a:xfrm>
            <a:off x="3782975" y="1656925"/>
            <a:ext cx="1972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3" name="Google Shape;243;p33"/>
          <p:cNvSpPr txBox="1"/>
          <p:nvPr>
            <p:ph idx="3" type="subTitle"/>
          </p:nvPr>
        </p:nvSpPr>
        <p:spPr>
          <a:xfrm>
            <a:off x="1162025" y="3387221"/>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4" name="Google Shape;244;p33"/>
          <p:cNvSpPr txBox="1"/>
          <p:nvPr>
            <p:ph idx="4" type="subTitle"/>
          </p:nvPr>
        </p:nvSpPr>
        <p:spPr>
          <a:xfrm>
            <a:off x="3782975" y="3387221"/>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5" name="Google Shape;245;p33"/>
          <p:cNvSpPr txBox="1"/>
          <p:nvPr>
            <p:ph idx="5" type="subTitle"/>
          </p:nvPr>
        </p:nvSpPr>
        <p:spPr>
          <a:xfrm>
            <a:off x="6403925" y="1656927"/>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6" name="Google Shape;246;p33"/>
          <p:cNvSpPr txBox="1"/>
          <p:nvPr>
            <p:ph idx="6" type="subTitle"/>
          </p:nvPr>
        </p:nvSpPr>
        <p:spPr>
          <a:xfrm>
            <a:off x="6403925" y="3387221"/>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7" name="Google Shape;247;p33"/>
          <p:cNvSpPr txBox="1"/>
          <p:nvPr>
            <p:ph idx="7" type="subTitle"/>
          </p:nvPr>
        </p:nvSpPr>
        <p:spPr>
          <a:xfrm>
            <a:off x="1162025" y="1359241"/>
            <a:ext cx="1975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8" name="Google Shape;248;p33"/>
          <p:cNvSpPr txBox="1"/>
          <p:nvPr>
            <p:ph idx="8" type="subTitle"/>
          </p:nvPr>
        </p:nvSpPr>
        <p:spPr>
          <a:xfrm>
            <a:off x="3782975" y="1359241"/>
            <a:ext cx="1972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9" name="Google Shape;249;p33"/>
          <p:cNvSpPr txBox="1"/>
          <p:nvPr>
            <p:ph idx="9" type="subTitle"/>
          </p:nvPr>
        </p:nvSpPr>
        <p:spPr>
          <a:xfrm>
            <a:off x="6403925" y="1359241"/>
            <a:ext cx="19728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0" name="Google Shape;250;p33"/>
          <p:cNvSpPr txBox="1"/>
          <p:nvPr>
            <p:ph idx="13" type="subTitle"/>
          </p:nvPr>
        </p:nvSpPr>
        <p:spPr>
          <a:xfrm>
            <a:off x="1162025" y="3086317"/>
            <a:ext cx="1975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1" name="Google Shape;251;p33"/>
          <p:cNvSpPr txBox="1"/>
          <p:nvPr>
            <p:ph idx="14" type="subTitle"/>
          </p:nvPr>
        </p:nvSpPr>
        <p:spPr>
          <a:xfrm>
            <a:off x="3782975" y="3086317"/>
            <a:ext cx="1972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2" name="Google Shape;252;p33"/>
          <p:cNvSpPr txBox="1"/>
          <p:nvPr>
            <p:ph idx="15" type="subTitle"/>
          </p:nvPr>
        </p:nvSpPr>
        <p:spPr>
          <a:xfrm>
            <a:off x="6403925" y="3086317"/>
            <a:ext cx="19728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53" name="Shape 253"/>
        <p:cNvGrpSpPr/>
        <p:nvPr/>
      </p:nvGrpSpPr>
      <p:grpSpPr>
        <a:xfrm>
          <a:off x="0" y="0"/>
          <a:ext cx="0" cy="0"/>
          <a:chOff x="0" y="0"/>
          <a:chExt cx="0" cy="0"/>
        </a:xfrm>
      </p:grpSpPr>
      <p:sp>
        <p:nvSpPr>
          <p:cNvPr id="254" name="Google Shape;254;p34"/>
          <p:cNvSpPr txBox="1"/>
          <p:nvPr>
            <p:ph hasCustomPrompt="1" type="title"/>
          </p:nvPr>
        </p:nvSpPr>
        <p:spPr>
          <a:xfrm>
            <a:off x="1200575" y="2266166"/>
            <a:ext cx="2739300" cy="6675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1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55" name="Google Shape;255;p34"/>
          <p:cNvSpPr txBox="1"/>
          <p:nvPr>
            <p:ph idx="1" type="subTitle"/>
          </p:nvPr>
        </p:nvSpPr>
        <p:spPr>
          <a:xfrm>
            <a:off x="1200575" y="2948884"/>
            <a:ext cx="2739300" cy="365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56" name="Google Shape;256;p34"/>
          <p:cNvSpPr txBox="1"/>
          <p:nvPr>
            <p:ph hasCustomPrompt="1" idx="2" type="title"/>
          </p:nvPr>
        </p:nvSpPr>
        <p:spPr>
          <a:xfrm>
            <a:off x="1200575" y="977950"/>
            <a:ext cx="2739300" cy="6663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1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57" name="Google Shape;257;p34"/>
          <p:cNvSpPr txBox="1"/>
          <p:nvPr>
            <p:ph idx="3" type="subTitle"/>
          </p:nvPr>
        </p:nvSpPr>
        <p:spPr>
          <a:xfrm>
            <a:off x="1200575" y="1669422"/>
            <a:ext cx="2739300" cy="36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58" name="Google Shape;258;p34"/>
          <p:cNvSpPr txBox="1"/>
          <p:nvPr>
            <p:ph hasCustomPrompt="1" idx="4" type="title"/>
          </p:nvPr>
        </p:nvSpPr>
        <p:spPr>
          <a:xfrm>
            <a:off x="1200575" y="3555582"/>
            <a:ext cx="2739300" cy="6675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1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59" name="Google Shape;259;p34"/>
          <p:cNvSpPr txBox="1"/>
          <p:nvPr>
            <p:ph idx="5" type="subTitle"/>
          </p:nvPr>
        </p:nvSpPr>
        <p:spPr>
          <a:xfrm>
            <a:off x="1200575" y="4238300"/>
            <a:ext cx="2739300" cy="365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260" name="Google Shape;260;p34"/>
          <p:cNvPicPr preferRelativeResize="0"/>
          <p:nvPr/>
        </p:nvPicPr>
        <p:blipFill>
          <a:blip r:embed="rId2">
            <a:alphaModFix/>
          </a:blip>
          <a:stretch>
            <a:fillRect/>
          </a:stretch>
        </p:blipFill>
        <p:spPr>
          <a:xfrm flipH="1" rot="10800000">
            <a:off x="0" y="0"/>
            <a:ext cx="4727801" cy="225687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61" name="Shape 261"/>
        <p:cNvGrpSpPr/>
        <p:nvPr/>
      </p:nvGrpSpPr>
      <p:grpSpPr>
        <a:xfrm>
          <a:off x="0" y="0"/>
          <a:ext cx="0" cy="0"/>
          <a:chOff x="0" y="0"/>
          <a:chExt cx="0" cy="0"/>
        </a:xfrm>
      </p:grpSpPr>
      <p:sp>
        <p:nvSpPr>
          <p:cNvPr id="262" name="Google Shape;262;p35"/>
          <p:cNvSpPr txBox="1"/>
          <p:nvPr>
            <p:ph type="title"/>
          </p:nvPr>
        </p:nvSpPr>
        <p:spPr>
          <a:xfrm>
            <a:off x="713225" y="747263"/>
            <a:ext cx="3281700" cy="953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6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3" name="Google Shape;263;p35"/>
          <p:cNvSpPr txBox="1"/>
          <p:nvPr>
            <p:ph idx="1" type="subTitle"/>
          </p:nvPr>
        </p:nvSpPr>
        <p:spPr>
          <a:xfrm>
            <a:off x="713225" y="1584449"/>
            <a:ext cx="3281700" cy="89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264" name="Google Shape;264;p35"/>
          <p:cNvPicPr preferRelativeResize="0"/>
          <p:nvPr/>
        </p:nvPicPr>
        <p:blipFill>
          <a:blip r:embed="rId2">
            <a:alphaModFix/>
          </a:blip>
          <a:stretch>
            <a:fillRect/>
          </a:stretch>
        </p:blipFill>
        <p:spPr>
          <a:xfrm flipH="1" rot="10800000">
            <a:off x="0" y="0"/>
            <a:ext cx="4727801" cy="2256875"/>
          </a:xfrm>
          <a:prstGeom prst="rect">
            <a:avLst/>
          </a:prstGeom>
          <a:noFill/>
          <a:ln>
            <a:noFill/>
          </a:ln>
        </p:spPr>
      </p:pic>
      <p:sp>
        <p:nvSpPr>
          <p:cNvPr id="265" name="Google Shape;265;p35"/>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Cairo"/>
                <a:ea typeface="Cairo"/>
                <a:cs typeface="Cairo"/>
                <a:sym typeface="Cairo"/>
              </a:rPr>
              <a:t>CREDITS:</a:t>
            </a:r>
            <a:r>
              <a:rPr lang="en" sz="1000">
                <a:solidFill>
                  <a:schemeClr val="dk1"/>
                </a:solidFill>
                <a:latin typeface="Cairo"/>
                <a:ea typeface="Cairo"/>
                <a:cs typeface="Cairo"/>
                <a:sym typeface="Cairo"/>
              </a:rPr>
              <a:t> This presentation template was created by </a:t>
            </a:r>
            <a:r>
              <a:rPr b="1" lang="en" sz="1000" u="sng">
                <a:solidFill>
                  <a:schemeClr val="dk1"/>
                </a:solidFill>
                <a:latin typeface="Cairo"/>
                <a:ea typeface="Cairo"/>
                <a:cs typeface="Cairo"/>
                <a:sym typeface="Cairo"/>
                <a:hlinkClick r:id="rId3">
                  <a:extLst>
                    <a:ext uri="{A12FA001-AC4F-418D-AE19-62706E023703}">
                      <ahyp:hlinkClr val="tx"/>
                    </a:ext>
                  </a:extLst>
                </a:hlinkClick>
              </a:rPr>
              <a:t>Slidesgo</a:t>
            </a:r>
            <a:r>
              <a:rPr lang="en" sz="1000">
                <a:solidFill>
                  <a:schemeClr val="dk1"/>
                </a:solidFill>
                <a:latin typeface="Cairo"/>
                <a:ea typeface="Cairo"/>
                <a:cs typeface="Cairo"/>
                <a:sym typeface="Cairo"/>
              </a:rPr>
              <a:t>, and includes icons by </a:t>
            </a:r>
            <a:r>
              <a:rPr b="1" lang="en" sz="1000" u="sng">
                <a:solidFill>
                  <a:schemeClr val="dk1"/>
                </a:solidFill>
                <a:latin typeface="Cairo"/>
                <a:ea typeface="Cairo"/>
                <a:cs typeface="Cairo"/>
                <a:sym typeface="Cairo"/>
                <a:hlinkClick r:id="rId4">
                  <a:extLst>
                    <a:ext uri="{A12FA001-AC4F-418D-AE19-62706E023703}">
                      <ahyp:hlinkClr val="tx"/>
                    </a:ext>
                  </a:extLst>
                </a:hlinkClick>
              </a:rPr>
              <a:t>Flaticon</a:t>
            </a:r>
            <a:r>
              <a:rPr lang="en" sz="1000">
                <a:solidFill>
                  <a:schemeClr val="dk1"/>
                </a:solidFill>
                <a:latin typeface="Cairo"/>
                <a:ea typeface="Cairo"/>
                <a:cs typeface="Cairo"/>
                <a:sym typeface="Cairo"/>
              </a:rPr>
              <a:t>, and infographics &amp; images by </a:t>
            </a:r>
            <a:r>
              <a:rPr b="1" lang="en" sz="1000" u="sng">
                <a:solidFill>
                  <a:schemeClr val="dk1"/>
                </a:solidFill>
                <a:latin typeface="Cairo"/>
                <a:ea typeface="Cairo"/>
                <a:cs typeface="Cairo"/>
                <a:sym typeface="Cairo"/>
                <a:hlinkClick r:id="rId5">
                  <a:extLst>
                    <a:ext uri="{A12FA001-AC4F-418D-AE19-62706E023703}">
                      <ahyp:hlinkClr val="tx"/>
                    </a:ext>
                  </a:extLst>
                </a:hlinkClick>
              </a:rPr>
              <a:t>Freepik</a:t>
            </a:r>
            <a:r>
              <a:rPr b="1" lang="en" sz="1000" u="sng">
                <a:solidFill>
                  <a:schemeClr val="dk1"/>
                </a:solidFill>
                <a:latin typeface="Cairo"/>
                <a:ea typeface="Cairo"/>
                <a:cs typeface="Cairo"/>
                <a:sym typeface="Cairo"/>
              </a:rPr>
              <a:t> </a:t>
            </a:r>
            <a:endParaRPr b="1" sz="1000" u="sng">
              <a:solidFill>
                <a:schemeClr val="dk1"/>
              </a:solidFill>
              <a:latin typeface="Cairo"/>
              <a:ea typeface="Cairo"/>
              <a:cs typeface="Cairo"/>
              <a:sym typeface="Cairo"/>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66" name="Shape 266"/>
        <p:cNvGrpSpPr/>
        <p:nvPr/>
      </p:nvGrpSpPr>
      <p:grpSpPr>
        <a:xfrm>
          <a:off x="0" y="0"/>
          <a:ext cx="0" cy="0"/>
          <a:chOff x="0" y="0"/>
          <a:chExt cx="0" cy="0"/>
        </a:xfrm>
      </p:grpSpPr>
      <p:grpSp>
        <p:nvGrpSpPr>
          <p:cNvPr id="267" name="Google Shape;267;p36"/>
          <p:cNvGrpSpPr/>
          <p:nvPr/>
        </p:nvGrpSpPr>
        <p:grpSpPr>
          <a:xfrm>
            <a:off x="0" y="0"/>
            <a:ext cx="9144001" cy="5143500"/>
            <a:chOff x="0" y="0"/>
            <a:chExt cx="9144001" cy="5143500"/>
          </a:xfrm>
        </p:grpSpPr>
        <p:pic>
          <p:nvPicPr>
            <p:cNvPr id="268" name="Google Shape;268;p36"/>
            <p:cNvPicPr preferRelativeResize="0"/>
            <p:nvPr/>
          </p:nvPicPr>
          <p:blipFill>
            <a:blip r:embed="rId2">
              <a:alphaModFix/>
            </a:blip>
            <a:stretch>
              <a:fillRect/>
            </a:stretch>
          </p:blipFill>
          <p:spPr>
            <a:xfrm flipH="1" rot="10800000">
              <a:off x="0" y="0"/>
              <a:ext cx="4727801" cy="2256875"/>
            </a:xfrm>
            <a:prstGeom prst="rect">
              <a:avLst/>
            </a:prstGeom>
            <a:noFill/>
            <a:ln>
              <a:noFill/>
            </a:ln>
          </p:spPr>
        </p:pic>
        <p:pic>
          <p:nvPicPr>
            <p:cNvPr id="269" name="Google Shape;269;p36"/>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grpSp>
      <p:grpSp>
        <p:nvGrpSpPr>
          <p:cNvPr id="270" name="Google Shape;270;p36"/>
          <p:cNvGrpSpPr/>
          <p:nvPr/>
        </p:nvGrpSpPr>
        <p:grpSpPr>
          <a:xfrm rot="756538">
            <a:off x="-1069833" y="-1842572"/>
            <a:ext cx="4574157" cy="3479412"/>
            <a:chOff x="1522650" y="1117750"/>
            <a:chExt cx="4574075" cy="3479350"/>
          </a:xfrm>
        </p:grpSpPr>
        <p:sp>
          <p:nvSpPr>
            <p:cNvPr id="271" name="Google Shape;271;p3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73" name="Shape 273"/>
        <p:cNvGrpSpPr/>
        <p:nvPr/>
      </p:nvGrpSpPr>
      <p:grpSpPr>
        <a:xfrm>
          <a:off x="0" y="0"/>
          <a:ext cx="0" cy="0"/>
          <a:chOff x="0" y="0"/>
          <a:chExt cx="0" cy="0"/>
        </a:xfrm>
      </p:grpSpPr>
      <p:grpSp>
        <p:nvGrpSpPr>
          <p:cNvPr id="274" name="Google Shape;274;p37"/>
          <p:cNvGrpSpPr/>
          <p:nvPr/>
        </p:nvGrpSpPr>
        <p:grpSpPr>
          <a:xfrm>
            <a:off x="0" y="0"/>
            <a:ext cx="9144001" cy="5143500"/>
            <a:chOff x="0" y="0"/>
            <a:chExt cx="9144001" cy="5143500"/>
          </a:xfrm>
        </p:grpSpPr>
        <p:pic>
          <p:nvPicPr>
            <p:cNvPr id="275" name="Google Shape;275;p37"/>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276" name="Google Shape;276;p37"/>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277" name="Google Shape;277;p37"/>
          <p:cNvGrpSpPr/>
          <p:nvPr/>
        </p:nvGrpSpPr>
        <p:grpSpPr>
          <a:xfrm>
            <a:off x="-1845124" y="-2180828"/>
            <a:ext cx="12652562" cy="9877041"/>
            <a:chOff x="-1845124" y="-2180828"/>
            <a:chExt cx="12652562" cy="9877041"/>
          </a:xfrm>
        </p:grpSpPr>
        <p:grpSp>
          <p:nvGrpSpPr>
            <p:cNvPr id="278" name="Google Shape;278;p37"/>
            <p:cNvGrpSpPr/>
            <p:nvPr/>
          </p:nvGrpSpPr>
          <p:grpSpPr>
            <a:xfrm>
              <a:off x="-1845124" y="-2180828"/>
              <a:ext cx="4574075" cy="3479350"/>
              <a:chOff x="1522650" y="1117750"/>
              <a:chExt cx="4574075" cy="3479350"/>
            </a:xfrm>
          </p:grpSpPr>
          <p:sp>
            <p:nvSpPr>
              <p:cNvPr id="279" name="Google Shape;279;p3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37"/>
            <p:cNvGrpSpPr/>
            <p:nvPr/>
          </p:nvGrpSpPr>
          <p:grpSpPr>
            <a:xfrm flipH="1" rot="-10539848">
              <a:off x="6108563" y="4049075"/>
              <a:ext cx="4573901" cy="3479217"/>
              <a:chOff x="1522650" y="1117750"/>
              <a:chExt cx="4574075" cy="3479350"/>
            </a:xfrm>
          </p:grpSpPr>
          <p:sp>
            <p:nvSpPr>
              <p:cNvPr id="282" name="Google Shape;282;p3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7" name="Shape 287"/>
        <p:cNvGrpSpPr/>
        <p:nvPr/>
      </p:nvGrpSpPr>
      <p:grpSpPr>
        <a:xfrm>
          <a:off x="0" y="0"/>
          <a:ext cx="0" cy="0"/>
          <a:chOff x="0" y="0"/>
          <a:chExt cx="0" cy="0"/>
        </a:xfrm>
      </p:grpSpPr>
      <p:grpSp>
        <p:nvGrpSpPr>
          <p:cNvPr id="288" name="Google Shape;288;p39"/>
          <p:cNvGrpSpPr/>
          <p:nvPr/>
        </p:nvGrpSpPr>
        <p:grpSpPr>
          <a:xfrm>
            <a:off x="0" y="0"/>
            <a:ext cx="9144001" cy="5143500"/>
            <a:chOff x="0" y="0"/>
            <a:chExt cx="9144001" cy="5143500"/>
          </a:xfrm>
        </p:grpSpPr>
        <p:pic>
          <p:nvPicPr>
            <p:cNvPr id="289" name="Google Shape;289;p39"/>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90" name="Google Shape;290;p39"/>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sp>
        <p:nvSpPr>
          <p:cNvPr id="291" name="Google Shape;291;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92" name="Google Shape;292;p39"/>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293" name="Google Shape;293;p39"/>
          <p:cNvGrpSpPr/>
          <p:nvPr/>
        </p:nvGrpSpPr>
        <p:grpSpPr>
          <a:xfrm rot="10800000">
            <a:off x="6704226" y="3811697"/>
            <a:ext cx="4574075" cy="3479350"/>
            <a:chOff x="1522650" y="1117750"/>
            <a:chExt cx="4574075" cy="3479350"/>
          </a:xfrm>
        </p:grpSpPr>
        <p:sp>
          <p:nvSpPr>
            <p:cNvPr id="294" name="Google Shape;294;p3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3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6" name="Shape 296"/>
        <p:cNvGrpSpPr/>
        <p:nvPr/>
      </p:nvGrpSpPr>
      <p:grpSpPr>
        <a:xfrm>
          <a:off x="0" y="0"/>
          <a:ext cx="0" cy="0"/>
          <a:chOff x="0" y="0"/>
          <a:chExt cx="0" cy="0"/>
        </a:xfrm>
      </p:grpSpPr>
      <p:sp>
        <p:nvSpPr>
          <p:cNvPr id="297" name="Google Shape;297;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298" name="Google Shape;298;p40"/>
          <p:cNvGrpSpPr/>
          <p:nvPr/>
        </p:nvGrpSpPr>
        <p:grpSpPr>
          <a:xfrm>
            <a:off x="0" y="4"/>
            <a:ext cx="9144005" cy="5143497"/>
            <a:chOff x="0" y="4"/>
            <a:chExt cx="9144005" cy="5143497"/>
          </a:xfrm>
        </p:grpSpPr>
        <p:pic>
          <p:nvPicPr>
            <p:cNvPr id="299" name="Google Shape;299;p4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00" name="Google Shape;300;p4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01" name="Google Shape;301;p40"/>
          <p:cNvGrpSpPr/>
          <p:nvPr/>
        </p:nvGrpSpPr>
        <p:grpSpPr>
          <a:xfrm flipH="1" rot="-10539848">
            <a:off x="6108563" y="4049075"/>
            <a:ext cx="4573901" cy="3479217"/>
            <a:chOff x="1522650" y="1117750"/>
            <a:chExt cx="4574075" cy="3479350"/>
          </a:xfrm>
        </p:grpSpPr>
        <p:sp>
          <p:nvSpPr>
            <p:cNvPr id="302" name="Google Shape;302;p4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4" name="Shape 304"/>
        <p:cNvGrpSpPr/>
        <p:nvPr/>
      </p:nvGrpSpPr>
      <p:grpSpPr>
        <a:xfrm>
          <a:off x="0" y="0"/>
          <a:ext cx="0" cy="0"/>
          <a:chOff x="0" y="0"/>
          <a:chExt cx="0" cy="0"/>
        </a:xfrm>
      </p:grpSpPr>
      <p:sp>
        <p:nvSpPr>
          <p:cNvPr id="305" name="Google Shape;305;p41"/>
          <p:cNvSpPr txBox="1"/>
          <p:nvPr>
            <p:ph type="ctrTitle"/>
          </p:nvPr>
        </p:nvSpPr>
        <p:spPr>
          <a:xfrm>
            <a:off x="713225" y="2205375"/>
            <a:ext cx="5257800" cy="1614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solidFill>
                  <a:srgbClr val="241160"/>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306" name="Google Shape;306;p41"/>
          <p:cNvSpPr txBox="1"/>
          <p:nvPr>
            <p:ph idx="1" type="subTitle"/>
          </p:nvPr>
        </p:nvSpPr>
        <p:spPr>
          <a:xfrm>
            <a:off x="713225" y="3885650"/>
            <a:ext cx="3690600" cy="468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307" name="Google Shape;307;p41"/>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8" name="Shape 308"/>
        <p:cNvGrpSpPr/>
        <p:nvPr/>
      </p:nvGrpSpPr>
      <p:grpSpPr>
        <a:xfrm>
          <a:off x="0" y="0"/>
          <a:ext cx="0" cy="0"/>
          <a:chOff x="0" y="0"/>
          <a:chExt cx="0" cy="0"/>
        </a:xfrm>
      </p:grpSpPr>
      <p:sp>
        <p:nvSpPr>
          <p:cNvPr id="309" name="Google Shape;309;p42"/>
          <p:cNvSpPr txBox="1"/>
          <p:nvPr>
            <p:ph type="title"/>
          </p:nvPr>
        </p:nvSpPr>
        <p:spPr>
          <a:xfrm>
            <a:off x="4047175" y="2388500"/>
            <a:ext cx="4383600" cy="162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10" name="Google Shape;310;p42"/>
          <p:cNvSpPr txBox="1"/>
          <p:nvPr>
            <p:ph idx="2" type="title"/>
          </p:nvPr>
        </p:nvSpPr>
        <p:spPr>
          <a:xfrm>
            <a:off x="4047175" y="1438750"/>
            <a:ext cx="1230300" cy="8814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pic>
        <p:nvPicPr>
          <p:cNvPr id="311" name="Google Shape;311;p42"/>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2" name="Shape 312"/>
        <p:cNvGrpSpPr/>
        <p:nvPr/>
      </p:nvGrpSpPr>
      <p:grpSpPr>
        <a:xfrm>
          <a:off x="0" y="0"/>
          <a:ext cx="0" cy="0"/>
          <a:chOff x="0" y="0"/>
          <a:chExt cx="0" cy="0"/>
        </a:xfrm>
      </p:grpSpPr>
      <p:sp>
        <p:nvSpPr>
          <p:cNvPr id="313" name="Google Shape;313;p4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14" name="Google Shape;314;p43"/>
          <p:cNvSpPr txBox="1"/>
          <p:nvPr>
            <p:ph idx="1" type="subTitle"/>
          </p:nvPr>
        </p:nvSpPr>
        <p:spPr>
          <a:xfrm>
            <a:off x="4911639"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15" name="Google Shape;315;p43"/>
          <p:cNvSpPr txBox="1"/>
          <p:nvPr>
            <p:ph idx="2" type="subTitle"/>
          </p:nvPr>
        </p:nvSpPr>
        <p:spPr>
          <a:xfrm>
            <a:off x="1808050"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16" name="Google Shape;316;p43"/>
          <p:cNvSpPr txBox="1"/>
          <p:nvPr>
            <p:ph idx="3" type="subTitle"/>
          </p:nvPr>
        </p:nvSpPr>
        <p:spPr>
          <a:xfrm>
            <a:off x="1808050"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17" name="Google Shape;317;p43"/>
          <p:cNvSpPr txBox="1"/>
          <p:nvPr>
            <p:ph idx="4" type="subTitle"/>
          </p:nvPr>
        </p:nvSpPr>
        <p:spPr>
          <a:xfrm>
            <a:off x="4911639"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18" name="Google Shape;318;p43"/>
          <p:cNvGrpSpPr/>
          <p:nvPr/>
        </p:nvGrpSpPr>
        <p:grpSpPr>
          <a:xfrm>
            <a:off x="0" y="4"/>
            <a:ext cx="9144005" cy="5143497"/>
            <a:chOff x="0" y="4"/>
            <a:chExt cx="9144005" cy="5143497"/>
          </a:xfrm>
        </p:grpSpPr>
        <p:pic>
          <p:nvPicPr>
            <p:cNvPr id="319" name="Google Shape;319;p43"/>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20" name="Google Shape;320;p43"/>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21" name="Google Shape;321;p43"/>
          <p:cNvGrpSpPr/>
          <p:nvPr/>
        </p:nvGrpSpPr>
        <p:grpSpPr>
          <a:xfrm flipH="1" rot="-10539848">
            <a:off x="6108563" y="4049075"/>
            <a:ext cx="4573901" cy="3479217"/>
            <a:chOff x="1522650" y="1117750"/>
            <a:chExt cx="4574075" cy="3479350"/>
          </a:xfrm>
        </p:grpSpPr>
        <p:sp>
          <p:nvSpPr>
            <p:cNvPr id="322" name="Google Shape;322;p4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4" name="Shape 324"/>
        <p:cNvGrpSpPr/>
        <p:nvPr/>
      </p:nvGrpSpPr>
      <p:grpSpPr>
        <a:xfrm>
          <a:off x="0" y="0"/>
          <a:ext cx="0" cy="0"/>
          <a:chOff x="0" y="0"/>
          <a:chExt cx="0" cy="0"/>
        </a:xfrm>
      </p:grpSpPr>
      <p:sp>
        <p:nvSpPr>
          <p:cNvPr id="325" name="Google Shape;325;p44"/>
          <p:cNvSpPr txBox="1"/>
          <p:nvPr>
            <p:ph type="title"/>
          </p:nvPr>
        </p:nvSpPr>
        <p:spPr>
          <a:xfrm>
            <a:off x="811975" y="829350"/>
            <a:ext cx="3993300" cy="98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26" name="Google Shape;326;p44"/>
          <p:cNvSpPr txBox="1"/>
          <p:nvPr>
            <p:ph idx="1" type="subTitle"/>
          </p:nvPr>
        </p:nvSpPr>
        <p:spPr>
          <a:xfrm>
            <a:off x="811975" y="1878550"/>
            <a:ext cx="39933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327" name="Google Shape;327;p44"/>
          <p:cNvSpPr/>
          <p:nvPr>
            <p:ph idx="2" type="pic"/>
          </p:nvPr>
        </p:nvSpPr>
        <p:spPr>
          <a:xfrm>
            <a:off x="5088475" y="770400"/>
            <a:ext cx="3081600" cy="3602700"/>
          </a:xfrm>
          <a:prstGeom prst="roundRect">
            <a:avLst>
              <a:gd fmla="val 16667" name="adj"/>
            </a:avLst>
          </a:prstGeom>
          <a:noFill/>
          <a:ln>
            <a:noFill/>
          </a:ln>
        </p:spPr>
      </p:sp>
      <p:grpSp>
        <p:nvGrpSpPr>
          <p:cNvPr id="328" name="Google Shape;328;p44"/>
          <p:cNvGrpSpPr/>
          <p:nvPr/>
        </p:nvGrpSpPr>
        <p:grpSpPr>
          <a:xfrm>
            <a:off x="0" y="0"/>
            <a:ext cx="9144001" cy="5143500"/>
            <a:chOff x="0" y="0"/>
            <a:chExt cx="9144001" cy="5143500"/>
          </a:xfrm>
        </p:grpSpPr>
        <p:pic>
          <p:nvPicPr>
            <p:cNvPr id="329" name="Google Shape;329;p44"/>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330" name="Google Shape;330;p44"/>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331" name="Google Shape;331;p44"/>
          <p:cNvGrpSpPr/>
          <p:nvPr/>
        </p:nvGrpSpPr>
        <p:grpSpPr>
          <a:xfrm rot="10800000">
            <a:off x="6704226" y="3811697"/>
            <a:ext cx="4574075" cy="3479350"/>
            <a:chOff x="1522650" y="1117750"/>
            <a:chExt cx="4574075" cy="3479350"/>
          </a:xfrm>
        </p:grpSpPr>
        <p:sp>
          <p:nvSpPr>
            <p:cNvPr id="332" name="Google Shape;332;p4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4" name="Shape 334"/>
        <p:cNvGrpSpPr/>
        <p:nvPr/>
      </p:nvGrpSpPr>
      <p:grpSpPr>
        <a:xfrm>
          <a:off x="0" y="0"/>
          <a:ext cx="0" cy="0"/>
          <a:chOff x="0" y="0"/>
          <a:chExt cx="0" cy="0"/>
        </a:xfrm>
      </p:grpSpPr>
      <p:grpSp>
        <p:nvGrpSpPr>
          <p:cNvPr id="335" name="Google Shape;335;p45"/>
          <p:cNvGrpSpPr/>
          <p:nvPr/>
        </p:nvGrpSpPr>
        <p:grpSpPr>
          <a:xfrm>
            <a:off x="10" y="0"/>
            <a:ext cx="9143991" cy="5143500"/>
            <a:chOff x="10" y="0"/>
            <a:chExt cx="9143991" cy="5143500"/>
          </a:xfrm>
        </p:grpSpPr>
        <p:pic>
          <p:nvPicPr>
            <p:cNvPr id="336" name="Google Shape;336;p45"/>
            <p:cNvPicPr preferRelativeResize="0"/>
            <p:nvPr/>
          </p:nvPicPr>
          <p:blipFill rotWithShape="1">
            <a:blip r:embed="rId2">
              <a:alphaModFix/>
            </a:blip>
            <a:srcRect b="0" l="0" r="0" t="0"/>
            <a:stretch/>
          </p:blipFill>
          <p:spPr>
            <a:xfrm flipH="1">
              <a:off x="10" y="0"/>
              <a:ext cx="3405191" cy="5143500"/>
            </a:xfrm>
            <a:prstGeom prst="rect">
              <a:avLst/>
            </a:prstGeom>
            <a:noFill/>
            <a:ln>
              <a:noFill/>
            </a:ln>
          </p:spPr>
        </p:pic>
        <p:pic>
          <p:nvPicPr>
            <p:cNvPr id="337" name="Google Shape;337;p45"/>
            <p:cNvPicPr preferRelativeResize="0"/>
            <p:nvPr/>
          </p:nvPicPr>
          <p:blipFill rotWithShape="1">
            <a:blip r:embed="rId3">
              <a:alphaModFix/>
            </a:blip>
            <a:srcRect b="0" l="0" r="0" t="0"/>
            <a:stretch/>
          </p:blipFill>
          <p:spPr>
            <a:xfrm flipH="1">
              <a:off x="4416200" y="2886625"/>
              <a:ext cx="4727801" cy="2256875"/>
            </a:xfrm>
            <a:prstGeom prst="rect">
              <a:avLst/>
            </a:prstGeom>
            <a:noFill/>
            <a:ln>
              <a:noFill/>
            </a:ln>
          </p:spPr>
        </p:pic>
      </p:grpSp>
      <p:grpSp>
        <p:nvGrpSpPr>
          <p:cNvPr id="338" name="Google Shape;338;p45"/>
          <p:cNvGrpSpPr/>
          <p:nvPr/>
        </p:nvGrpSpPr>
        <p:grpSpPr>
          <a:xfrm rot="756538">
            <a:off x="5159567" y="-1927047"/>
            <a:ext cx="4574157" cy="3479412"/>
            <a:chOff x="1522650" y="1117750"/>
            <a:chExt cx="4574075" cy="3479350"/>
          </a:xfrm>
        </p:grpSpPr>
        <p:sp>
          <p:nvSpPr>
            <p:cNvPr id="339" name="Google Shape;339;p4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1" name="Google Shape;341;p45"/>
          <p:cNvSpPr txBox="1"/>
          <p:nvPr>
            <p:ph type="title"/>
          </p:nvPr>
        </p:nvSpPr>
        <p:spPr>
          <a:xfrm>
            <a:off x="3830000" y="17164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2" name="Shape 342"/>
        <p:cNvGrpSpPr/>
        <p:nvPr/>
      </p:nvGrpSpPr>
      <p:grpSpPr>
        <a:xfrm>
          <a:off x="0" y="0"/>
          <a:ext cx="0" cy="0"/>
          <a:chOff x="0" y="0"/>
          <a:chExt cx="0" cy="0"/>
        </a:xfrm>
      </p:grpSpPr>
      <p:grpSp>
        <p:nvGrpSpPr>
          <p:cNvPr id="343" name="Google Shape;343;p46"/>
          <p:cNvGrpSpPr/>
          <p:nvPr/>
        </p:nvGrpSpPr>
        <p:grpSpPr>
          <a:xfrm rot="756538">
            <a:off x="-714808" y="-2409347"/>
            <a:ext cx="4574157" cy="3479412"/>
            <a:chOff x="1522650" y="1117750"/>
            <a:chExt cx="4574075" cy="3479350"/>
          </a:xfrm>
        </p:grpSpPr>
        <p:sp>
          <p:nvSpPr>
            <p:cNvPr id="344" name="Google Shape;344;p4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4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6" name="Google Shape;346;p46"/>
          <p:cNvGrpSpPr/>
          <p:nvPr/>
        </p:nvGrpSpPr>
        <p:grpSpPr>
          <a:xfrm>
            <a:off x="0" y="0"/>
            <a:ext cx="9144001" cy="5143500"/>
            <a:chOff x="0" y="0"/>
            <a:chExt cx="9144001" cy="5143500"/>
          </a:xfrm>
        </p:grpSpPr>
        <p:pic>
          <p:nvPicPr>
            <p:cNvPr id="347" name="Google Shape;347;p46"/>
            <p:cNvPicPr preferRelativeResize="0"/>
            <p:nvPr/>
          </p:nvPicPr>
          <p:blipFill rotWithShape="1">
            <a:blip r:embed="rId2">
              <a:alphaModFix/>
            </a:blip>
            <a:srcRect b="0" l="0" r="0" t="0"/>
            <a:stretch/>
          </p:blipFill>
          <p:spPr>
            <a:xfrm flipH="1" rot="10800000">
              <a:off x="5738810" y="0"/>
              <a:ext cx="3405191" cy="5143500"/>
            </a:xfrm>
            <a:prstGeom prst="rect">
              <a:avLst/>
            </a:prstGeom>
            <a:noFill/>
            <a:ln>
              <a:noFill/>
            </a:ln>
          </p:spPr>
        </p:pic>
        <p:pic>
          <p:nvPicPr>
            <p:cNvPr id="348" name="Google Shape;348;p46"/>
            <p:cNvPicPr preferRelativeResize="0"/>
            <p:nvPr/>
          </p:nvPicPr>
          <p:blipFill rotWithShape="1">
            <a:blip r:embed="rId3">
              <a:alphaModFix/>
            </a:blip>
            <a:srcRect b="0" l="0" r="0" t="0"/>
            <a:stretch/>
          </p:blipFill>
          <p:spPr>
            <a:xfrm flipH="1" rot="10800000">
              <a:off x="0" y="0"/>
              <a:ext cx="4727801" cy="2256875"/>
            </a:xfrm>
            <a:prstGeom prst="rect">
              <a:avLst/>
            </a:prstGeom>
            <a:noFill/>
            <a:ln>
              <a:noFill/>
            </a:ln>
          </p:spPr>
        </p:pic>
      </p:grpSp>
      <p:sp>
        <p:nvSpPr>
          <p:cNvPr id="349" name="Google Shape;349;p46"/>
          <p:cNvSpPr txBox="1"/>
          <p:nvPr>
            <p:ph type="title"/>
          </p:nvPr>
        </p:nvSpPr>
        <p:spPr>
          <a:xfrm>
            <a:off x="713225" y="1528900"/>
            <a:ext cx="4872900" cy="196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350" name="Google Shape;350;p46"/>
          <p:cNvSpPr txBox="1"/>
          <p:nvPr>
            <p:ph idx="1" type="subTitle"/>
          </p:nvPr>
        </p:nvSpPr>
        <p:spPr>
          <a:xfrm>
            <a:off x="713225" y="3640050"/>
            <a:ext cx="4872900" cy="45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1" name="Shape 351"/>
        <p:cNvGrpSpPr/>
        <p:nvPr/>
      </p:nvGrpSpPr>
      <p:grpSpPr>
        <a:xfrm>
          <a:off x="0" y="0"/>
          <a:ext cx="0" cy="0"/>
          <a:chOff x="0" y="0"/>
          <a:chExt cx="0" cy="0"/>
        </a:xfrm>
      </p:grpSpPr>
      <p:sp>
        <p:nvSpPr>
          <p:cNvPr id="352" name="Google Shape;352;p47"/>
          <p:cNvSpPr/>
          <p:nvPr>
            <p:ph idx="2" type="pic"/>
          </p:nvPr>
        </p:nvSpPr>
        <p:spPr>
          <a:xfrm>
            <a:off x="0" y="0"/>
            <a:ext cx="9144000" cy="5143500"/>
          </a:xfrm>
          <a:prstGeom prst="rect">
            <a:avLst/>
          </a:prstGeom>
          <a:noFill/>
          <a:ln>
            <a:noFill/>
          </a:ln>
        </p:spPr>
      </p:sp>
      <p:sp>
        <p:nvSpPr>
          <p:cNvPr id="353" name="Google Shape;353;p47"/>
          <p:cNvSpPr txBox="1"/>
          <p:nvPr>
            <p:ph type="title"/>
          </p:nvPr>
        </p:nvSpPr>
        <p:spPr>
          <a:xfrm>
            <a:off x="720000" y="4014450"/>
            <a:ext cx="5713200" cy="5727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354" name="Google Shape;354;p47"/>
          <p:cNvGrpSpPr/>
          <p:nvPr/>
        </p:nvGrpSpPr>
        <p:grpSpPr>
          <a:xfrm>
            <a:off x="0" y="4"/>
            <a:ext cx="9144005" cy="5143497"/>
            <a:chOff x="0" y="4"/>
            <a:chExt cx="9144005" cy="5143497"/>
          </a:xfrm>
        </p:grpSpPr>
        <p:pic>
          <p:nvPicPr>
            <p:cNvPr id="355" name="Google Shape;355;p4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56" name="Google Shape;356;p4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57" name="Google Shape;357;p47"/>
          <p:cNvGrpSpPr/>
          <p:nvPr/>
        </p:nvGrpSpPr>
        <p:grpSpPr>
          <a:xfrm>
            <a:off x="-896231" y="-2525369"/>
            <a:ext cx="11703669" cy="10221582"/>
            <a:chOff x="-896231" y="-2525369"/>
            <a:chExt cx="11703669" cy="10221582"/>
          </a:xfrm>
        </p:grpSpPr>
        <p:grpSp>
          <p:nvGrpSpPr>
            <p:cNvPr id="358" name="Google Shape;358;p47"/>
            <p:cNvGrpSpPr/>
            <p:nvPr/>
          </p:nvGrpSpPr>
          <p:grpSpPr>
            <a:xfrm flipH="1" rot="-10539848">
              <a:off x="6108563" y="4049075"/>
              <a:ext cx="4573901" cy="3479217"/>
              <a:chOff x="1522650" y="1117750"/>
              <a:chExt cx="4574075" cy="3479350"/>
            </a:xfrm>
          </p:grpSpPr>
          <p:sp>
            <p:nvSpPr>
              <p:cNvPr id="359" name="Google Shape;359;p4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4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1" name="Google Shape;361;p47"/>
            <p:cNvGrpSpPr/>
            <p:nvPr/>
          </p:nvGrpSpPr>
          <p:grpSpPr>
            <a:xfrm>
              <a:off x="-896231" y="-2525369"/>
              <a:ext cx="4573618" cy="3479002"/>
              <a:chOff x="1522650" y="1117750"/>
              <a:chExt cx="4574075" cy="3479350"/>
            </a:xfrm>
          </p:grpSpPr>
          <p:sp>
            <p:nvSpPr>
              <p:cNvPr id="362" name="Google Shape;362;p4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4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4" name="Shape 364"/>
        <p:cNvGrpSpPr/>
        <p:nvPr/>
      </p:nvGrpSpPr>
      <p:grpSpPr>
        <a:xfrm>
          <a:off x="0" y="0"/>
          <a:ext cx="0" cy="0"/>
          <a:chOff x="0" y="0"/>
          <a:chExt cx="0" cy="0"/>
        </a:xfrm>
      </p:grpSpPr>
      <p:sp>
        <p:nvSpPr>
          <p:cNvPr id="365" name="Google Shape;365;p48"/>
          <p:cNvSpPr txBox="1"/>
          <p:nvPr>
            <p:ph hasCustomPrompt="1" type="title"/>
          </p:nvPr>
        </p:nvSpPr>
        <p:spPr>
          <a:xfrm>
            <a:off x="4076350" y="2296400"/>
            <a:ext cx="3843300" cy="10851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66" name="Google Shape;366;p48"/>
          <p:cNvSpPr txBox="1"/>
          <p:nvPr>
            <p:ph idx="1" type="subTitle"/>
          </p:nvPr>
        </p:nvSpPr>
        <p:spPr>
          <a:xfrm>
            <a:off x="4076350" y="3426700"/>
            <a:ext cx="38433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367" name="Google Shape;367;p48"/>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8" name="Shape 368"/>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69" name="Shape 369"/>
        <p:cNvGrpSpPr/>
        <p:nvPr/>
      </p:nvGrpSpPr>
      <p:grpSpPr>
        <a:xfrm>
          <a:off x="0" y="0"/>
          <a:ext cx="0" cy="0"/>
          <a:chOff x="0" y="0"/>
          <a:chExt cx="0" cy="0"/>
        </a:xfrm>
      </p:grpSpPr>
      <p:sp>
        <p:nvSpPr>
          <p:cNvPr id="370" name="Google Shape;370;p5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71" name="Google Shape;371;p50"/>
          <p:cNvSpPr txBox="1"/>
          <p:nvPr>
            <p:ph idx="2" type="title"/>
          </p:nvPr>
        </p:nvSpPr>
        <p:spPr>
          <a:xfrm>
            <a:off x="720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2" name="Google Shape;372;p50"/>
          <p:cNvSpPr txBox="1"/>
          <p:nvPr>
            <p:ph idx="3" type="title"/>
          </p:nvPr>
        </p:nvSpPr>
        <p:spPr>
          <a:xfrm>
            <a:off x="720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3" name="Google Shape;373;p50"/>
          <p:cNvSpPr txBox="1"/>
          <p:nvPr>
            <p:ph idx="4" type="title"/>
          </p:nvPr>
        </p:nvSpPr>
        <p:spPr>
          <a:xfrm>
            <a:off x="3306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4" name="Google Shape;374;p50"/>
          <p:cNvSpPr txBox="1"/>
          <p:nvPr>
            <p:ph idx="5" type="title"/>
          </p:nvPr>
        </p:nvSpPr>
        <p:spPr>
          <a:xfrm>
            <a:off x="3306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5" name="Google Shape;375;p50"/>
          <p:cNvSpPr txBox="1"/>
          <p:nvPr>
            <p:ph idx="6" type="title"/>
          </p:nvPr>
        </p:nvSpPr>
        <p:spPr>
          <a:xfrm>
            <a:off x="5892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6" name="Google Shape;376;p50"/>
          <p:cNvSpPr txBox="1"/>
          <p:nvPr>
            <p:ph idx="7" type="title"/>
          </p:nvPr>
        </p:nvSpPr>
        <p:spPr>
          <a:xfrm>
            <a:off x="5892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7" name="Google Shape;377;p50"/>
          <p:cNvSpPr txBox="1"/>
          <p:nvPr>
            <p:ph idx="1" type="subTitle"/>
          </p:nvPr>
        </p:nvSpPr>
        <p:spPr>
          <a:xfrm>
            <a:off x="720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78" name="Google Shape;378;p50"/>
          <p:cNvSpPr txBox="1"/>
          <p:nvPr>
            <p:ph idx="8" type="subTitle"/>
          </p:nvPr>
        </p:nvSpPr>
        <p:spPr>
          <a:xfrm>
            <a:off x="3306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79" name="Google Shape;379;p50"/>
          <p:cNvSpPr txBox="1"/>
          <p:nvPr>
            <p:ph idx="9" type="subTitle"/>
          </p:nvPr>
        </p:nvSpPr>
        <p:spPr>
          <a:xfrm>
            <a:off x="5892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0" name="Google Shape;380;p50"/>
          <p:cNvSpPr txBox="1"/>
          <p:nvPr>
            <p:ph idx="13" type="subTitle"/>
          </p:nvPr>
        </p:nvSpPr>
        <p:spPr>
          <a:xfrm>
            <a:off x="720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1" name="Google Shape;381;p50"/>
          <p:cNvSpPr txBox="1"/>
          <p:nvPr>
            <p:ph idx="14" type="subTitle"/>
          </p:nvPr>
        </p:nvSpPr>
        <p:spPr>
          <a:xfrm>
            <a:off x="3306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2" name="Google Shape;382;p50"/>
          <p:cNvSpPr txBox="1"/>
          <p:nvPr>
            <p:ph idx="15" type="subTitle"/>
          </p:nvPr>
        </p:nvSpPr>
        <p:spPr>
          <a:xfrm>
            <a:off x="5892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83" name="Google Shape;383;p50"/>
          <p:cNvGrpSpPr/>
          <p:nvPr/>
        </p:nvGrpSpPr>
        <p:grpSpPr>
          <a:xfrm>
            <a:off x="0" y="4"/>
            <a:ext cx="9144005" cy="5143497"/>
            <a:chOff x="0" y="4"/>
            <a:chExt cx="9144005" cy="5143497"/>
          </a:xfrm>
        </p:grpSpPr>
        <p:pic>
          <p:nvPicPr>
            <p:cNvPr id="384" name="Google Shape;384;p5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85" name="Google Shape;385;p5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86" name="Google Shape;386;p50"/>
          <p:cNvGrpSpPr/>
          <p:nvPr/>
        </p:nvGrpSpPr>
        <p:grpSpPr>
          <a:xfrm flipH="1" rot="-10539848">
            <a:off x="6108563" y="4049075"/>
            <a:ext cx="4573901" cy="3479217"/>
            <a:chOff x="1522650" y="1117750"/>
            <a:chExt cx="4574075" cy="3479350"/>
          </a:xfrm>
        </p:grpSpPr>
        <p:sp>
          <p:nvSpPr>
            <p:cNvPr id="387" name="Google Shape;387;p5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5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89" name="Shape 389"/>
        <p:cNvGrpSpPr/>
        <p:nvPr/>
      </p:nvGrpSpPr>
      <p:grpSpPr>
        <a:xfrm>
          <a:off x="0" y="0"/>
          <a:ext cx="0" cy="0"/>
          <a:chOff x="0" y="0"/>
          <a:chExt cx="0" cy="0"/>
        </a:xfrm>
      </p:grpSpPr>
      <p:grpSp>
        <p:nvGrpSpPr>
          <p:cNvPr id="390" name="Google Shape;390;p51"/>
          <p:cNvGrpSpPr/>
          <p:nvPr/>
        </p:nvGrpSpPr>
        <p:grpSpPr>
          <a:xfrm>
            <a:off x="0" y="0"/>
            <a:ext cx="9144001" cy="5143500"/>
            <a:chOff x="0" y="0"/>
            <a:chExt cx="9144001" cy="5143500"/>
          </a:xfrm>
        </p:grpSpPr>
        <p:pic>
          <p:nvPicPr>
            <p:cNvPr id="391" name="Google Shape;391;p51"/>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392" name="Google Shape;392;p51"/>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393" name="Google Shape;393;p51"/>
          <p:cNvGrpSpPr/>
          <p:nvPr/>
        </p:nvGrpSpPr>
        <p:grpSpPr>
          <a:xfrm rot="10800000">
            <a:off x="6704226" y="3811697"/>
            <a:ext cx="4574075" cy="3479350"/>
            <a:chOff x="1522650" y="1117750"/>
            <a:chExt cx="4574075" cy="3479350"/>
          </a:xfrm>
        </p:grpSpPr>
        <p:sp>
          <p:nvSpPr>
            <p:cNvPr id="394" name="Google Shape;394;p5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6" name="Google Shape;396;p5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397" name="Shape 397"/>
        <p:cNvGrpSpPr/>
        <p:nvPr/>
      </p:nvGrpSpPr>
      <p:grpSpPr>
        <a:xfrm>
          <a:off x="0" y="0"/>
          <a:ext cx="0" cy="0"/>
          <a:chOff x="0" y="0"/>
          <a:chExt cx="0" cy="0"/>
        </a:xfrm>
      </p:grpSpPr>
      <p:grpSp>
        <p:nvGrpSpPr>
          <p:cNvPr id="398" name="Google Shape;398;p52"/>
          <p:cNvGrpSpPr/>
          <p:nvPr/>
        </p:nvGrpSpPr>
        <p:grpSpPr>
          <a:xfrm>
            <a:off x="0" y="4"/>
            <a:ext cx="9144005" cy="5143497"/>
            <a:chOff x="0" y="4"/>
            <a:chExt cx="9144005" cy="5143497"/>
          </a:xfrm>
        </p:grpSpPr>
        <p:pic>
          <p:nvPicPr>
            <p:cNvPr id="399" name="Google Shape;399;p52"/>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400" name="Google Shape;400;p52"/>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401" name="Google Shape;401;p52"/>
          <p:cNvGrpSpPr/>
          <p:nvPr/>
        </p:nvGrpSpPr>
        <p:grpSpPr>
          <a:xfrm flipH="1" rot="-10539848">
            <a:off x="6108563" y="4049075"/>
            <a:ext cx="4573901" cy="3479217"/>
            <a:chOff x="1522650" y="1117750"/>
            <a:chExt cx="4574075" cy="3479350"/>
          </a:xfrm>
        </p:grpSpPr>
        <p:sp>
          <p:nvSpPr>
            <p:cNvPr id="402" name="Google Shape;402;p5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5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4" name="Google Shape;404;p52"/>
          <p:cNvSpPr txBox="1"/>
          <p:nvPr>
            <p:ph type="title"/>
          </p:nvPr>
        </p:nvSpPr>
        <p:spPr>
          <a:xfrm>
            <a:off x="3889175" y="1000050"/>
            <a:ext cx="3205500" cy="105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05" name="Google Shape;405;p52"/>
          <p:cNvSpPr txBox="1"/>
          <p:nvPr>
            <p:ph idx="1" type="subTitle"/>
          </p:nvPr>
        </p:nvSpPr>
        <p:spPr>
          <a:xfrm>
            <a:off x="3889175" y="2131950"/>
            <a:ext cx="4185300" cy="201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406" name="Shape 406"/>
        <p:cNvGrpSpPr/>
        <p:nvPr/>
      </p:nvGrpSpPr>
      <p:grpSpPr>
        <a:xfrm>
          <a:off x="0" y="0"/>
          <a:ext cx="0" cy="0"/>
          <a:chOff x="0" y="0"/>
          <a:chExt cx="0" cy="0"/>
        </a:xfrm>
      </p:grpSpPr>
      <p:grpSp>
        <p:nvGrpSpPr>
          <p:cNvPr id="407" name="Google Shape;407;p53"/>
          <p:cNvGrpSpPr/>
          <p:nvPr/>
        </p:nvGrpSpPr>
        <p:grpSpPr>
          <a:xfrm>
            <a:off x="0" y="0"/>
            <a:ext cx="9144001" cy="5143500"/>
            <a:chOff x="0" y="0"/>
            <a:chExt cx="9144001" cy="5143500"/>
          </a:xfrm>
        </p:grpSpPr>
        <p:pic>
          <p:nvPicPr>
            <p:cNvPr id="408" name="Google Shape;408;p53"/>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09" name="Google Shape;409;p53"/>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10" name="Google Shape;410;p53"/>
          <p:cNvGrpSpPr/>
          <p:nvPr/>
        </p:nvGrpSpPr>
        <p:grpSpPr>
          <a:xfrm rot="10800000">
            <a:off x="6704226" y="3811697"/>
            <a:ext cx="4574075" cy="3479350"/>
            <a:chOff x="1522650" y="1117750"/>
            <a:chExt cx="4574075" cy="3479350"/>
          </a:xfrm>
        </p:grpSpPr>
        <p:sp>
          <p:nvSpPr>
            <p:cNvPr id="411" name="Google Shape;411;p5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5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3" name="Google Shape;413;p53"/>
          <p:cNvSpPr txBox="1"/>
          <p:nvPr>
            <p:ph type="title"/>
          </p:nvPr>
        </p:nvSpPr>
        <p:spPr>
          <a:xfrm>
            <a:off x="713225" y="707075"/>
            <a:ext cx="2345400" cy="97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14" name="Google Shape;414;p53"/>
          <p:cNvSpPr txBox="1"/>
          <p:nvPr>
            <p:ph idx="1" type="subTitle"/>
          </p:nvPr>
        </p:nvSpPr>
        <p:spPr>
          <a:xfrm>
            <a:off x="713225" y="1606775"/>
            <a:ext cx="2345400" cy="112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15" name="Google Shape;415;p53"/>
          <p:cNvSpPr/>
          <p:nvPr>
            <p:ph idx="2" type="pic"/>
          </p:nvPr>
        </p:nvSpPr>
        <p:spPr>
          <a:xfrm>
            <a:off x="5588500" y="539500"/>
            <a:ext cx="2801100" cy="4064700"/>
          </a:xfrm>
          <a:prstGeom prst="roundRect">
            <a:avLst>
              <a:gd fmla="val 16667" name="adj"/>
            </a:avLst>
          </a:prstGeom>
          <a:noFill/>
          <a:ln>
            <a:noFill/>
          </a:ln>
        </p:spPr>
      </p:sp>
      <p:sp>
        <p:nvSpPr>
          <p:cNvPr id="416" name="Google Shape;416;p53"/>
          <p:cNvSpPr/>
          <p:nvPr>
            <p:ph idx="3" type="pic"/>
          </p:nvPr>
        </p:nvSpPr>
        <p:spPr>
          <a:xfrm>
            <a:off x="3171450" y="539500"/>
            <a:ext cx="2304300" cy="2285700"/>
          </a:xfrm>
          <a:prstGeom prst="roundRect">
            <a:avLst>
              <a:gd fmla="val 16667" name="adj"/>
            </a:avLst>
          </a:prstGeom>
          <a:noFill/>
          <a:ln>
            <a:noFill/>
          </a:ln>
        </p:spPr>
      </p:sp>
      <p:sp>
        <p:nvSpPr>
          <p:cNvPr id="417" name="Google Shape;417;p53"/>
          <p:cNvSpPr/>
          <p:nvPr>
            <p:ph idx="4" type="pic"/>
          </p:nvPr>
        </p:nvSpPr>
        <p:spPr>
          <a:xfrm>
            <a:off x="3171450" y="2953775"/>
            <a:ext cx="2304300" cy="1650300"/>
          </a:xfrm>
          <a:prstGeom prst="roundRect">
            <a:avLst>
              <a:gd fmla="val 16667" name="adj"/>
            </a:avLst>
          </a:prstGeom>
          <a:noFill/>
          <a:ln>
            <a:noFill/>
          </a:ln>
        </p:spPr>
      </p:sp>
      <p:sp>
        <p:nvSpPr>
          <p:cNvPr id="418" name="Google Shape;418;p53"/>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419" name="Shape 419"/>
        <p:cNvGrpSpPr/>
        <p:nvPr/>
      </p:nvGrpSpPr>
      <p:grpSpPr>
        <a:xfrm>
          <a:off x="0" y="0"/>
          <a:ext cx="0" cy="0"/>
          <a:chOff x="0" y="0"/>
          <a:chExt cx="0" cy="0"/>
        </a:xfrm>
      </p:grpSpPr>
      <p:grpSp>
        <p:nvGrpSpPr>
          <p:cNvPr id="420" name="Google Shape;420;p54"/>
          <p:cNvGrpSpPr/>
          <p:nvPr/>
        </p:nvGrpSpPr>
        <p:grpSpPr>
          <a:xfrm>
            <a:off x="0" y="4"/>
            <a:ext cx="9144005" cy="5143497"/>
            <a:chOff x="0" y="4"/>
            <a:chExt cx="9144005" cy="5143497"/>
          </a:xfrm>
        </p:grpSpPr>
        <p:pic>
          <p:nvPicPr>
            <p:cNvPr id="421" name="Google Shape;421;p54"/>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422" name="Google Shape;422;p54"/>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423" name="Google Shape;423;p54"/>
          <p:cNvGrpSpPr/>
          <p:nvPr/>
        </p:nvGrpSpPr>
        <p:grpSpPr>
          <a:xfrm flipH="1" rot="-10539848">
            <a:off x="6108563" y="4049075"/>
            <a:ext cx="4573901" cy="3479217"/>
            <a:chOff x="1522650" y="1117750"/>
            <a:chExt cx="4574075" cy="3479350"/>
          </a:xfrm>
        </p:grpSpPr>
        <p:sp>
          <p:nvSpPr>
            <p:cNvPr id="424" name="Google Shape;424;p5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5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6" name="Google Shape;426;p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27" name="Google Shape;427;p54"/>
          <p:cNvSpPr txBox="1"/>
          <p:nvPr>
            <p:ph idx="1" type="subTitle"/>
          </p:nvPr>
        </p:nvSpPr>
        <p:spPr>
          <a:xfrm>
            <a:off x="719975" y="1164450"/>
            <a:ext cx="3748800" cy="118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428" name="Shape 428"/>
        <p:cNvGrpSpPr/>
        <p:nvPr/>
      </p:nvGrpSpPr>
      <p:grpSpPr>
        <a:xfrm>
          <a:off x="0" y="0"/>
          <a:ext cx="0" cy="0"/>
          <a:chOff x="0" y="0"/>
          <a:chExt cx="0" cy="0"/>
        </a:xfrm>
      </p:grpSpPr>
      <p:grpSp>
        <p:nvGrpSpPr>
          <p:cNvPr id="429" name="Google Shape;429;p55"/>
          <p:cNvGrpSpPr/>
          <p:nvPr/>
        </p:nvGrpSpPr>
        <p:grpSpPr>
          <a:xfrm>
            <a:off x="0" y="0"/>
            <a:ext cx="9144001" cy="5143500"/>
            <a:chOff x="0" y="0"/>
            <a:chExt cx="9144001" cy="5143500"/>
          </a:xfrm>
        </p:grpSpPr>
        <p:pic>
          <p:nvPicPr>
            <p:cNvPr id="430" name="Google Shape;430;p55"/>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31" name="Google Shape;431;p55"/>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32" name="Google Shape;432;p55"/>
          <p:cNvGrpSpPr/>
          <p:nvPr/>
        </p:nvGrpSpPr>
        <p:grpSpPr>
          <a:xfrm rot="10800000">
            <a:off x="6704226" y="3811697"/>
            <a:ext cx="4574075" cy="3479350"/>
            <a:chOff x="1522650" y="1117750"/>
            <a:chExt cx="4574075" cy="3479350"/>
          </a:xfrm>
        </p:grpSpPr>
        <p:sp>
          <p:nvSpPr>
            <p:cNvPr id="433" name="Google Shape;433;p5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5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5" name="Google Shape;435;p55"/>
          <p:cNvSpPr txBox="1"/>
          <p:nvPr>
            <p:ph idx="1" type="subTitle"/>
          </p:nvPr>
        </p:nvSpPr>
        <p:spPr>
          <a:xfrm>
            <a:off x="719975" y="1393800"/>
            <a:ext cx="50154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
        <p:nvSpPr>
          <p:cNvPr id="436" name="Google Shape;436;p5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37" name="Shape 437"/>
        <p:cNvGrpSpPr/>
        <p:nvPr/>
      </p:nvGrpSpPr>
      <p:grpSpPr>
        <a:xfrm>
          <a:off x="0" y="0"/>
          <a:ext cx="0" cy="0"/>
          <a:chOff x="0" y="0"/>
          <a:chExt cx="0" cy="0"/>
        </a:xfrm>
      </p:grpSpPr>
      <p:grpSp>
        <p:nvGrpSpPr>
          <p:cNvPr id="438" name="Google Shape;438;p56"/>
          <p:cNvGrpSpPr/>
          <p:nvPr/>
        </p:nvGrpSpPr>
        <p:grpSpPr>
          <a:xfrm>
            <a:off x="0" y="0"/>
            <a:ext cx="9144001" cy="5143500"/>
            <a:chOff x="0" y="0"/>
            <a:chExt cx="9144001" cy="5143500"/>
          </a:xfrm>
        </p:grpSpPr>
        <p:pic>
          <p:nvPicPr>
            <p:cNvPr id="439" name="Google Shape;439;p56"/>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40" name="Google Shape;440;p56"/>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41" name="Google Shape;441;p56"/>
          <p:cNvGrpSpPr/>
          <p:nvPr/>
        </p:nvGrpSpPr>
        <p:grpSpPr>
          <a:xfrm rot="10800000">
            <a:off x="6704226" y="3811697"/>
            <a:ext cx="4574075" cy="3479350"/>
            <a:chOff x="1522650" y="1117750"/>
            <a:chExt cx="4574075" cy="3479350"/>
          </a:xfrm>
        </p:grpSpPr>
        <p:sp>
          <p:nvSpPr>
            <p:cNvPr id="442" name="Google Shape;442;p5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5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4" name="Google Shape;444;p5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45" name="Google Shape;445;p56"/>
          <p:cNvSpPr txBox="1"/>
          <p:nvPr>
            <p:ph idx="1" type="subTitle"/>
          </p:nvPr>
        </p:nvSpPr>
        <p:spPr>
          <a:xfrm>
            <a:off x="865525"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6" name="Google Shape;446;p56"/>
          <p:cNvSpPr txBox="1"/>
          <p:nvPr>
            <p:ph idx="2" type="subTitle"/>
          </p:nvPr>
        </p:nvSpPr>
        <p:spPr>
          <a:xfrm>
            <a:off x="3433873"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7" name="Google Shape;447;p56"/>
          <p:cNvSpPr txBox="1"/>
          <p:nvPr>
            <p:ph idx="3" type="subTitle"/>
          </p:nvPr>
        </p:nvSpPr>
        <p:spPr>
          <a:xfrm>
            <a:off x="6002228"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8" name="Google Shape;448;p56"/>
          <p:cNvSpPr txBox="1"/>
          <p:nvPr>
            <p:ph idx="4" type="subTitle"/>
          </p:nvPr>
        </p:nvSpPr>
        <p:spPr>
          <a:xfrm>
            <a:off x="865525"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49" name="Google Shape;449;p56"/>
          <p:cNvSpPr txBox="1"/>
          <p:nvPr>
            <p:ph idx="5" type="subTitle"/>
          </p:nvPr>
        </p:nvSpPr>
        <p:spPr>
          <a:xfrm>
            <a:off x="3433878"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50" name="Google Shape;450;p56"/>
          <p:cNvSpPr txBox="1"/>
          <p:nvPr>
            <p:ph idx="6" type="subTitle"/>
          </p:nvPr>
        </p:nvSpPr>
        <p:spPr>
          <a:xfrm>
            <a:off x="6002231"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51" name="Shape 451"/>
        <p:cNvGrpSpPr/>
        <p:nvPr/>
      </p:nvGrpSpPr>
      <p:grpSpPr>
        <a:xfrm>
          <a:off x="0" y="0"/>
          <a:ext cx="0" cy="0"/>
          <a:chOff x="0" y="0"/>
          <a:chExt cx="0" cy="0"/>
        </a:xfrm>
      </p:grpSpPr>
      <p:grpSp>
        <p:nvGrpSpPr>
          <p:cNvPr id="452" name="Google Shape;452;p57"/>
          <p:cNvGrpSpPr/>
          <p:nvPr/>
        </p:nvGrpSpPr>
        <p:grpSpPr>
          <a:xfrm>
            <a:off x="0" y="4"/>
            <a:ext cx="9144005" cy="5143497"/>
            <a:chOff x="0" y="4"/>
            <a:chExt cx="9144005" cy="5143497"/>
          </a:xfrm>
        </p:grpSpPr>
        <p:pic>
          <p:nvPicPr>
            <p:cNvPr id="453" name="Google Shape;453;p5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454" name="Google Shape;454;p5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455" name="Google Shape;455;p57"/>
          <p:cNvGrpSpPr/>
          <p:nvPr/>
        </p:nvGrpSpPr>
        <p:grpSpPr>
          <a:xfrm flipH="1" rot="-10539848">
            <a:off x="6108563" y="4049075"/>
            <a:ext cx="4573901" cy="3479217"/>
            <a:chOff x="1522650" y="1117750"/>
            <a:chExt cx="4574075" cy="3479350"/>
          </a:xfrm>
        </p:grpSpPr>
        <p:sp>
          <p:nvSpPr>
            <p:cNvPr id="456" name="Google Shape;456;p5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5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8" name="Google Shape;458;p5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59" name="Google Shape;459;p57"/>
          <p:cNvSpPr txBox="1"/>
          <p:nvPr>
            <p:ph idx="1" type="subTitle"/>
          </p:nvPr>
        </p:nvSpPr>
        <p:spPr>
          <a:xfrm>
            <a:off x="1225674"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0" name="Google Shape;460;p57"/>
          <p:cNvSpPr txBox="1"/>
          <p:nvPr>
            <p:ph idx="2" type="subTitle"/>
          </p:nvPr>
        </p:nvSpPr>
        <p:spPr>
          <a:xfrm>
            <a:off x="5052125"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1" name="Google Shape;461;p57"/>
          <p:cNvSpPr txBox="1"/>
          <p:nvPr>
            <p:ph idx="3" type="subTitle"/>
          </p:nvPr>
        </p:nvSpPr>
        <p:spPr>
          <a:xfrm>
            <a:off x="1225674"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2" name="Google Shape;462;p57"/>
          <p:cNvSpPr txBox="1"/>
          <p:nvPr>
            <p:ph idx="4" type="subTitle"/>
          </p:nvPr>
        </p:nvSpPr>
        <p:spPr>
          <a:xfrm>
            <a:off x="5052125"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3" name="Google Shape;463;p57"/>
          <p:cNvSpPr txBox="1"/>
          <p:nvPr>
            <p:ph idx="5" type="subTitle"/>
          </p:nvPr>
        </p:nvSpPr>
        <p:spPr>
          <a:xfrm>
            <a:off x="1225675"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64" name="Google Shape;464;p57"/>
          <p:cNvSpPr txBox="1"/>
          <p:nvPr>
            <p:ph idx="6" type="subTitle"/>
          </p:nvPr>
        </p:nvSpPr>
        <p:spPr>
          <a:xfrm>
            <a:off x="1225675"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65" name="Google Shape;465;p57"/>
          <p:cNvSpPr txBox="1"/>
          <p:nvPr>
            <p:ph idx="7" type="subTitle"/>
          </p:nvPr>
        </p:nvSpPr>
        <p:spPr>
          <a:xfrm>
            <a:off x="5052099"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66" name="Google Shape;466;p57"/>
          <p:cNvSpPr txBox="1"/>
          <p:nvPr>
            <p:ph idx="8" type="subTitle"/>
          </p:nvPr>
        </p:nvSpPr>
        <p:spPr>
          <a:xfrm>
            <a:off x="5052099"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67" name="Shape 467"/>
        <p:cNvGrpSpPr/>
        <p:nvPr/>
      </p:nvGrpSpPr>
      <p:grpSpPr>
        <a:xfrm>
          <a:off x="0" y="0"/>
          <a:ext cx="0" cy="0"/>
          <a:chOff x="0" y="0"/>
          <a:chExt cx="0" cy="0"/>
        </a:xfrm>
      </p:grpSpPr>
      <p:grpSp>
        <p:nvGrpSpPr>
          <p:cNvPr id="468" name="Google Shape;468;p58"/>
          <p:cNvGrpSpPr/>
          <p:nvPr/>
        </p:nvGrpSpPr>
        <p:grpSpPr>
          <a:xfrm>
            <a:off x="0" y="0"/>
            <a:ext cx="9144001" cy="5143500"/>
            <a:chOff x="0" y="0"/>
            <a:chExt cx="9144001" cy="5143500"/>
          </a:xfrm>
        </p:grpSpPr>
        <p:pic>
          <p:nvPicPr>
            <p:cNvPr id="469" name="Google Shape;469;p58"/>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70" name="Google Shape;470;p58"/>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71" name="Google Shape;471;p58"/>
          <p:cNvGrpSpPr/>
          <p:nvPr/>
        </p:nvGrpSpPr>
        <p:grpSpPr>
          <a:xfrm rot="10800000">
            <a:off x="6704226" y="3811697"/>
            <a:ext cx="4574075" cy="3479350"/>
            <a:chOff x="1522650" y="1117750"/>
            <a:chExt cx="4574075" cy="3479350"/>
          </a:xfrm>
        </p:grpSpPr>
        <p:sp>
          <p:nvSpPr>
            <p:cNvPr id="472" name="Google Shape;472;p5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4" name="Google Shape;474;p5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75" name="Google Shape;475;p58"/>
          <p:cNvSpPr txBox="1"/>
          <p:nvPr>
            <p:ph idx="1" type="subTitle"/>
          </p:nvPr>
        </p:nvSpPr>
        <p:spPr>
          <a:xfrm>
            <a:off x="11620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6" name="Google Shape;476;p58"/>
          <p:cNvSpPr txBox="1"/>
          <p:nvPr>
            <p:ph idx="2" type="subTitle"/>
          </p:nvPr>
        </p:nvSpPr>
        <p:spPr>
          <a:xfrm>
            <a:off x="3782975" y="1656925"/>
            <a:ext cx="1972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7" name="Google Shape;477;p58"/>
          <p:cNvSpPr txBox="1"/>
          <p:nvPr>
            <p:ph idx="3" type="subTitle"/>
          </p:nvPr>
        </p:nvSpPr>
        <p:spPr>
          <a:xfrm>
            <a:off x="11620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8" name="Google Shape;478;p58"/>
          <p:cNvSpPr txBox="1"/>
          <p:nvPr>
            <p:ph idx="4" type="subTitle"/>
          </p:nvPr>
        </p:nvSpPr>
        <p:spPr>
          <a:xfrm>
            <a:off x="378297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9" name="Google Shape;479;p58"/>
          <p:cNvSpPr txBox="1"/>
          <p:nvPr>
            <p:ph idx="5" type="subTitle"/>
          </p:nvPr>
        </p:nvSpPr>
        <p:spPr>
          <a:xfrm>
            <a:off x="64039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0" name="Google Shape;480;p58"/>
          <p:cNvSpPr txBox="1"/>
          <p:nvPr>
            <p:ph idx="6" type="subTitle"/>
          </p:nvPr>
        </p:nvSpPr>
        <p:spPr>
          <a:xfrm>
            <a:off x="64039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1" name="Google Shape;481;p58"/>
          <p:cNvSpPr txBox="1"/>
          <p:nvPr>
            <p:ph idx="7" type="subTitle"/>
          </p:nvPr>
        </p:nvSpPr>
        <p:spPr>
          <a:xfrm>
            <a:off x="1162025" y="1359241"/>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2" name="Google Shape;482;p58"/>
          <p:cNvSpPr txBox="1"/>
          <p:nvPr>
            <p:ph idx="8" type="subTitle"/>
          </p:nvPr>
        </p:nvSpPr>
        <p:spPr>
          <a:xfrm>
            <a:off x="3782975" y="1359241"/>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3" name="Google Shape;483;p58"/>
          <p:cNvSpPr txBox="1"/>
          <p:nvPr>
            <p:ph idx="9" type="subTitle"/>
          </p:nvPr>
        </p:nvSpPr>
        <p:spPr>
          <a:xfrm>
            <a:off x="6403925" y="1359241"/>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4" name="Google Shape;484;p58"/>
          <p:cNvSpPr txBox="1"/>
          <p:nvPr>
            <p:ph idx="13" type="subTitle"/>
          </p:nvPr>
        </p:nvSpPr>
        <p:spPr>
          <a:xfrm>
            <a:off x="1162025" y="3086317"/>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5" name="Google Shape;485;p58"/>
          <p:cNvSpPr txBox="1"/>
          <p:nvPr>
            <p:ph idx="14" type="subTitle"/>
          </p:nvPr>
        </p:nvSpPr>
        <p:spPr>
          <a:xfrm>
            <a:off x="3782975" y="3086317"/>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6" name="Google Shape;486;p58"/>
          <p:cNvSpPr txBox="1"/>
          <p:nvPr>
            <p:ph idx="15" type="subTitle"/>
          </p:nvPr>
        </p:nvSpPr>
        <p:spPr>
          <a:xfrm>
            <a:off x="6403925" y="3086317"/>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87" name="Shape 487"/>
        <p:cNvGrpSpPr/>
        <p:nvPr/>
      </p:nvGrpSpPr>
      <p:grpSpPr>
        <a:xfrm>
          <a:off x="0" y="0"/>
          <a:ext cx="0" cy="0"/>
          <a:chOff x="0" y="0"/>
          <a:chExt cx="0" cy="0"/>
        </a:xfrm>
      </p:grpSpPr>
      <p:sp>
        <p:nvSpPr>
          <p:cNvPr id="488" name="Google Shape;488;p59"/>
          <p:cNvSpPr txBox="1"/>
          <p:nvPr>
            <p:ph type="title"/>
          </p:nvPr>
        </p:nvSpPr>
        <p:spPr>
          <a:xfrm>
            <a:off x="1200575" y="2266166"/>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89" name="Google Shape;489;p59"/>
          <p:cNvSpPr txBox="1"/>
          <p:nvPr>
            <p:ph idx="1" type="subTitle"/>
          </p:nvPr>
        </p:nvSpPr>
        <p:spPr>
          <a:xfrm>
            <a:off x="1200575" y="2948884"/>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490" name="Google Shape;490;p59"/>
          <p:cNvSpPr txBox="1"/>
          <p:nvPr>
            <p:ph idx="2" type="title"/>
          </p:nvPr>
        </p:nvSpPr>
        <p:spPr>
          <a:xfrm>
            <a:off x="1200575" y="977950"/>
            <a:ext cx="2739300" cy="6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91" name="Google Shape;491;p59"/>
          <p:cNvSpPr txBox="1"/>
          <p:nvPr>
            <p:ph idx="3" type="subTitle"/>
          </p:nvPr>
        </p:nvSpPr>
        <p:spPr>
          <a:xfrm>
            <a:off x="1200575" y="1669422"/>
            <a:ext cx="2739300" cy="36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492" name="Google Shape;492;p59"/>
          <p:cNvSpPr txBox="1"/>
          <p:nvPr>
            <p:ph idx="4" type="title"/>
          </p:nvPr>
        </p:nvSpPr>
        <p:spPr>
          <a:xfrm>
            <a:off x="1200575" y="3555582"/>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93" name="Google Shape;493;p59"/>
          <p:cNvSpPr txBox="1"/>
          <p:nvPr>
            <p:ph idx="5" type="subTitle"/>
          </p:nvPr>
        </p:nvSpPr>
        <p:spPr>
          <a:xfrm>
            <a:off x="1200575" y="4238300"/>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494" name="Google Shape;494;p59"/>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95" name="Shape 495"/>
        <p:cNvGrpSpPr/>
        <p:nvPr/>
      </p:nvGrpSpPr>
      <p:grpSpPr>
        <a:xfrm>
          <a:off x="0" y="0"/>
          <a:ext cx="0" cy="0"/>
          <a:chOff x="0" y="0"/>
          <a:chExt cx="0" cy="0"/>
        </a:xfrm>
      </p:grpSpPr>
      <p:sp>
        <p:nvSpPr>
          <p:cNvPr id="496" name="Google Shape;496;p60"/>
          <p:cNvSpPr txBox="1"/>
          <p:nvPr>
            <p:ph type="title"/>
          </p:nvPr>
        </p:nvSpPr>
        <p:spPr>
          <a:xfrm>
            <a:off x="713225" y="747263"/>
            <a:ext cx="32817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97" name="Google Shape;497;p60"/>
          <p:cNvSpPr txBox="1"/>
          <p:nvPr>
            <p:ph idx="1" type="subTitle"/>
          </p:nvPr>
        </p:nvSpPr>
        <p:spPr>
          <a:xfrm>
            <a:off x="713225" y="1584449"/>
            <a:ext cx="3281700" cy="89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498" name="Google Shape;498;p60"/>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
        <p:nvSpPr>
          <p:cNvPr id="499" name="Google Shape;499;p60"/>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Cairo"/>
                <a:ea typeface="Cairo"/>
                <a:cs typeface="Cairo"/>
                <a:sym typeface="Cairo"/>
              </a:rPr>
              <a:t>CREDITS:</a:t>
            </a:r>
            <a:r>
              <a:rPr b="0" i="0" lang="en" sz="1000" u="none" cap="none" strike="noStrike">
                <a:solidFill>
                  <a:schemeClr val="dk1"/>
                </a:solidFill>
                <a:latin typeface="Cairo"/>
                <a:ea typeface="Cairo"/>
                <a:cs typeface="Cairo"/>
                <a:sym typeface="Cairo"/>
              </a:rPr>
              <a:t> This presentation template was created by </a:t>
            </a:r>
            <a:r>
              <a:rPr b="1" i="0" lang="en" sz="1000" u="sng" cap="none" strike="noStrike">
                <a:solidFill>
                  <a:schemeClr val="hlink"/>
                </a:solidFill>
                <a:latin typeface="Cairo"/>
                <a:ea typeface="Cairo"/>
                <a:cs typeface="Cairo"/>
                <a:sym typeface="Cairo"/>
                <a:hlinkClick r:id="rId3"/>
              </a:rPr>
              <a:t>Slidesgo</a:t>
            </a:r>
            <a:r>
              <a:rPr b="0" i="0" lang="en" sz="1000" u="none" cap="none" strike="noStrike">
                <a:solidFill>
                  <a:schemeClr val="dk1"/>
                </a:solidFill>
                <a:latin typeface="Cairo"/>
                <a:ea typeface="Cairo"/>
                <a:cs typeface="Cairo"/>
                <a:sym typeface="Cairo"/>
              </a:rPr>
              <a:t>, and includes icons by </a:t>
            </a:r>
            <a:r>
              <a:rPr b="1" i="0" lang="en" sz="1000" u="sng" cap="none" strike="noStrike">
                <a:solidFill>
                  <a:schemeClr val="hlink"/>
                </a:solidFill>
                <a:latin typeface="Cairo"/>
                <a:ea typeface="Cairo"/>
                <a:cs typeface="Cairo"/>
                <a:sym typeface="Cairo"/>
                <a:hlinkClick r:id="rId4"/>
              </a:rPr>
              <a:t>Flaticon</a:t>
            </a:r>
            <a:r>
              <a:rPr b="0" i="0" lang="en" sz="1000" u="none" cap="none" strike="noStrike">
                <a:solidFill>
                  <a:schemeClr val="dk1"/>
                </a:solidFill>
                <a:latin typeface="Cairo"/>
                <a:ea typeface="Cairo"/>
                <a:cs typeface="Cairo"/>
                <a:sym typeface="Cairo"/>
              </a:rPr>
              <a:t>, and infographics &amp; images by </a:t>
            </a:r>
            <a:r>
              <a:rPr b="1" i="0" lang="en" sz="1000" u="sng" cap="none" strike="noStrike">
                <a:solidFill>
                  <a:schemeClr val="hlink"/>
                </a:solidFill>
                <a:latin typeface="Cairo"/>
                <a:ea typeface="Cairo"/>
                <a:cs typeface="Cairo"/>
                <a:sym typeface="Cairo"/>
                <a:hlinkClick r:id="rId5"/>
              </a:rPr>
              <a:t>Freepik</a:t>
            </a:r>
            <a:r>
              <a:rPr b="1" i="0" lang="en" sz="1000" u="sng" cap="none" strike="noStrike">
                <a:solidFill>
                  <a:schemeClr val="dk1"/>
                </a:solidFill>
                <a:latin typeface="Cairo"/>
                <a:ea typeface="Cairo"/>
                <a:cs typeface="Cairo"/>
                <a:sym typeface="Cairo"/>
              </a:rPr>
              <a:t> </a:t>
            </a:r>
            <a:endParaRPr b="1" i="0" sz="1000" u="sng" cap="none" strike="noStrike">
              <a:solidFill>
                <a:schemeClr val="dk1"/>
              </a:solidFill>
              <a:latin typeface="Cairo"/>
              <a:ea typeface="Cairo"/>
              <a:cs typeface="Cairo"/>
              <a:sym typeface="Cairo"/>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00" name="Shape 500"/>
        <p:cNvGrpSpPr/>
        <p:nvPr/>
      </p:nvGrpSpPr>
      <p:grpSpPr>
        <a:xfrm>
          <a:off x="0" y="0"/>
          <a:ext cx="0" cy="0"/>
          <a:chOff x="0" y="0"/>
          <a:chExt cx="0" cy="0"/>
        </a:xfrm>
      </p:grpSpPr>
      <p:grpSp>
        <p:nvGrpSpPr>
          <p:cNvPr id="501" name="Google Shape;501;p61"/>
          <p:cNvGrpSpPr/>
          <p:nvPr/>
        </p:nvGrpSpPr>
        <p:grpSpPr>
          <a:xfrm>
            <a:off x="0" y="0"/>
            <a:ext cx="9144001" cy="5143500"/>
            <a:chOff x="0" y="0"/>
            <a:chExt cx="9144001" cy="5143500"/>
          </a:xfrm>
        </p:grpSpPr>
        <p:pic>
          <p:nvPicPr>
            <p:cNvPr id="502" name="Google Shape;502;p61"/>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pic>
          <p:nvPicPr>
            <p:cNvPr id="503" name="Google Shape;503;p61"/>
            <p:cNvPicPr preferRelativeResize="0"/>
            <p:nvPr/>
          </p:nvPicPr>
          <p:blipFill rotWithShape="1">
            <a:blip r:embed="rId3">
              <a:alphaModFix/>
            </a:blip>
            <a:srcRect b="0" l="0" r="0" t="0"/>
            <a:stretch/>
          </p:blipFill>
          <p:spPr>
            <a:xfrm flipH="1" rot="10800000">
              <a:off x="5738810" y="0"/>
              <a:ext cx="3405191" cy="5143500"/>
            </a:xfrm>
            <a:prstGeom prst="rect">
              <a:avLst/>
            </a:prstGeom>
            <a:noFill/>
            <a:ln>
              <a:noFill/>
            </a:ln>
          </p:spPr>
        </p:pic>
      </p:grpSp>
      <p:grpSp>
        <p:nvGrpSpPr>
          <p:cNvPr id="504" name="Google Shape;504;p61"/>
          <p:cNvGrpSpPr/>
          <p:nvPr/>
        </p:nvGrpSpPr>
        <p:grpSpPr>
          <a:xfrm rot="756538">
            <a:off x="-1069833" y="-1842572"/>
            <a:ext cx="4574157" cy="3479412"/>
            <a:chOff x="1522650" y="1117750"/>
            <a:chExt cx="4574075" cy="3479350"/>
          </a:xfrm>
        </p:grpSpPr>
        <p:sp>
          <p:nvSpPr>
            <p:cNvPr id="505" name="Google Shape;505;p6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6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07" name="Shape 507"/>
        <p:cNvGrpSpPr/>
        <p:nvPr/>
      </p:nvGrpSpPr>
      <p:grpSpPr>
        <a:xfrm>
          <a:off x="0" y="0"/>
          <a:ext cx="0" cy="0"/>
          <a:chOff x="0" y="0"/>
          <a:chExt cx="0" cy="0"/>
        </a:xfrm>
      </p:grpSpPr>
      <p:grpSp>
        <p:nvGrpSpPr>
          <p:cNvPr id="508" name="Google Shape;508;p62"/>
          <p:cNvGrpSpPr/>
          <p:nvPr/>
        </p:nvGrpSpPr>
        <p:grpSpPr>
          <a:xfrm>
            <a:off x="0" y="0"/>
            <a:ext cx="9144001" cy="5143500"/>
            <a:chOff x="0" y="0"/>
            <a:chExt cx="9144001" cy="5143500"/>
          </a:xfrm>
        </p:grpSpPr>
        <p:pic>
          <p:nvPicPr>
            <p:cNvPr id="509" name="Google Shape;509;p62"/>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510" name="Google Shape;510;p62"/>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511" name="Google Shape;511;p62"/>
          <p:cNvGrpSpPr/>
          <p:nvPr/>
        </p:nvGrpSpPr>
        <p:grpSpPr>
          <a:xfrm>
            <a:off x="-1845124" y="-2180828"/>
            <a:ext cx="12652562" cy="9877041"/>
            <a:chOff x="-1845124" y="-2180828"/>
            <a:chExt cx="12652562" cy="9877041"/>
          </a:xfrm>
        </p:grpSpPr>
        <p:grpSp>
          <p:nvGrpSpPr>
            <p:cNvPr id="512" name="Google Shape;512;p62"/>
            <p:cNvGrpSpPr/>
            <p:nvPr/>
          </p:nvGrpSpPr>
          <p:grpSpPr>
            <a:xfrm>
              <a:off x="-1845124" y="-2180828"/>
              <a:ext cx="4574075" cy="3479350"/>
              <a:chOff x="1522650" y="1117750"/>
              <a:chExt cx="4574075" cy="3479350"/>
            </a:xfrm>
          </p:grpSpPr>
          <p:sp>
            <p:nvSpPr>
              <p:cNvPr id="513" name="Google Shape;513;p6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6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5" name="Google Shape;515;p62"/>
            <p:cNvGrpSpPr/>
            <p:nvPr/>
          </p:nvGrpSpPr>
          <p:grpSpPr>
            <a:xfrm flipH="1" rot="-10539848">
              <a:off x="6108563" y="4049075"/>
              <a:ext cx="4573901" cy="3479217"/>
              <a:chOff x="1522650" y="1117750"/>
              <a:chExt cx="4574075" cy="3479350"/>
            </a:xfrm>
          </p:grpSpPr>
          <p:sp>
            <p:nvSpPr>
              <p:cNvPr id="516" name="Google Shape;516;p6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6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5"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5.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25" Type="http://schemas.openxmlformats.org/officeDocument/2006/relationships/theme" Target="../theme/theme2.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5" Type="http://schemas.openxmlformats.org/officeDocument/2006/relationships/slideLayout" Target="../slideLayouts/slideLayout50.xml"/><Relationship Id="rId14" Type="http://schemas.openxmlformats.org/officeDocument/2006/relationships/slideLayout" Target="../slideLayouts/slideLayout49.xml"/><Relationship Id="rId17" Type="http://schemas.openxmlformats.org/officeDocument/2006/relationships/slideLayout" Target="../slideLayouts/slideLayout52.xml"/><Relationship Id="rId16" Type="http://schemas.openxmlformats.org/officeDocument/2006/relationships/slideLayout" Target="../slideLayouts/slideLayout51.xml"/><Relationship Id="rId19" Type="http://schemas.openxmlformats.org/officeDocument/2006/relationships/slideLayout" Target="../slideLayouts/slideLayout54.xml"/><Relationship Id="rId18"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pace Grotesk"/>
              <a:buNone/>
              <a:defRPr sz="3000">
                <a:solidFill>
                  <a:schemeClr val="dk1"/>
                </a:solidFill>
                <a:latin typeface="Space Grotesk"/>
                <a:ea typeface="Space Grotesk"/>
                <a:cs typeface="Space Grotesk"/>
                <a:sym typeface="Space Grotesk"/>
              </a:defRPr>
            </a:lvl1pPr>
            <a:lvl2pPr lvl="1">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2pPr>
            <a:lvl3pPr lvl="2">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3pPr>
            <a:lvl4pPr lvl="3">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4pPr>
            <a:lvl5pPr lvl="4">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5pPr>
            <a:lvl6pPr lvl="5">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6pPr>
            <a:lvl7pPr lvl="6">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7pPr>
            <a:lvl8pPr lvl="7">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8pPr>
            <a:lvl9pPr lvl="8">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1pPr>
            <a:lvl2pPr indent="-304800" lvl="1" marL="9144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2pPr>
            <a:lvl3pPr indent="-304800" lvl="2" marL="13716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3pPr>
            <a:lvl4pPr indent="-304800" lvl="3" marL="1828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4pPr>
            <a:lvl5pPr indent="-304800" lvl="4" marL="22860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5pPr>
            <a:lvl6pPr indent="-304800" lvl="5" marL="27432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6pPr>
            <a:lvl7pPr indent="-304800" lvl="6" marL="32004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7pPr>
            <a:lvl8pPr indent="-304800" lvl="7" marL="36576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8pPr>
            <a:lvl9pPr indent="-304800" lvl="8" marL="411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84" name="Shape 284"/>
        <p:cNvGrpSpPr/>
        <p:nvPr/>
      </p:nvGrpSpPr>
      <p:grpSpPr>
        <a:xfrm>
          <a:off x="0" y="0"/>
          <a:ext cx="0" cy="0"/>
          <a:chOff x="0" y="0"/>
          <a:chExt cx="0" cy="0"/>
        </a:xfrm>
      </p:grpSpPr>
      <p:sp>
        <p:nvSpPr>
          <p:cNvPr id="285" name="Google Shape;285;p3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pace Grotesk"/>
              <a:buNone/>
              <a:defRPr b="0" i="0" sz="3000" u="none" cap="none" strike="noStrike">
                <a:solidFill>
                  <a:schemeClr val="dk1"/>
                </a:solidFill>
                <a:latin typeface="Space Grotesk"/>
                <a:ea typeface="Space Grotesk"/>
                <a:cs typeface="Space Grotesk"/>
                <a:sym typeface="Space Grotesk"/>
              </a:defRPr>
            </a:lvl1pPr>
            <a:lvl2pPr lvl="1"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2pPr>
            <a:lvl3pPr lvl="2"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3pPr>
            <a:lvl4pPr lvl="3"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4pPr>
            <a:lvl5pPr lvl="4"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5pPr>
            <a:lvl6pPr lvl="5"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6pPr>
            <a:lvl7pPr lvl="6"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7pPr>
            <a:lvl8pPr lvl="7"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8pPr>
            <a:lvl9pPr lvl="8"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9pPr>
          </a:lstStyle>
          <a:p/>
        </p:txBody>
      </p:sp>
      <p:sp>
        <p:nvSpPr>
          <p:cNvPr id="286" name="Google Shape;286;p38"/>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1pPr>
            <a:lvl2pPr indent="-304800" lvl="1" marL="914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2pPr>
            <a:lvl3pPr indent="-304800" lvl="2" marL="1371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3pPr>
            <a:lvl4pPr indent="-304800" lvl="3" marL="1828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4pPr>
            <a:lvl5pPr indent="-304800" lvl="4" marL="22860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5pPr>
            <a:lvl6pPr indent="-304800" lvl="5" marL="2743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6pPr>
            <a:lvl7pPr indent="-304800" lvl="6" marL="3200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7pPr>
            <a:lvl8pPr indent="-304800" lvl="7" marL="3657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8pPr>
            <a:lvl9pPr indent="-304800" lvl="8" marL="4114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grpSp>
        <p:nvGrpSpPr>
          <p:cNvPr id="522" name="Google Shape;522;p63"/>
          <p:cNvGrpSpPr/>
          <p:nvPr/>
        </p:nvGrpSpPr>
        <p:grpSpPr>
          <a:xfrm rot="756538">
            <a:off x="-943408" y="-1494947"/>
            <a:ext cx="4574157" cy="3479412"/>
            <a:chOff x="1522650" y="1117750"/>
            <a:chExt cx="4574075" cy="3479350"/>
          </a:xfrm>
        </p:grpSpPr>
        <p:sp>
          <p:nvSpPr>
            <p:cNvPr id="523" name="Google Shape;523;p6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6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25" name="Google Shape;525;p63"/>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sp>
        <p:nvSpPr>
          <p:cNvPr id="526" name="Google Shape;526;p63"/>
          <p:cNvSpPr txBox="1"/>
          <p:nvPr>
            <p:ph type="ctrTitle"/>
          </p:nvPr>
        </p:nvSpPr>
        <p:spPr>
          <a:xfrm>
            <a:off x="311708" y="1133756"/>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1100"/>
              <a:buNone/>
            </a:pPr>
            <a:r>
              <a:rPr lang="en" sz="4800">
                <a:solidFill>
                  <a:srgbClr val="241160"/>
                </a:solidFill>
                <a:latin typeface="Space Grotesk"/>
                <a:ea typeface="Space Grotesk"/>
                <a:cs typeface="Space Grotesk"/>
                <a:sym typeface="Space Grotesk"/>
              </a:rPr>
              <a:t>From MLPs to CNNs for images</a:t>
            </a:r>
            <a:endParaRPr sz="4800">
              <a:solidFill>
                <a:srgbClr val="241160"/>
              </a:solidFill>
              <a:latin typeface="Space Grotesk"/>
              <a:ea typeface="Space Grotesk"/>
              <a:cs typeface="Space Grotesk"/>
              <a:sym typeface="Space Grotesk"/>
            </a:endParaRPr>
          </a:p>
        </p:txBody>
      </p:sp>
      <p:sp>
        <p:nvSpPr>
          <p:cNvPr id="527" name="Google Shape;527;p63"/>
          <p:cNvSpPr txBox="1"/>
          <p:nvPr>
            <p:ph idx="1" type="subTitle"/>
          </p:nvPr>
        </p:nvSpPr>
        <p:spPr>
          <a:xfrm>
            <a:off x="311700" y="3223306"/>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600">
                <a:solidFill>
                  <a:srgbClr val="241160"/>
                </a:solidFill>
                <a:latin typeface="Cairo"/>
                <a:ea typeface="Cairo"/>
                <a:cs typeface="Cairo"/>
                <a:sym typeface="Cairo"/>
              </a:rPr>
              <a:t>Sarina &amp; Nick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4"/>
          <p:cNvSpPr txBox="1"/>
          <p:nvPr>
            <p:ph type="title"/>
          </p:nvPr>
        </p:nvSpPr>
        <p:spPr>
          <a:xfrm>
            <a:off x="2224125" y="628950"/>
            <a:ext cx="4704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Multi-Layer Perceptrons</a:t>
            </a:r>
            <a:endParaRPr/>
          </a:p>
        </p:txBody>
      </p:sp>
      <p:sp>
        <p:nvSpPr>
          <p:cNvPr id="533" name="Google Shape;533;p64"/>
          <p:cNvSpPr txBox="1"/>
          <p:nvPr>
            <p:ph idx="1" type="body"/>
          </p:nvPr>
        </p:nvSpPr>
        <p:spPr>
          <a:xfrm>
            <a:off x="518750" y="1823550"/>
            <a:ext cx="2320800" cy="93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Has an input layer, output layer, and at least one hidden layer</a:t>
            </a:r>
            <a:endParaRPr sz="1800"/>
          </a:p>
        </p:txBody>
      </p:sp>
      <p:cxnSp>
        <p:nvCxnSpPr>
          <p:cNvPr id="534" name="Google Shape;534;p64"/>
          <p:cNvCxnSpPr/>
          <p:nvPr/>
        </p:nvCxnSpPr>
        <p:spPr>
          <a:xfrm flipH="1">
            <a:off x="2375425" y="1205450"/>
            <a:ext cx="464100" cy="550500"/>
          </a:xfrm>
          <a:prstGeom prst="straightConnector1">
            <a:avLst/>
          </a:prstGeom>
          <a:noFill/>
          <a:ln cap="flat" cmpd="sng" w="9525">
            <a:solidFill>
              <a:srgbClr val="241160"/>
            </a:solidFill>
            <a:prstDash val="solid"/>
            <a:round/>
            <a:headEnd len="med" w="med" type="none"/>
            <a:tailEnd len="med" w="med" type="triangle"/>
          </a:ln>
        </p:spPr>
      </p:cxnSp>
      <p:cxnSp>
        <p:nvCxnSpPr>
          <p:cNvPr id="535" name="Google Shape;535;p64"/>
          <p:cNvCxnSpPr>
            <a:stCxn id="532" idx="2"/>
          </p:cNvCxnSpPr>
          <p:nvPr/>
        </p:nvCxnSpPr>
        <p:spPr>
          <a:xfrm>
            <a:off x="4576275" y="1201650"/>
            <a:ext cx="28200" cy="932100"/>
          </a:xfrm>
          <a:prstGeom prst="straightConnector1">
            <a:avLst/>
          </a:prstGeom>
          <a:noFill/>
          <a:ln cap="flat" cmpd="sng" w="9525">
            <a:solidFill>
              <a:srgbClr val="241160"/>
            </a:solidFill>
            <a:prstDash val="solid"/>
            <a:round/>
            <a:headEnd len="med" w="med" type="none"/>
            <a:tailEnd len="med" w="med" type="triangle"/>
          </a:ln>
        </p:spPr>
      </p:cxnSp>
      <p:sp>
        <p:nvSpPr>
          <p:cNvPr id="536" name="Google Shape;536;p64"/>
          <p:cNvSpPr txBox="1"/>
          <p:nvPr>
            <p:ph idx="1" type="body"/>
          </p:nvPr>
        </p:nvSpPr>
        <p:spPr>
          <a:xfrm>
            <a:off x="3173175" y="2229875"/>
            <a:ext cx="2806200" cy="96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Every neuron </a:t>
            </a:r>
            <a:r>
              <a:rPr lang="en" sz="1800"/>
              <a:t>connects</a:t>
            </a:r>
            <a:r>
              <a:rPr lang="en" sz="1800"/>
              <a:t> to every neuron in the following layer</a:t>
            </a:r>
            <a:endParaRPr sz="1800"/>
          </a:p>
        </p:txBody>
      </p:sp>
      <p:cxnSp>
        <p:nvCxnSpPr>
          <p:cNvPr id="537" name="Google Shape;537;p64"/>
          <p:cNvCxnSpPr/>
          <p:nvPr/>
        </p:nvCxnSpPr>
        <p:spPr>
          <a:xfrm>
            <a:off x="6380075" y="1194650"/>
            <a:ext cx="451200" cy="510300"/>
          </a:xfrm>
          <a:prstGeom prst="straightConnector1">
            <a:avLst/>
          </a:prstGeom>
          <a:noFill/>
          <a:ln cap="flat" cmpd="sng" w="9525">
            <a:solidFill>
              <a:srgbClr val="241160"/>
            </a:solidFill>
            <a:prstDash val="solid"/>
            <a:round/>
            <a:headEnd len="med" w="med" type="none"/>
            <a:tailEnd len="med" w="med" type="triangle"/>
          </a:ln>
        </p:spPr>
      </p:cxnSp>
      <p:sp>
        <p:nvSpPr>
          <p:cNvPr id="538" name="Google Shape;538;p64"/>
          <p:cNvSpPr txBox="1"/>
          <p:nvPr>
            <p:ph idx="1" type="body"/>
          </p:nvPr>
        </p:nvSpPr>
        <p:spPr>
          <a:xfrm>
            <a:off x="6334725" y="1758425"/>
            <a:ext cx="2290500" cy="76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Require a one dimensional input vector</a:t>
            </a:r>
            <a:endParaRPr sz="1800"/>
          </a:p>
        </p:txBody>
      </p:sp>
      <p:sp>
        <p:nvSpPr>
          <p:cNvPr id="539" name="Google Shape;539;p64"/>
          <p:cNvSpPr txBox="1"/>
          <p:nvPr>
            <p:ph idx="1" type="body"/>
          </p:nvPr>
        </p:nvSpPr>
        <p:spPr>
          <a:xfrm>
            <a:off x="720000" y="3628851"/>
            <a:ext cx="7704000" cy="79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The Multilayer Perceptron (MLP) procedure produces a predictive model for one or more dependent (target) variables based on values of the predictor variables </a:t>
            </a:r>
            <a:r>
              <a:rPr lang="en" sz="1800"/>
              <a:t>(ibm, n.d)</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5"/>
          <p:cNvSpPr txBox="1"/>
          <p:nvPr>
            <p:ph type="title"/>
          </p:nvPr>
        </p:nvSpPr>
        <p:spPr>
          <a:xfrm>
            <a:off x="670088" y="2415575"/>
            <a:ext cx="7704000" cy="79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Convolutional Neural  Networks</a:t>
            </a:r>
            <a:endParaRPr sz="3400"/>
          </a:p>
        </p:txBody>
      </p:sp>
      <p:sp>
        <p:nvSpPr>
          <p:cNvPr id="545" name="Google Shape;545;p65"/>
          <p:cNvSpPr txBox="1"/>
          <p:nvPr>
            <p:ph idx="1" type="body"/>
          </p:nvPr>
        </p:nvSpPr>
        <p:spPr>
          <a:xfrm>
            <a:off x="720000" y="3628851"/>
            <a:ext cx="7704000" cy="79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Convolutional Neural Networks (CNNs) are unique neural networks for image recognition and computer vision (ibm, n.d)</a:t>
            </a:r>
            <a:endParaRPr sz="1800"/>
          </a:p>
        </p:txBody>
      </p:sp>
      <p:sp>
        <p:nvSpPr>
          <p:cNvPr id="546" name="Google Shape;546;p65"/>
          <p:cNvSpPr txBox="1"/>
          <p:nvPr>
            <p:ph idx="1" type="body"/>
          </p:nvPr>
        </p:nvSpPr>
        <p:spPr>
          <a:xfrm>
            <a:off x="401763" y="573150"/>
            <a:ext cx="1872900" cy="144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Operation used to scan an image with a small filter/kernel.</a:t>
            </a:r>
            <a:endParaRPr sz="1800"/>
          </a:p>
        </p:txBody>
      </p:sp>
      <p:cxnSp>
        <p:nvCxnSpPr>
          <p:cNvPr id="547" name="Google Shape;547;p65"/>
          <p:cNvCxnSpPr/>
          <p:nvPr/>
        </p:nvCxnSpPr>
        <p:spPr>
          <a:xfrm rot="10800000">
            <a:off x="1259163" y="1902900"/>
            <a:ext cx="158100" cy="555600"/>
          </a:xfrm>
          <a:prstGeom prst="straightConnector1">
            <a:avLst/>
          </a:prstGeom>
          <a:noFill/>
          <a:ln cap="flat" cmpd="sng" w="9525">
            <a:solidFill>
              <a:srgbClr val="241160"/>
            </a:solidFill>
            <a:prstDash val="solid"/>
            <a:round/>
            <a:headEnd len="med" w="med" type="none"/>
            <a:tailEnd len="med" w="med" type="triangle"/>
          </a:ln>
        </p:spPr>
      </p:cxnSp>
      <p:cxnSp>
        <p:nvCxnSpPr>
          <p:cNvPr id="548" name="Google Shape;548;p65"/>
          <p:cNvCxnSpPr>
            <a:endCxn id="549" idx="2"/>
          </p:cNvCxnSpPr>
          <p:nvPr/>
        </p:nvCxnSpPr>
        <p:spPr>
          <a:xfrm rot="10800000">
            <a:off x="4373250" y="1708875"/>
            <a:ext cx="156600" cy="750900"/>
          </a:xfrm>
          <a:prstGeom prst="straightConnector1">
            <a:avLst/>
          </a:prstGeom>
          <a:noFill/>
          <a:ln cap="flat" cmpd="sng" w="9525">
            <a:solidFill>
              <a:srgbClr val="241160"/>
            </a:solidFill>
            <a:prstDash val="solid"/>
            <a:round/>
            <a:headEnd len="med" w="med" type="none"/>
            <a:tailEnd len="med" w="med" type="triangle"/>
          </a:ln>
        </p:spPr>
      </p:cxnSp>
      <p:sp>
        <p:nvSpPr>
          <p:cNvPr id="549" name="Google Shape;549;p65"/>
          <p:cNvSpPr txBox="1"/>
          <p:nvPr>
            <p:ph idx="1" type="body"/>
          </p:nvPr>
        </p:nvSpPr>
        <p:spPr>
          <a:xfrm>
            <a:off x="2970150" y="957975"/>
            <a:ext cx="2806200" cy="750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made from artificial neurons that learn weights</a:t>
            </a:r>
            <a:endParaRPr sz="1800"/>
          </a:p>
        </p:txBody>
      </p:sp>
      <p:cxnSp>
        <p:nvCxnSpPr>
          <p:cNvPr id="550" name="Google Shape;550;p65"/>
          <p:cNvCxnSpPr/>
          <p:nvPr/>
        </p:nvCxnSpPr>
        <p:spPr>
          <a:xfrm flipH="1" rot="10800000">
            <a:off x="6704538" y="1917150"/>
            <a:ext cx="229800" cy="590400"/>
          </a:xfrm>
          <a:prstGeom prst="straightConnector1">
            <a:avLst/>
          </a:prstGeom>
          <a:noFill/>
          <a:ln cap="flat" cmpd="sng" w="9525">
            <a:solidFill>
              <a:srgbClr val="241160"/>
            </a:solidFill>
            <a:prstDash val="solid"/>
            <a:round/>
            <a:headEnd len="med" w="med" type="none"/>
            <a:tailEnd len="med" w="med" type="triangle"/>
          </a:ln>
        </p:spPr>
      </p:cxnSp>
      <p:sp>
        <p:nvSpPr>
          <p:cNvPr id="551" name="Google Shape;551;p65"/>
          <p:cNvSpPr txBox="1"/>
          <p:nvPr>
            <p:ph idx="1" type="body"/>
          </p:nvPr>
        </p:nvSpPr>
        <p:spPr>
          <a:xfrm>
            <a:off x="6262138" y="957975"/>
            <a:ext cx="2480100" cy="102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many layers of these computations connected together</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id="556" name="Google Shape;556;p66"/>
          <p:cNvPicPr preferRelativeResize="0"/>
          <p:nvPr/>
        </p:nvPicPr>
        <p:blipFill>
          <a:blip r:embed="rId3">
            <a:alphaModFix/>
          </a:blip>
          <a:stretch>
            <a:fillRect/>
          </a:stretch>
        </p:blipFill>
        <p:spPr>
          <a:xfrm>
            <a:off x="2702300" y="702050"/>
            <a:ext cx="3739400" cy="3739400"/>
          </a:xfrm>
          <a:prstGeom prst="rect">
            <a:avLst/>
          </a:prstGeom>
          <a:noFill/>
          <a:ln>
            <a:noFill/>
          </a:ln>
        </p:spPr>
      </p:pic>
      <p:sp>
        <p:nvSpPr>
          <p:cNvPr id="557" name="Google Shape;557;p66"/>
          <p:cNvSpPr txBox="1"/>
          <p:nvPr>
            <p:ph type="title"/>
          </p:nvPr>
        </p:nvSpPr>
        <p:spPr>
          <a:xfrm>
            <a:off x="186288" y="0"/>
            <a:ext cx="7704000" cy="79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Convolution Layer</a:t>
            </a:r>
            <a:endParaRPr sz="3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pic>
        <p:nvPicPr>
          <p:cNvPr id="562" name="Google Shape;562;p67"/>
          <p:cNvPicPr preferRelativeResize="0"/>
          <p:nvPr/>
        </p:nvPicPr>
        <p:blipFill>
          <a:blip r:embed="rId3">
            <a:alphaModFix/>
          </a:blip>
          <a:stretch>
            <a:fillRect/>
          </a:stretch>
        </p:blipFill>
        <p:spPr>
          <a:xfrm>
            <a:off x="2702300" y="702050"/>
            <a:ext cx="3739400" cy="3739400"/>
          </a:xfrm>
          <a:prstGeom prst="rect">
            <a:avLst/>
          </a:prstGeom>
          <a:noFill/>
          <a:ln>
            <a:noFill/>
          </a:ln>
        </p:spPr>
      </p:pic>
      <p:pic>
        <p:nvPicPr>
          <p:cNvPr id="563" name="Google Shape;563;p67"/>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pic>
        <p:nvPicPr>
          <p:cNvPr id="568" name="Google Shape;568;p68"/>
          <p:cNvPicPr preferRelativeResize="0"/>
          <p:nvPr/>
        </p:nvPicPr>
        <p:blipFill>
          <a:blip r:embed="rId3">
            <a:alphaModFix/>
          </a:blip>
          <a:stretch>
            <a:fillRect/>
          </a:stretch>
        </p:blipFill>
        <p:spPr>
          <a:xfrm>
            <a:off x="2702300" y="702050"/>
            <a:ext cx="3739400" cy="3739400"/>
          </a:xfrm>
          <a:prstGeom prst="rect">
            <a:avLst/>
          </a:prstGeom>
          <a:noFill/>
          <a:ln>
            <a:noFill/>
          </a:ln>
        </p:spPr>
      </p:pic>
      <p:pic>
        <p:nvPicPr>
          <p:cNvPr id="569" name="Google Shape;569;p68"/>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pic>
        <p:nvPicPr>
          <p:cNvPr id="574" name="Google Shape;574;p69" title="output_feature_map_5x5.png"/>
          <p:cNvPicPr preferRelativeResize="0"/>
          <p:nvPr/>
        </p:nvPicPr>
        <p:blipFill rotWithShape="1">
          <a:blip r:embed="rId3">
            <a:alphaModFix/>
          </a:blip>
          <a:srcRect b="26589" l="0" r="0" t="0"/>
          <a:stretch/>
        </p:blipFill>
        <p:spPr>
          <a:xfrm>
            <a:off x="-840787" y="0"/>
            <a:ext cx="10825574" cy="49088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0"/>
          <p:cNvSpPr txBox="1"/>
          <p:nvPr>
            <p:ph type="title"/>
          </p:nvPr>
        </p:nvSpPr>
        <p:spPr>
          <a:xfrm>
            <a:off x="500850" y="578100"/>
            <a:ext cx="3209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Activation Layer</a:t>
            </a:r>
            <a:endParaRPr/>
          </a:p>
        </p:txBody>
      </p:sp>
      <p:sp>
        <p:nvSpPr>
          <p:cNvPr id="580" name="Google Shape;580;p70"/>
          <p:cNvSpPr txBox="1"/>
          <p:nvPr>
            <p:ph type="title"/>
          </p:nvPr>
        </p:nvSpPr>
        <p:spPr>
          <a:xfrm>
            <a:off x="4217600" y="578100"/>
            <a:ext cx="3209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Pooling Layer</a:t>
            </a:r>
            <a:endParaRPr/>
          </a:p>
        </p:txBody>
      </p:sp>
      <p:sp>
        <p:nvSpPr>
          <p:cNvPr id="581" name="Google Shape;581;p70"/>
          <p:cNvSpPr txBox="1"/>
          <p:nvPr>
            <p:ph type="title"/>
          </p:nvPr>
        </p:nvSpPr>
        <p:spPr>
          <a:xfrm>
            <a:off x="2253775" y="2651250"/>
            <a:ext cx="4395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Fully Connected Layer</a:t>
            </a:r>
            <a:endParaRPr/>
          </a:p>
        </p:txBody>
      </p:sp>
      <p:sp>
        <p:nvSpPr>
          <p:cNvPr id="582" name="Google Shape;582;p70"/>
          <p:cNvSpPr/>
          <p:nvPr/>
        </p:nvSpPr>
        <p:spPr>
          <a:xfrm>
            <a:off x="996925"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-100</a:t>
            </a:r>
            <a:endParaRPr>
              <a:latin typeface="Cairo"/>
              <a:ea typeface="Cairo"/>
              <a:cs typeface="Cairo"/>
              <a:sym typeface="Cairo"/>
            </a:endParaRPr>
          </a:p>
        </p:txBody>
      </p:sp>
      <p:sp>
        <p:nvSpPr>
          <p:cNvPr id="583" name="Google Shape;583;p70"/>
          <p:cNvSpPr/>
          <p:nvPr/>
        </p:nvSpPr>
        <p:spPr>
          <a:xfrm>
            <a:off x="1692925"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584" name="Google Shape;584;p70"/>
          <p:cNvSpPr/>
          <p:nvPr/>
        </p:nvSpPr>
        <p:spPr>
          <a:xfrm>
            <a:off x="996925"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232</a:t>
            </a:r>
            <a:endParaRPr>
              <a:latin typeface="Cairo"/>
              <a:ea typeface="Cairo"/>
              <a:cs typeface="Cairo"/>
              <a:sym typeface="Cairo"/>
            </a:endParaRPr>
          </a:p>
        </p:txBody>
      </p:sp>
      <p:sp>
        <p:nvSpPr>
          <p:cNvPr id="585" name="Google Shape;585;p70"/>
          <p:cNvSpPr/>
          <p:nvPr/>
        </p:nvSpPr>
        <p:spPr>
          <a:xfrm>
            <a:off x="996925" y="13560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586" name="Google Shape;586;p70"/>
          <p:cNvSpPr/>
          <p:nvPr/>
        </p:nvSpPr>
        <p:spPr>
          <a:xfrm>
            <a:off x="1692925"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291</a:t>
            </a:r>
            <a:endParaRPr>
              <a:latin typeface="Cairo"/>
              <a:ea typeface="Cairo"/>
              <a:cs typeface="Cairo"/>
              <a:sym typeface="Cairo"/>
            </a:endParaRPr>
          </a:p>
        </p:txBody>
      </p:sp>
      <p:sp>
        <p:nvSpPr>
          <p:cNvPr id="587" name="Google Shape;587;p70"/>
          <p:cNvSpPr/>
          <p:nvPr/>
        </p:nvSpPr>
        <p:spPr>
          <a:xfrm>
            <a:off x="4829700"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-100</a:t>
            </a:r>
            <a:endParaRPr>
              <a:latin typeface="Cairo"/>
              <a:ea typeface="Cairo"/>
              <a:cs typeface="Cairo"/>
              <a:sym typeface="Cairo"/>
            </a:endParaRPr>
          </a:p>
        </p:txBody>
      </p:sp>
      <p:sp>
        <p:nvSpPr>
          <p:cNvPr id="588" name="Google Shape;588;p70"/>
          <p:cNvSpPr/>
          <p:nvPr/>
        </p:nvSpPr>
        <p:spPr>
          <a:xfrm>
            <a:off x="5525700"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589" name="Google Shape;589;p70"/>
          <p:cNvSpPr/>
          <p:nvPr/>
        </p:nvSpPr>
        <p:spPr>
          <a:xfrm>
            <a:off x="4829700"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232</a:t>
            </a:r>
            <a:endParaRPr>
              <a:latin typeface="Cairo"/>
              <a:ea typeface="Cairo"/>
              <a:cs typeface="Cairo"/>
              <a:sym typeface="Cairo"/>
            </a:endParaRPr>
          </a:p>
        </p:txBody>
      </p:sp>
      <p:sp>
        <p:nvSpPr>
          <p:cNvPr id="590" name="Google Shape;590;p70"/>
          <p:cNvSpPr/>
          <p:nvPr/>
        </p:nvSpPr>
        <p:spPr>
          <a:xfrm>
            <a:off x="4829700" y="13560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591" name="Google Shape;591;p70"/>
          <p:cNvSpPr/>
          <p:nvPr/>
        </p:nvSpPr>
        <p:spPr>
          <a:xfrm>
            <a:off x="5525700"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291</a:t>
            </a:r>
            <a:endParaRPr>
              <a:latin typeface="Cairo"/>
              <a:ea typeface="Cairo"/>
              <a:cs typeface="Cairo"/>
              <a:sym typeface="Cairo"/>
            </a:endParaRPr>
          </a:p>
        </p:txBody>
      </p:sp>
      <p:sp>
        <p:nvSpPr>
          <p:cNvPr id="592" name="Google Shape;592;p70"/>
          <p:cNvSpPr/>
          <p:nvPr/>
        </p:nvSpPr>
        <p:spPr>
          <a:xfrm>
            <a:off x="4829700" y="19509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593" name="Google Shape;593;p70"/>
          <p:cNvSpPr/>
          <p:nvPr/>
        </p:nvSpPr>
        <p:spPr>
          <a:xfrm>
            <a:off x="5525700" y="19509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594" name="Google Shape;594;p70"/>
          <p:cNvSpPr/>
          <p:nvPr/>
        </p:nvSpPr>
        <p:spPr>
          <a:xfrm>
            <a:off x="2363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595" name="Google Shape;595;p70"/>
          <p:cNvSpPr/>
          <p:nvPr/>
        </p:nvSpPr>
        <p:spPr>
          <a:xfrm>
            <a:off x="3059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283</a:t>
            </a:r>
            <a:endParaRPr>
              <a:latin typeface="Cairo"/>
              <a:ea typeface="Cairo"/>
              <a:cs typeface="Cairo"/>
              <a:sym typeface="Cairo"/>
            </a:endParaRPr>
          </a:p>
        </p:txBody>
      </p:sp>
      <p:sp>
        <p:nvSpPr>
          <p:cNvPr id="596" name="Google Shape;596;p70"/>
          <p:cNvSpPr/>
          <p:nvPr/>
        </p:nvSpPr>
        <p:spPr>
          <a:xfrm>
            <a:off x="3755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331</a:t>
            </a:r>
            <a:endParaRPr>
              <a:latin typeface="Cairo"/>
              <a:ea typeface="Cairo"/>
              <a:cs typeface="Cairo"/>
              <a:sym typeface="Cairo"/>
            </a:endParaRPr>
          </a:p>
        </p:txBody>
      </p:sp>
      <p:sp>
        <p:nvSpPr>
          <p:cNvPr id="597" name="Google Shape;597;p70"/>
          <p:cNvSpPr/>
          <p:nvPr/>
        </p:nvSpPr>
        <p:spPr>
          <a:xfrm>
            <a:off x="4451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407</a:t>
            </a:r>
            <a:endParaRPr>
              <a:latin typeface="Cairo"/>
              <a:ea typeface="Cairo"/>
              <a:cs typeface="Cairo"/>
              <a:sym typeface="Cairo"/>
            </a:endParaRPr>
          </a:p>
        </p:txBody>
      </p:sp>
      <p:sp>
        <p:nvSpPr>
          <p:cNvPr id="598" name="Google Shape;598;p70"/>
          <p:cNvSpPr/>
          <p:nvPr/>
        </p:nvSpPr>
        <p:spPr>
          <a:xfrm>
            <a:off x="5147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364</a:t>
            </a:r>
            <a:endParaRPr>
              <a:latin typeface="Cairo"/>
              <a:ea typeface="Cairo"/>
              <a:cs typeface="Cairo"/>
              <a:sym typeface="Cairo"/>
            </a:endParaRPr>
          </a:p>
        </p:txBody>
      </p:sp>
      <p:sp>
        <p:nvSpPr>
          <p:cNvPr id="599" name="Google Shape;599;p70"/>
          <p:cNvSpPr/>
          <p:nvPr/>
        </p:nvSpPr>
        <p:spPr>
          <a:xfrm>
            <a:off x="5843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319</a:t>
            </a:r>
            <a:endParaRPr>
              <a:latin typeface="Cairo"/>
              <a:ea typeface="Cairo"/>
              <a:cs typeface="Cairo"/>
              <a:sym typeface="Cai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Classifier (Softmax)</a:t>
            </a:r>
            <a:endParaRPr/>
          </a:p>
        </p:txBody>
      </p:sp>
      <p:sp>
        <p:nvSpPr>
          <p:cNvPr id="605" name="Google Shape;605;p71"/>
          <p:cNvSpPr/>
          <p:nvPr/>
        </p:nvSpPr>
        <p:spPr>
          <a:xfrm>
            <a:off x="2305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606" name="Google Shape;606;p71"/>
          <p:cNvSpPr/>
          <p:nvPr/>
        </p:nvSpPr>
        <p:spPr>
          <a:xfrm>
            <a:off x="3001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283</a:t>
            </a:r>
            <a:endParaRPr>
              <a:latin typeface="Cairo"/>
              <a:ea typeface="Cairo"/>
              <a:cs typeface="Cairo"/>
              <a:sym typeface="Cairo"/>
            </a:endParaRPr>
          </a:p>
        </p:txBody>
      </p:sp>
      <p:sp>
        <p:nvSpPr>
          <p:cNvPr id="607" name="Google Shape;607;p71"/>
          <p:cNvSpPr/>
          <p:nvPr/>
        </p:nvSpPr>
        <p:spPr>
          <a:xfrm>
            <a:off x="3697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331</a:t>
            </a:r>
            <a:endParaRPr>
              <a:latin typeface="Cairo"/>
              <a:ea typeface="Cairo"/>
              <a:cs typeface="Cairo"/>
              <a:sym typeface="Cairo"/>
            </a:endParaRPr>
          </a:p>
        </p:txBody>
      </p:sp>
      <p:sp>
        <p:nvSpPr>
          <p:cNvPr id="608" name="Google Shape;608;p71"/>
          <p:cNvSpPr/>
          <p:nvPr/>
        </p:nvSpPr>
        <p:spPr>
          <a:xfrm>
            <a:off x="4393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407</a:t>
            </a:r>
            <a:endParaRPr>
              <a:latin typeface="Cairo"/>
              <a:ea typeface="Cairo"/>
              <a:cs typeface="Cairo"/>
              <a:sym typeface="Cairo"/>
            </a:endParaRPr>
          </a:p>
        </p:txBody>
      </p:sp>
      <p:sp>
        <p:nvSpPr>
          <p:cNvPr id="609" name="Google Shape;609;p71"/>
          <p:cNvSpPr/>
          <p:nvPr/>
        </p:nvSpPr>
        <p:spPr>
          <a:xfrm>
            <a:off x="5089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364</a:t>
            </a:r>
            <a:endParaRPr>
              <a:latin typeface="Cairo"/>
              <a:ea typeface="Cairo"/>
              <a:cs typeface="Cairo"/>
              <a:sym typeface="Cairo"/>
            </a:endParaRPr>
          </a:p>
        </p:txBody>
      </p:sp>
      <p:sp>
        <p:nvSpPr>
          <p:cNvPr id="610" name="Google Shape;610;p71"/>
          <p:cNvSpPr/>
          <p:nvPr/>
        </p:nvSpPr>
        <p:spPr>
          <a:xfrm>
            <a:off x="5785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319</a:t>
            </a:r>
            <a:endParaRPr>
              <a:latin typeface="Cairo"/>
              <a:ea typeface="Cairo"/>
              <a:cs typeface="Cairo"/>
              <a:sym typeface="Cairo"/>
            </a:endParaRPr>
          </a:p>
        </p:txBody>
      </p:sp>
      <p:pic>
        <p:nvPicPr>
          <p:cNvPr id="611" name="Google Shape;611;p71"/>
          <p:cNvPicPr preferRelativeResize="0"/>
          <p:nvPr/>
        </p:nvPicPr>
        <p:blipFill>
          <a:blip r:embed="rId3">
            <a:alphaModFix/>
          </a:blip>
          <a:stretch>
            <a:fillRect/>
          </a:stretch>
        </p:blipFill>
        <p:spPr>
          <a:xfrm>
            <a:off x="1962725" y="2623225"/>
            <a:ext cx="1381974" cy="1381974"/>
          </a:xfrm>
          <a:prstGeom prst="rect">
            <a:avLst/>
          </a:prstGeom>
          <a:noFill/>
          <a:ln>
            <a:noFill/>
          </a:ln>
        </p:spPr>
      </p:pic>
      <p:sp>
        <p:nvSpPr>
          <p:cNvPr id="612" name="Google Shape;612;p71"/>
          <p:cNvSpPr txBox="1"/>
          <p:nvPr>
            <p:ph type="title"/>
          </p:nvPr>
        </p:nvSpPr>
        <p:spPr>
          <a:xfrm>
            <a:off x="1666563" y="4005200"/>
            <a:ext cx="19743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Probability: 92%</a:t>
            </a:r>
            <a:endParaRPr sz="1800"/>
          </a:p>
        </p:txBody>
      </p:sp>
      <p:sp>
        <p:nvSpPr>
          <p:cNvPr id="613" name="Google Shape;613;p71"/>
          <p:cNvSpPr txBox="1"/>
          <p:nvPr>
            <p:ph type="title"/>
          </p:nvPr>
        </p:nvSpPr>
        <p:spPr>
          <a:xfrm>
            <a:off x="2358213" y="2146525"/>
            <a:ext cx="5910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Cat</a:t>
            </a:r>
            <a:endParaRPr sz="1800"/>
          </a:p>
        </p:txBody>
      </p:sp>
      <p:sp>
        <p:nvSpPr>
          <p:cNvPr id="614" name="Google Shape;614;p71"/>
          <p:cNvSpPr txBox="1"/>
          <p:nvPr>
            <p:ph type="title"/>
          </p:nvPr>
        </p:nvSpPr>
        <p:spPr>
          <a:xfrm>
            <a:off x="4900500" y="4005200"/>
            <a:ext cx="19743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Probability: 26%</a:t>
            </a:r>
            <a:endParaRPr sz="1800"/>
          </a:p>
        </p:txBody>
      </p:sp>
      <p:sp>
        <p:nvSpPr>
          <p:cNvPr id="615" name="Google Shape;615;p71"/>
          <p:cNvSpPr txBox="1"/>
          <p:nvPr>
            <p:ph type="title"/>
          </p:nvPr>
        </p:nvSpPr>
        <p:spPr>
          <a:xfrm>
            <a:off x="5544888" y="2146525"/>
            <a:ext cx="6384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Dog</a:t>
            </a:r>
            <a:endParaRPr sz="1800"/>
          </a:p>
        </p:txBody>
      </p:sp>
      <p:cxnSp>
        <p:nvCxnSpPr>
          <p:cNvPr id="616" name="Google Shape;616;p71"/>
          <p:cNvCxnSpPr/>
          <p:nvPr/>
        </p:nvCxnSpPr>
        <p:spPr>
          <a:xfrm>
            <a:off x="4258325" y="2041075"/>
            <a:ext cx="6600" cy="1431000"/>
          </a:xfrm>
          <a:prstGeom prst="straightConnector1">
            <a:avLst/>
          </a:prstGeom>
          <a:noFill/>
          <a:ln cap="flat" cmpd="sng" w="9525">
            <a:solidFill>
              <a:srgbClr val="666666"/>
            </a:solidFill>
            <a:prstDash val="solid"/>
            <a:round/>
            <a:headEnd len="med" w="med" type="none"/>
            <a:tailEnd len="med" w="med" type="none"/>
          </a:ln>
        </p:spPr>
      </p:cxnSp>
      <p:cxnSp>
        <p:nvCxnSpPr>
          <p:cNvPr id="617" name="Google Shape;617;p71"/>
          <p:cNvCxnSpPr/>
          <p:nvPr/>
        </p:nvCxnSpPr>
        <p:spPr>
          <a:xfrm>
            <a:off x="4264775" y="3471975"/>
            <a:ext cx="515700" cy="0"/>
          </a:xfrm>
          <a:prstGeom prst="straightConnector1">
            <a:avLst/>
          </a:prstGeom>
          <a:noFill/>
          <a:ln cap="flat" cmpd="sng" w="9525">
            <a:solidFill>
              <a:srgbClr val="666666"/>
            </a:solidFill>
            <a:prstDash val="solid"/>
            <a:round/>
            <a:headEnd len="med" w="med" type="none"/>
            <a:tailEnd len="med" w="med" type="triangle"/>
          </a:ln>
        </p:spPr>
      </p:cxnSp>
      <p:cxnSp>
        <p:nvCxnSpPr>
          <p:cNvPr id="618" name="Google Shape;618;p71"/>
          <p:cNvCxnSpPr/>
          <p:nvPr/>
        </p:nvCxnSpPr>
        <p:spPr>
          <a:xfrm>
            <a:off x="4264775" y="3471975"/>
            <a:ext cx="515700" cy="0"/>
          </a:xfrm>
          <a:prstGeom prst="straightConnector1">
            <a:avLst/>
          </a:prstGeom>
          <a:noFill/>
          <a:ln cap="flat" cmpd="sng" w="9525">
            <a:solidFill>
              <a:srgbClr val="666666"/>
            </a:solidFill>
            <a:prstDash val="solid"/>
            <a:round/>
            <a:headEnd len="med" w="med" type="none"/>
            <a:tailEnd len="med" w="med" type="triangle"/>
          </a:ln>
        </p:spPr>
      </p:cxnSp>
      <p:cxnSp>
        <p:nvCxnSpPr>
          <p:cNvPr id="619" name="Google Shape;619;p71"/>
          <p:cNvCxnSpPr/>
          <p:nvPr/>
        </p:nvCxnSpPr>
        <p:spPr>
          <a:xfrm rot="10800000">
            <a:off x="3781625" y="3468825"/>
            <a:ext cx="476700" cy="6300"/>
          </a:xfrm>
          <a:prstGeom prst="straightConnector1">
            <a:avLst/>
          </a:prstGeom>
          <a:noFill/>
          <a:ln cap="flat" cmpd="sng" w="9525">
            <a:solidFill>
              <a:srgbClr val="666666"/>
            </a:solidFill>
            <a:prstDash val="solid"/>
            <a:round/>
            <a:headEnd len="med" w="med" type="none"/>
            <a:tailEnd len="med" w="med" type="triangle"/>
          </a:ln>
        </p:spPr>
      </p:cxnSp>
      <p:pic>
        <p:nvPicPr>
          <p:cNvPr id="620" name="Google Shape;620;p71" title="golden-retriever-tongue-out.jpg"/>
          <p:cNvPicPr preferRelativeResize="0"/>
          <p:nvPr/>
        </p:nvPicPr>
        <p:blipFill rotWithShape="1">
          <a:blip r:embed="rId4">
            <a:alphaModFix/>
          </a:blip>
          <a:srcRect b="0" l="11224" r="28207" t="0"/>
          <a:stretch/>
        </p:blipFill>
        <p:spPr>
          <a:xfrm>
            <a:off x="5178550" y="2623225"/>
            <a:ext cx="1381974" cy="1381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7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Putting It All Together</a:t>
            </a:r>
            <a:endParaRPr/>
          </a:p>
        </p:txBody>
      </p:sp>
      <p:sp>
        <p:nvSpPr>
          <p:cNvPr id="626" name="Google Shape;626;p72"/>
          <p:cNvSpPr txBox="1"/>
          <p:nvPr>
            <p:ph idx="1" type="body"/>
          </p:nvPr>
        </p:nvSpPr>
        <p:spPr>
          <a:xfrm>
            <a:off x="720000" y="1335850"/>
            <a:ext cx="7704000" cy="310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2000"/>
              <a:t>Early on in convolutions, the network notices simple things (edges, lines, corners)</a:t>
            </a:r>
            <a:endParaRPr sz="2000"/>
          </a:p>
          <a:p>
            <a:pPr indent="0" lvl="0" marL="0" rtl="0" algn="l">
              <a:lnSpc>
                <a:spcPct val="100000"/>
              </a:lnSpc>
              <a:spcBef>
                <a:spcPts val="0"/>
              </a:spcBef>
              <a:spcAft>
                <a:spcPts val="0"/>
              </a:spcAft>
              <a:buSzPts val="1200"/>
              <a:buNone/>
            </a:pPr>
            <a:r>
              <a:rPr lang="en" sz="2000"/>
              <a:t>Those get combined into slightly more complex shapes (curves, textures)</a:t>
            </a:r>
            <a:endParaRPr sz="2000"/>
          </a:p>
          <a:p>
            <a:pPr indent="0" lvl="0" marL="0" rtl="0" algn="l">
              <a:lnSpc>
                <a:spcPct val="100000"/>
              </a:lnSpc>
              <a:spcBef>
                <a:spcPts val="0"/>
              </a:spcBef>
              <a:spcAft>
                <a:spcPts val="0"/>
              </a:spcAft>
              <a:buSzPts val="1200"/>
              <a:buNone/>
            </a:pPr>
            <a:r>
              <a:rPr lang="en" sz="2000"/>
              <a:t>Eventually those combine into recognizable objects (eyes, a wheel, a face)</a:t>
            </a:r>
            <a:endParaRPr sz="2000"/>
          </a:p>
          <a:p>
            <a:pPr indent="0" lvl="0" marL="0" rtl="0" algn="l">
              <a:lnSpc>
                <a:spcPct val="100000"/>
              </a:lnSpc>
              <a:spcBef>
                <a:spcPts val="0"/>
              </a:spcBef>
              <a:spcAft>
                <a:spcPts val="0"/>
              </a:spcAft>
              <a:buSzPts val="1200"/>
              <a:buNone/>
            </a:pPr>
            <a:r>
              <a:rPr lang="en" sz="2000"/>
              <a:t>Flattening happens at the end then classification.</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