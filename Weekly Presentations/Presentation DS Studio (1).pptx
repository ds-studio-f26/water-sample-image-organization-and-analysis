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0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312.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60" r:id="rId5"/>
    <p:sldMasterId id="2147483961" r:id="rId6"/>
    <p:sldMasterId id="2147483962" r:id="rId7"/>
    <p:sldMasterId id="2147483963" r:id="rId8"/>
    <p:sldMasterId id="2147483964" r:id="rId9"/>
    <p:sldMasterId id="2147483965" r:id="rId10"/>
    <p:sldMasterId id="2147483966" r:id="rId11"/>
    <p:sldMasterId id="2147483967" r:id="rId12"/>
    <p:sldMasterId id="2147483968" r:id="rId13"/>
    <p:sldMasterId id="2147483969" r:id="rId14"/>
    <p:sldMasterId id="2147483970" r:id="rId15"/>
    <p:sldMasterId id="2147483971" r:id="rId16"/>
    <p:sldMasterId id="2147483972" r:id="rId17"/>
  </p:sldMasterIdLst>
  <p:notesMasterIdLst>
    <p:notesMasterId r:id="rId18"/>
  </p:notes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 id="304" r:id="rId67"/>
    <p:sldId id="305" r:id="rId68"/>
    <p:sldId id="306" r:id="rId69"/>
    <p:sldId id="307" r:id="rId70"/>
    <p:sldId id="308"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Lst>
  <p:sldSz cy="5143500" cx="9144000"/>
  <p:notesSz cx="6858000" cy="9144000"/>
  <p:embeddedFontLst>
    <p:embeddedFont>
      <p:font typeface="Raleway"/>
      <p:regular r:id="rId109"/>
      <p:bold r:id="rId110"/>
      <p:italic r:id="rId111"/>
      <p:boldItalic r:id="rId112"/>
    </p:embeddedFont>
    <p:embeddedFont>
      <p:font typeface="Nunito"/>
      <p:regular r:id="rId113"/>
      <p:bold r:id="rId114"/>
      <p:italic r:id="rId115"/>
      <p:boldItalic r:id="rId116"/>
    </p:embeddedFont>
    <p:embeddedFont>
      <p:font typeface="Kumbh Sans"/>
      <p:regular r:id="rId117"/>
      <p:bold r:id="rId118"/>
    </p:embeddedFont>
    <p:embeddedFont>
      <p:font typeface="Roboto Mono"/>
      <p:regular r:id="rId119"/>
      <p:bold r:id="rId120"/>
      <p:italic r:id="rId121"/>
      <p:boldItalic r:id="rId122"/>
    </p:embeddedFont>
    <p:embeddedFont>
      <p:font typeface="Space Grotesk"/>
      <p:regular r:id="rId123"/>
      <p:bold r:id="rId124"/>
    </p:embeddedFont>
    <p:embeddedFont>
      <p:font typeface="Roboto"/>
      <p:regular r:id="rId125"/>
      <p:bold r:id="rId126"/>
      <p:italic r:id="rId127"/>
      <p:boldItalic r:id="rId128"/>
    </p:embeddedFont>
    <p:embeddedFont>
      <p:font typeface="Cairo"/>
      <p:regular r:id="rId129"/>
      <p:bold r:id="rId130"/>
    </p:embeddedFont>
    <p:embeddedFont>
      <p:font typeface="Outfit"/>
      <p:regular r:id="rId131"/>
      <p:bold r:id="rId132"/>
    </p:embeddedFont>
    <p:embeddedFont>
      <p:font typeface="DM Sans SemiBold"/>
      <p:regular r:id="rId133"/>
      <p:bold r:id="rId134"/>
      <p:italic r:id="rId135"/>
      <p:boldItalic r:id="rId136"/>
    </p:embeddedFont>
    <p:embeddedFont>
      <p:font typeface="Space Grotesk Medium"/>
      <p:regular r:id="rId137"/>
      <p:bold r:id="rId138"/>
    </p:embeddedFont>
    <p:embeddedFont>
      <p:font typeface="Outfit Medium"/>
      <p:regular r:id="rId139"/>
      <p:bold r:id="rId140"/>
    </p:embeddedFont>
    <p:embeddedFont>
      <p:font typeface="PT Sans"/>
      <p:regular r:id="rId141"/>
      <p:bold r:id="rId142"/>
      <p:italic r:id="rId143"/>
      <p:boldItalic r:id="rId144"/>
    </p:embeddedFont>
    <p:embeddedFont>
      <p:font typeface="DM Sans"/>
      <p:regular r:id="rId145"/>
      <p:bold r:id="rId146"/>
      <p:italic r:id="rId147"/>
      <p:boldItalic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F471E8-AE1B-4A06-86E5-673A1E1ED3A2}">
  <a:tblStyle styleId="{A8F471E8-AE1B-4A06-86E5-673A1E1ED3A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8798909-2474-468A-989C-B07BB48B937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2.xml"/><Relationship Id="rId42" Type="http://schemas.openxmlformats.org/officeDocument/2006/relationships/slide" Target="slides/slide24.xml"/><Relationship Id="rId41" Type="http://schemas.openxmlformats.org/officeDocument/2006/relationships/slide" Target="slides/slide23.xml"/><Relationship Id="rId44" Type="http://schemas.openxmlformats.org/officeDocument/2006/relationships/slide" Target="slides/slide26.xml"/><Relationship Id="rId43" Type="http://schemas.openxmlformats.org/officeDocument/2006/relationships/slide" Target="slides/slide25.xml"/><Relationship Id="rId46" Type="http://schemas.openxmlformats.org/officeDocument/2006/relationships/slide" Target="slides/slide28.xml"/><Relationship Id="rId45" Type="http://schemas.openxmlformats.org/officeDocument/2006/relationships/slide" Target="slides/slide27.xml"/><Relationship Id="rId107" Type="http://schemas.openxmlformats.org/officeDocument/2006/relationships/slide" Target="slides/slide89.xml"/><Relationship Id="rId106" Type="http://schemas.openxmlformats.org/officeDocument/2006/relationships/slide" Target="slides/slide88.xml"/><Relationship Id="rId105" Type="http://schemas.openxmlformats.org/officeDocument/2006/relationships/slide" Target="slides/slide87.xml"/><Relationship Id="rId104" Type="http://schemas.openxmlformats.org/officeDocument/2006/relationships/slide" Target="slides/slide86.xml"/><Relationship Id="rId109" Type="http://schemas.openxmlformats.org/officeDocument/2006/relationships/font" Target="fonts/Raleway-regular.fntdata"/><Relationship Id="rId108" Type="http://schemas.openxmlformats.org/officeDocument/2006/relationships/slide" Target="slides/slide90.xml"/><Relationship Id="rId48" Type="http://schemas.openxmlformats.org/officeDocument/2006/relationships/slide" Target="slides/slide30.xml"/><Relationship Id="rId47" Type="http://schemas.openxmlformats.org/officeDocument/2006/relationships/slide" Target="slides/slide29.xml"/><Relationship Id="rId49" Type="http://schemas.openxmlformats.org/officeDocument/2006/relationships/slide" Target="slides/slide31.xml"/><Relationship Id="rId103" Type="http://schemas.openxmlformats.org/officeDocument/2006/relationships/slide" Target="slides/slide85.xml"/><Relationship Id="rId102" Type="http://schemas.openxmlformats.org/officeDocument/2006/relationships/slide" Target="slides/slide84.xml"/><Relationship Id="rId101" Type="http://schemas.openxmlformats.org/officeDocument/2006/relationships/slide" Target="slides/slide83.xml"/><Relationship Id="rId100" Type="http://schemas.openxmlformats.org/officeDocument/2006/relationships/slide" Target="slides/slide82.xml"/><Relationship Id="rId31" Type="http://schemas.openxmlformats.org/officeDocument/2006/relationships/slide" Target="slides/slide13.xml"/><Relationship Id="rId30" Type="http://schemas.openxmlformats.org/officeDocument/2006/relationships/slide" Target="slides/slide12.xml"/><Relationship Id="rId33" Type="http://schemas.openxmlformats.org/officeDocument/2006/relationships/slide" Target="slides/slide15.xml"/><Relationship Id="rId32" Type="http://schemas.openxmlformats.org/officeDocument/2006/relationships/slide" Target="slides/slide14.xml"/><Relationship Id="rId35" Type="http://schemas.openxmlformats.org/officeDocument/2006/relationships/slide" Target="slides/slide17.xml"/><Relationship Id="rId34" Type="http://schemas.openxmlformats.org/officeDocument/2006/relationships/slide" Target="slides/slide16.xml"/><Relationship Id="rId37" Type="http://schemas.openxmlformats.org/officeDocument/2006/relationships/slide" Target="slides/slide19.xml"/><Relationship Id="rId36" Type="http://schemas.openxmlformats.org/officeDocument/2006/relationships/slide" Target="slides/slide18.xml"/><Relationship Id="rId39" Type="http://schemas.openxmlformats.org/officeDocument/2006/relationships/slide" Target="slides/slide21.xml"/><Relationship Id="rId38" Type="http://schemas.openxmlformats.org/officeDocument/2006/relationships/slide" Target="slides/slide20.xml"/><Relationship Id="rId20" Type="http://schemas.openxmlformats.org/officeDocument/2006/relationships/slide" Target="slides/slide2.xml"/><Relationship Id="rId22" Type="http://schemas.openxmlformats.org/officeDocument/2006/relationships/slide" Target="slides/slide4.xml"/><Relationship Id="rId21" Type="http://schemas.openxmlformats.org/officeDocument/2006/relationships/slide" Target="slides/slide3.xml"/><Relationship Id="rId24" Type="http://schemas.openxmlformats.org/officeDocument/2006/relationships/slide" Target="slides/slide6.xml"/><Relationship Id="rId23" Type="http://schemas.openxmlformats.org/officeDocument/2006/relationships/slide" Target="slides/slide5.xml"/><Relationship Id="rId129" Type="http://schemas.openxmlformats.org/officeDocument/2006/relationships/font" Target="fonts/Cairo-regular.fntdata"/><Relationship Id="rId128" Type="http://schemas.openxmlformats.org/officeDocument/2006/relationships/font" Target="fonts/Roboto-boldItalic.fntdata"/><Relationship Id="rId127" Type="http://schemas.openxmlformats.org/officeDocument/2006/relationships/font" Target="fonts/Roboto-italic.fntdata"/><Relationship Id="rId126" Type="http://schemas.openxmlformats.org/officeDocument/2006/relationships/font" Target="fonts/Roboto-bold.fntdata"/><Relationship Id="rId26" Type="http://schemas.openxmlformats.org/officeDocument/2006/relationships/slide" Target="slides/slide8.xml"/><Relationship Id="rId121" Type="http://schemas.openxmlformats.org/officeDocument/2006/relationships/font" Target="fonts/RobotoMono-italic.fntdata"/><Relationship Id="rId25" Type="http://schemas.openxmlformats.org/officeDocument/2006/relationships/slide" Target="slides/slide7.xml"/><Relationship Id="rId120" Type="http://schemas.openxmlformats.org/officeDocument/2006/relationships/font" Target="fonts/RobotoMono-bold.fntdata"/><Relationship Id="rId28" Type="http://schemas.openxmlformats.org/officeDocument/2006/relationships/slide" Target="slides/slide10.xml"/><Relationship Id="rId27" Type="http://schemas.openxmlformats.org/officeDocument/2006/relationships/slide" Target="slides/slide9.xml"/><Relationship Id="rId125" Type="http://schemas.openxmlformats.org/officeDocument/2006/relationships/font" Target="fonts/Roboto-regular.fntdata"/><Relationship Id="rId29" Type="http://schemas.openxmlformats.org/officeDocument/2006/relationships/slide" Target="slides/slide11.xml"/><Relationship Id="rId124" Type="http://schemas.openxmlformats.org/officeDocument/2006/relationships/font" Target="fonts/SpaceGrotesk-bold.fntdata"/><Relationship Id="rId123" Type="http://schemas.openxmlformats.org/officeDocument/2006/relationships/font" Target="fonts/SpaceGrotesk-regular.fntdata"/><Relationship Id="rId122" Type="http://schemas.openxmlformats.org/officeDocument/2006/relationships/font" Target="fonts/RobotoMono-boldItalic.fntdata"/><Relationship Id="rId95" Type="http://schemas.openxmlformats.org/officeDocument/2006/relationships/slide" Target="slides/slide77.xml"/><Relationship Id="rId94" Type="http://schemas.openxmlformats.org/officeDocument/2006/relationships/slide" Target="slides/slide76.xml"/><Relationship Id="rId97" Type="http://schemas.openxmlformats.org/officeDocument/2006/relationships/slide" Target="slides/slide79.xml"/><Relationship Id="rId96" Type="http://schemas.openxmlformats.org/officeDocument/2006/relationships/slide" Target="slides/slide78.xml"/><Relationship Id="rId11" Type="http://schemas.openxmlformats.org/officeDocument/2006/relationships/slideMaster" Target="slideMasters/slideMaster7.xml"/><Relationship Id="rId99" Type="http://schemas.openxmlformats.org/officeDocument/2006/relationships/slide" Target="slides/slide81.xml"/><Relationship Id="rId10" Type="http://schemas.openxmlformats.org/officeDocument/2006/relationships/slideMaster" Target="slideMasters/slideMaster6.xml"/><Relationship Id="rId98" Type="http://schemas.openxmlformats.org/officeDocument/2006/relationships/slide" Target="slides/slide80.xml"/><Relationship Id="rId13" Type="http://schemas.openxmlformats.org/officeDocument/2006/relationships/slideMaster" Target="slideMasters/slideMaster9.xml"/><Relationship Id="rId12" Type="http://schemas.openxmlformats.org/officeDocument/2006/relationships/slideMaster" Target="slideMasters/slideMaster8.xml"/><Relationship Id="rId91" Type="http://schemas.openxmlformats.org/officeDocument/2006/relationships/slide" Target="slides/slide73.xml"/><Relationship Id="rId90" Type="http://schemas.openxmlformats.org/officeDocument/2006/relationships/slide" Target="slides/slide72.xml"/><Relationship Id="rId93" Type="http://schemas.openxmlformats.org/officeDocument/2006/relationships/slide" Target="slides/slide75.xml"/><Relationship Id="rId92" Type="http://schemas.openxmlformats.org/officeDocument/2006/relationships/slide" Target="slides/slide74.xml"/><Relationship Id="rId118" Type="http://schemas.openxmlformats.org/officeDocument/2006/relationships/font" Target="fonts/KumbhSans-bold.fntdata"/><Relationship Id="rId117" Type="http://schemas.openxmlformats.org/officeDocument/2006/relationships/font" Target="fonts/KumbhSans-regular.fntdata"/><Relationship Id="rId116" Type="http://schemas.openxmlformats.org/officeDocument/2006/relationships/font" Target="fonts/Nunito-boldItalic.fntdata"/><Relationship Id="rId115" Type="http://schemas.openxmlformats.org/officeDocument/2006/relationships/font" Target="fonts/Nunito-italic.fntdata"/><Relationship Id="rId119" Type="http://schemas.openxmlformats.org/officeDocument/2006/relationships/font" Target="fonts/RobotoMono-regular.fntdata"/><Relationship Id="rId15" Type="http://schemas.openxmlformats.org/officeDocument/2006/relationships/slideMaster" Target="slideMasters/slideMaster11.xml"/><Relationship Id="rId110" Type="http://schemas.openxmlformats.org/officeDocument/2006/relationships/font" Target="fonts/Raleway-bold.fntdata"/><Relationship Id="rId14" Type="http://schemas.openxmlformats.org/officeDocument/2006/relationships/slideMaster" Target="slideMasters/slideMaster10.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 Target="slides/slide1.xml"/><Relationship Id="rId114" Type="http://schemas.openxmlformats.org/officeDocument/2006/relationships/font" Target="fonts/Nunito-bold.fntdata"/><Relationship Id="rId18" Type="http://schemas.openxmlformats.org/officeDocument/2006/relationships/notesMaster" Target="notesMasters/notesMaster1.xml"/><Relationship Id="rId113" Type="http://schemas.openxmlformats.org/officeDocument/2006/relationships/font" Target="fonts/Nunito-regular.fntdata"/><Relationship Id="rId112" Type="http://schemas.openxmlformats.org/officeDocument/2006/relationships/font" Target="fonts/Raleway-boldItalic.fntdata"/><Relationship Id="rId111" Type="http://schemas.openxmlformats.org/officeDocument/2006/relationships/font" Target="fonts/Raleway-italic.fntdata"/><Relationship Id="rId84" Type="http://schemas.openxmlformats.org/officeDocument/2006/relationships/slide" Target="slides/slide66.xml"/><Relationship Id="rId83" Type="http://schemas.openxmlformats.org/officeDocument/2006/relationships/slide" Target="slides/slide65.xml"/><Relationship Id="rId86" Type="http://schemas.openxmlformats.org/officeDocument/2006/relationships/slide" Target="slides/slide68.xml"/><Relationship Id="rId85" Type="http://schemas.openxmlformats.org/officeDocument/2006/relationships/slide" Target="slides/slide67.xml"/><Relationship Id="rId88" Type="http://schemas.openxmlformats.org/officeDocument/2006/relationships/slide" Target="slides/slide70.xml"/><Relationship Id="rId87" Type="http://schemas.openxmlformats.org/officeDocument/2006/relationships/slide" Target="slides/slide69.xml"/><Relationship Id="rId89" Type="http://schemas.openxmlformats.org/officeDocument/2006/relationships/slide" Target="slides/slide71.xml"/><Relationship Id="rId80" Type="http://schemas.openxmlformats.org/officeDocument/2006/relationships/slide" Target="slides/slide62.xml"/><Relationship Id="rId82" Type="http://schemas.openxmlformats.org/officeDocument/2006/relationships/slide" Target="slides/slide64.xml"/><Relationship Id="rId81" Type="http://schemas.openxmlformats.org/officeDocument/2006/relationships/slide" Target="slides/slide63.xml"/><Relationship Id="rId1" Type="http://schemas.openxmlformats.org/officeDocument/2006/relationships/theme" Target="theme/theme10.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48" Type="http://schemas.openxmlformats.org/officeDocument/2006/relationships/font" Target="fonts/DMSans-boldItalic.fntdata"/><Relationship Id="rId9" Type="http://schemas.openxmlformats.org/officeDocument/2006/relationships/slideMaster" Target="slideMasters/slideMaster5.xml"/><Relationship Id="rId143" Type="http://schemas.openxmlformats.org/officeDocument/2006/relationships/font" Target="fonts/PTSans-italic.fntdata"/><Relationship Id="rId142" Type="http://schemas.openxmlformats.org/officeDocument/2006/relationships/font" Target="fonts/PTSans-bold.fntdata"/><Relationship Id="rId141" Type="http://schemas.openxmlformats.org/officeDocument/2006/relationships/font" Target="fonts/PTSans-regular.fntdata"/><Relationship Id="rId140" Type="http://schemas.openxmlformats.org/officeDocument/2006/relationships/font" Target="fonts/OutfitMedium-bold.fntdata"/><Relationship Id="rId5" Type="http://schemas.openxmlformats.org/officeDocument/2006/relationships/slideMaster" Target="slideMasters/slideMaster1.xml"/><Relationship Id="rId147" Type="http://schemas.openxmlformats.org/officeDocument/2006/relationships/font" Target="fonts/DMSans-italic.fntdata"/><Relationship Id="rId6" Type="http://schemas.openxmlformats.org/officeDocument/2006/relationships/slideMaster" Target="slideMasters/slideMaster2.xml"/><Relationship Id="rId146" Type="http://schemas.openxmlformats.org/officeDocument/2006/relationships/font" Target="fonts/DMSans-bold.fntdata"/><Relationship Id="rId7" Type="http://schemas.openxmlformats.org/officeDocument/2006/relationships/slideMaster" Target="slideMasters/slideMaster3.xml"/><Relationship Id="rId145" Type="http://schemas.openxmlformats.org/officeDocument/2006/relationships/font" Target="fonts/DMSans-regular.fntdata"/><Relationship Id="rId8" Type="http://schemas.openxmlformats.org/officeDocument/2006/relationships/slideMaster" Target="slideMasters/slideMaster4.xml"/><Relationship Id="rId144" Type="http://schemas.openxmlformats.org/officeDocument/2006/relationships/font" Target="fonts/PTSans-boldItalic.fntdata"/><Relationship Id="rId73" Type="http://schemas.openxmlformats.org/officeDocument/2006/relationships/slide" Target="slides/slide55.xml"/><Relationship Id="rId72" Type="http://schemas.openxmlformats.org/officeDocument/2006/relationships/slide" Target="slides/slide54.xml"/><Relationship Id="rId75" Type="http://schemas.openxmlformats.org/officeDocument/2006/relationships/slide" Target="slides/slide57.xml"/><Relationship Id="rId74" Type="http://schemas.openxmlformats.org/officeDocument/2006/relationships/slide" Target="slides/slide56.xml"/><Relationship Id="rId77" Type="http://schemas.openxmlformats.org/officeDocument/2006/relationships/slide" Target="slides/slide59.xml"/><Relationship Id="rId76" Type="http://schemas.openxmlformats.org/officeDocument/2006/relationships/slide" Target="slides/slide58.xml"/><Relationship Id="rId79" Type="http://schemas.openxmlformats.org/officeDocument/2006/relationships/slide" Target="slides/slide61.xml"/><Relationship Id="rId78" Type="http://schemas.openxmlformats.org/officeDocument/2006/relationships/slide" Target="slides/slide60.xml"/><Relationship Id="rId71" Type="http://schemas.openxmlformats.org/officeDocument/2006/relationships/slide" Target="slides/slide53.xml"/><Relationship Id="rId70" Type="http://schemas.openxmlformats.org/officeDocument/2006/relationships/slide" Target="slides/slide52.xml"/><Relationship Id="rId139" Type="http://schemas.openxmlformats.org/officeDocument/2006/relationships/font" Target="fonts/OutfitMedium-regular.fntdata"/><Relationship Id="rId138" Type="http://schemas.openxmlformats.org/officeDocument/2006/relationships/font" Target="fonts/SpaceGroteskMedium-bold.fntdata"/><Relationship Id="rId137" Type="http://schemas.openxmlformats.org/officeDocument/2006/relationships/font" Target="fonts/SpaceGroteskMedium-regular.fntdata"/><Relationship Id="rId132" Type="http://schemas.openxmlformats.org/officeDocument/2006/relationships/font" Target="fonts/Outfit-bold.fntdata"/><Relationship Id="rId131" Type="http://schemas.openxmlformats.org/officeDocument/2006/relationships/font" Target="fonts/Outfit-regular.fntdata"/><Relationship Id="rId130" Type="http://schemas.openxmlformats.org/officeDocument/2006/relationships/font" Target="fonts/Cairo-bold.fntdata"/><Relationship Id="rId136" Type="http://schemas.openxmlformats.org/officeDocument/2006/relationships/font" Target="fonts/DMSansSemiBold-boldItalic.fntdata"/><Relationship Id="rId135" Type="http://schemas.openxmlformats.org/officeDocument/2006/relationships/font" Target="fonts/DMSansSemiBold-italic.fntdata"/><Relationship Id="rId134" Type="http://schemas.openxmlformats.org/officeDocument/2006/relationships/font" Target="fonts/DMSansSemiBold-bold.fntdata"/><Relationship Id="rId133" Type="http://schemas.openxmlformats.org/officeDocument/2006/relationships/font" Target="fonts/DMSansSemiBold-regular.fntdata"/><Relationship Id="rId62" Type="http://schemas.openxmlformats.org/officeDocument/2006/relationships/slide" Target="slides/slide44.xml"/><Relationship Id="rId61" Type="http://schemas.openxmlformats.org/officeDocument/2006/relationships/slide" Target="slides/slide43.xml"/><Relationship Id="rId64" Type="http://schemas.openxmlformats.org/officeDocument/2006/relationships/slide" Target="slides/slide46.xml"/><Relationship Id="rId63" Type="http://schemas.openxmlformats.org/officeDocument/2006/relationships/slide" Target="slides/slide45.xml"/><Relationship Id="rId66" Type="http://schemas.openxmlformats.org/officeDocument/2006/relationships/slide" Target="slides/slide48.xml"/><Relationship Id="rId65" Type="http://schemas.openxmlformats.org/officeDocument/2006/relationships/slide" Target="slides/slide47.xml"/><Relationship Id="rId68" Type="http://schemas.openxmlformats.org/officeDocument/2006/relationships/slide" Target="slides/slide50.xml"/><Relationship Id="rId67" Type="http://schemas.openxmlformats.org/officeDocument/2006/relationships/slide" Target="slides/slide49.xml"/><Relationship Id="rId60" Type="http://schemas.openxmlformats.org/officeDocument/2006/relationships/slide" Target="slides/slide42.xml"/><Relationship Id="rId69" Type="http://schemas.openxmlformats.org/officeDocument/2006/relationships/slide" Target="slides/slide51.xml"/><Relationship Id="rId51" Type="http://schemas.openxmlformats.org/officeDocument/2006/relationships/slide" Target="slides/slide33.xml"/><Relationship Id="rId50" Type="http://schemas.openxmlformats.org/officeDocument/2006/relationships/slide" Target="slides/slide32.xml"/><Relationship Id="rId53" Type="http://schemas.openxmlformats.org/officeDocument/2006/relationships/slide" Target="slides/slide35.xml"/><Relationship Id="rId52" Type="http://schemas.openxmlformats.org/officeDocument/2006/relationships/slide" Target="slides/slide34.xml"/><Relationship Id="rId55" Type="http://schemas.openxmlformats.org/officeDocument/2006/relationships/slide" Target="slides/slide37.xml"/><Relationship Id="rId54" Type="http://schemas.openxmlformats.org/officeDocument/2006/relationships/slide" Target="slides/slide36.xml"/><Relationship Id="rId57" Type="http://schemas.openxmlformats.org/officeDocument/2006/relationships/slide" Target="slides/slide39.xml"/><Relationship Id="rId56" Type="http://schemas.openxmlformats.org/officeDocument/2006/relationships/slide" Target="slides/slide38.xml"/><Relationship Id="rId59" Type="http://schemas.openxmlformats.org/officeDocument/2006/relationships/slide" Target="slides/slide41.xml"/><Relationship Id="rId58"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c.ncbi.nlm.nih.gov/articles/PMC9631582/?utm_source=gemini" TargetMode="External"/><Relationship Id="rId3" Type="http://schemas.openxmlformats.org/officeDocument/2006/relationships/hyperlink" Target="https://pmc.ncbi.nlm.nih.gov/articles/PMC9631582/?utm_source=gemini"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3fb92885e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6" name="Google Shape;3106;g3fb92885e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0" name="Shape 3110"/>
        <p:cNvGrpSpPr/>
        <p:nvPr/>
      </p:nvGrpSpPr>
      <p:grpSpPr>
        <a:xfrm>
          <a:off x="0" y="0"/>
          <a:ext cx="0" cy="0"/>
          <a:chOff x="0" y="0"/>
          <a:chExt cx="0" cy="0"/>
        </a:xfrm>
      </p:grpSpPr>
      <p:sp>
        <p:nvSpPr>
          <p:cNvPr id="3111" name="Google Shape;3111;g3fa4def1ee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2" name="Google Shape;3112;g3fa4def1ee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0" name="Shape 3120"/>
        <p:cNvGrpSpPr/>
        <p:nvPr/>
      </p:nvGrpSpPr>
      <p:grpSpPr>
        <a:xfrm>
          <a:off x="0" y="0"/>
          <a:ext cx="0" cy="0"/>
          <a:chOff x="0" y="0"/>
          <a:chExt cx="0" cy="0"/>
        </a:xfrm>
      </p:grpSpPr>
      <p:sp>
        <p:nvSpPr>
          <p:cNvPr id="3121" name="Google Shape;3121;g3fa802e791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2" name="Google Shape;3122;g3fa802e79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2" name="Shape 3132"/>
        <p:cNvGrpSpPr/>
        <p:nvPr/>
      </p:nvGrpSpPr>
      <p:grpSpPr>
        <a:xfrm>
          <a:off x="0" y="0"/>
          <a:ext cx="0" cy="0"/>
          <a:chOff x="0" y="0"/>
          <a:chExt cx="0" cy="0"/>
        </a:xfrm>
      </p:grpSpPr>
      <p:sp>
        <p:nvSpPr>
          <p:cNvPr id="3133" name="Google Shape;3133;g3fa4def1eee_1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4" name="Google Shape;3134;g3fa4def1eee_1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4" name="Shape 3144"/>
        <p:cNvGrpSpPr/>
        <p:nvPr/>
      </p:nvGrpSpPr>
      <p:grpSpPr>
        <a:xfrm>
          <a:off x="0" y="0"/>
          <a:ext cx="0" cy="0"/>
          <a:chOff x="0" y="0"/>
          <a:chExt cx="0" cy="0"/>
        </a:xfrm>
      </p:grpSpPr>
      <p:sp>
        <p:nvSpPr>
          <p:cNvPr id="3145" name="Google Shape;3145;g3fa4def1eee_1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6" name="Google Shape;3146;g3fa4def1eee_1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0" name="Shape 3150"/>
        <p:cNvGrpSpPr/>
        <p:nvPr/>
      </p:nvGrpSpPr>
      <p:grpSpPr>
        <a:xfrm>
          <a:off x="0" y="0"/>
          <a:ext cx="0" cy="0"/>
          <a:chOff x="0" y="0"/>
          <a:chExt cx="0" cy="0"/>
        </a:xfrm>
      </p:grpSpPr>
      <p:sp>
        <p:nvSpPr>
          <p:cNvPr id="3151" name="Google Shape;3151;g3fa4def1eee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2" name="Google Shape;3152;g3fa4def1eee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Detects by brightness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6" name="Shape 3156"/>
        <p:cNvGrpSpPr/>
        <p:nvPr/>
      </p:nvGrpSpPr>
      <p:grpSpPr>
        <a:xfrm>
          <a:off x="0" y="0"/>
          <a:ext cx="0" cy="0"/>
          <a:chOff x="0" y="0"/>
          <a:chExt cx="0" cy="0"/>
        </a:xfrm>
      </p:grpSpPr>
      <p:sp>
        <p:nvSpPr>
          <p:cNvPr id="3157" name="Google Shape;3157;g3fa4def1eee_1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8" name="Google Shape;3158;g3fa4def1eee_1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kernel we used is a </a:t>
            </a:r>
            <a:r>
              <a:rPr b="1" lang="en">
                <a:solidFill>
                  <a:schemeClr val="dk1"/>
                </a:solidFill>
              </a:rPr>
              <a:t>vertical edge detector</a:t>
            </a:r>
            <a:endParaRPr b="1">
              <a:solidFill>
                <a:schemeClr val="dk1"/>
              </a:solidFill>
            </a:endParaRPr>
          </a:p>
          <a:p>
            <a:pPr indent="0" lvl="0" marL="0" rtl="0" algn="l">
              <a:spcBef>
                <a:spcPts val="0"/>
              </a:spcBef>
              <a:spcAft>
                <a:spcPts val="0"/>
              </a:spcAft>
              <a:buNone/>
            </a:pPr>
            <a:r>
              <a:rPr lang="en">
                <a:solidFill>
                  <a:schemeClr val="dk1"/>
                </a:solidFill>
              </a:rPr>
              <a:t>It compares the average brightness on the left side of the kernal to the average brightness on the right side. If there's a big </a:t>
            </a:r>
            <a:r>
              <a:rPr i="1" lang="en">
                <a:solidFill>
                  <a:schemeClr val="dk1"/>
                </a:solidFill>
              </a:rPr>
              <a:t>brightness difference</a:t>
            </a:r>
            <a:r>
              <a:rPr lang="en">
                <a:solidFill>
                  <a:schemeClr val="dk1"/>
                </a:solidFill>
              </a:rPr>
              <a:t> between left and right — like where the cat's darker fur meets a lighter background — the kernel produces a large output (positive or negative). If the left and right sides are similar in brightness, the output is close to zero.</a:t>
            </a: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2" name="Shape 3162"/>
        <p:cNvGrpSpPr/>
        <p:nvPr/>
      </p:nvGrpSpPr>
      <p:grpSpPr>
        <a:xfrm>
          <a:off x="0" y="0"/>
          <a:ext cx="0" cy="0"/>
          <a:chOff x="0" y="0"/>
          <a:chExt cx="0" cy="0"/>
        </a:xfrm>
      </p:grpSpPr>
      <p:sp>
        <p:nvSpPr>
          <p:cNvPr id="3163" name="Google Shape;3163;g3fa802e7913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4" name="Google Shape;3164;g3fa802e7913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Reuse the kernel over the whole image and get a feature map, so once it learns to recognize something in one place, it can spot it anywhere in the image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left column (j=1) is strongly positive across every row (~536–560) — makes sense, since that column of the sliding window sits over the transition from background into the cat's face, where the left side of the patch is consistently brighter than the right.</a:t>
            </a:r>
            <a:endParaRPr/>
          </a:p>
          <a:p>
            <a:pPr indent="0" lvl="0" marL="0" rtl="0" algn="l">
              <a:spcBef>
                <a:spcPts val="0"/>
              </a:spcBef>
              <a:spcAft>
                <a:spcPts val="0"/>
              </a:spcAft>
              <a:buNone/>
            </a:pPr>
            <a:r>
              <a:rPr lang="en"/>
              <a:t>The middle column (j=3) is strongly negative — that's the region centered right on the cat's eyes/nose area, where the pattern reverses.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7" name="Shape 3167"/>
        <p:cNvGrpSpPr/>
        <p:nvPr/>
      </p:nvGrpSpPr>
      <p:grpSpPr>
        <a:xfrm>
          <a:off x="0" y="0"/>
          <a:ext cx="0" cy="0"/>
          <a:chOff x="0" y="0"/>
          <a:chExt cx="0" cy="0"/>
        </a:xfrm>
      </p:grpSpPr>
      <p:sp>
        <p:nvSpPr>
          <p:cNvPr id="3168" name="Google Shape;3168;g3fa816f6d77_3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Activation Layer (ReLU)-&gt; After each convolution, ReLU passes positive values through and zeroes out anything negative</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Pooling Layer-&gt; Shrinks each feature map by summarizing small regions (e.g. 2×2) into a single value (max pooling keeps the strongest signal)</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Fully Connected Layer-&gt; Feature maps get flattened into one long list, then fed through a dense layer that combines everything to start making a decision.</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3169" name="Google Shape;3169;g3fa816f6d77_3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2" name="Shape 3192"/>
        <p:cNvGrpSpPr/>
        <p:nvPr/>
      </p:nvGrpSpPr>
      <p:grpSpPr>
        <a:xfrm>
          <a:off x="0" y="0"/>
          <a:ext cx="0" cy="0"/>
          <a:chOff x="0" y="0"/>
          <a:chExt cx="0" cy="0"/>
        </a:xfrm>
      </p:grpSpPr>
      <p:sp>
        <p:nvSpPr>
          <p:cNvPr id="3193" name="Google Shape;3193;g3fa816f6d77_3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The final layer turns the fully connected output into a probability for each class</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Softmax makes sure all the probabilities add up to 100%</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Highest probability = the network’s prediction (e.g. “cat”)</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3194" name="Google Shape;3194;g3fa816f6d77_3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g3fa816f6d77_3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g3fa816f6d77_3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9" name="Shape 3219"/>
        <p:cNvGrpSpPr/>
        <p:nvPr/>
      </p:nvGrpSpPr>
      <p:grpSpPr>
        <a:xfrm>
          <a:off x="0" y="0"/>
          <a:ext cx="0" cy="0"/>
          <a:chOff x="0" y="0"/>
          <a:chExt cx="0" cy="0"/>
        </a:xfrm>
      </p:grpSpPr>
      <p:sp>
        <p:nvSpPr>
          <p:cNvPr id="3220" name="Google Shape;3220;g3fa99f244e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1" name="Google Shape;3221;g3fa99f244e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0" name="Shape 3230"/>
        <p:cNvGrpSpPr/>
        <p:nvPr/>
      </p:nvGrpSpPr>
      <p:grpSpPr>
        <a:xfrm>
          <a:off x="0" y="0"/>
          <a:ext cx="0" cy="0"/>
          <a:chOff x="0" y="0"/>
          <a:chExt cx="0" cy="0"/>
        </a:xfrm>
      </p:grpSpPr>
      <p:sp>
        <p:nvSpPr>
          <p:cNvPr id="3231" name="Google Shape;3231;g3fa99f244e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2" name="Google Shape;3232;g3fa99f244e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7" name="Shape 3237"/>
        <p:cNvGrpSpPr/>
        <p:nvPr/>
      </p:nvGrpSpPr>
      <p:grpSpPr>
        <a:xfrm>
          <a:off x="0" y="0"/>
          <a:ext cx="0" cy="0"/>
          <a:chOff x="0" y="0"/>
          <a:chExt cx="0" cy="0"/>
        </a:xfrm>
      </p:grpSpPr>
      <p:sp>
        <p:nvSpPr>
          <p:cNvPr id="3238" name="Google Shape;3238;g3fb53b9d8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9" name="Google Shape;3239;g3fb53b9d8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3" name="Shape 3243"/>
        <p:cNvGrpSpPr/>
        <p:nvPr/>
      </p:nvGrpSpPr>
      <p:grpSpPr>
        <a:xfrm>
          <a:off x="0" y="0"/>
          <a:ext cx="0" cy="0"/>
          <a:chOff x="0" y="0"/>
          <a:chExt cx="0" cy="0"/>
        </a:xfrm>
      </p:grpSpPr>
      <p:sp>
        <p:nvSpPr>
          <p:cNvPr id="3244" name="Google Shape;3244;g3fb53b9d8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5" name="Google Shape;3245;g3fb53b9d8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g3fb905cfd6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6" name="Google Shape;3256;g3fb905cfd6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0" name="Shape 3260"/>
        <p:cNvGrpSpPr/>
        <p:nvPr/>
      </p:nvGrpSpPr>
      <p:grpSpPr>
        <a:xfrm>
          <a:off x="0" y="0"/>
          <a:ext cx="0" cy="0"/>
          <a:chOff x="0" y="0"/>
          <a:chExt cx="0" cy="0"/>
        </a:xfrm>
      </p:grpSpPr>
      <p:sp>
        <p:nvSpPr>
          <p:cNvPr id="3261" name="Google Shape;3261;g3fb905cfd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2" name="Google Shape;3262;g3fb905cfd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5" name="Shape 3265"/>
        <p:cNvGrpSpPr/>
        <p:nvPr/>
      </p:nvGrpSpPr>
      <p:grpSpPr>
        <a:xfrm>
          <a:off x="0" y="0"/>
          <a:ext cx="0" cy="0"/>
          <a:chOff x="0" y="0"/>
          <a:chExt cx="0" cy="0"/>
        </a:xfrm>
      </p:grpSpPr>
      <p:sp>
        <p:nvSpPr>
          <p:cNvPr id="3266" name="Google Shape;3266;g3fb905cfd6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7" name="Google Shape;3267;g3fb905cfd6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0" name="Shape 3270"/>
        <p:cNvGrpSpPr/>
        <p:nvPr/>
      </p:nvGrpSpPr>
      <p:grpSpPr>
        <a:xfrm>
          <a:off x="0" y="0"/>
          <a:ext cx="0" cy="0"/>
          <a:chOff x="0" y="0"/>
          <a:chExt cx="0" cy="0"/>
        </a:xfrm>
      </p:grpSpPr>
      <p:sp>
        <p:nvSpPr>
          <p:cNvPr id="3271" name="Google Shape;3271;g3fb905cfd68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2" name="Google Shape;3272;g3fb905cfd68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6" name="Shape 3276"/>
        <p:cNvGrpSpPr/>
        <p:nvPr/>
      </p:nvGrpSpPr>
      <p:grpSpPr>
        <a:xfrm>
          <a:off x="0" y="0"/>
          <a:ext cx="0" cy="0"/>
          <a:chOff x="0" y="0"/>
          <a:chExt cx="0" cy="0"/>
        </a:xfrm>
      </p:grpSpPr>
      <p:sp>
        <p:nvSpPr>
          <p:cNvPr id="3277" name="Google Shape;3277;g3fb905cfd68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1400">
                <a:solidFill>
                  <a:srgbClr val="241160"/>
                </a:solidFill>
                <a:latin typeface="Cairo"/>
                <a:ea typeface="Cairo"/>
                <a:cs typeface="Cairo"/>
                <a:sym typeface="Cairo"/>
              </a:rPr>
              <a:t>; removes blanks (sometimes filaments too); use PP folders per city standard</a:t>
            </a:r>
            <a:endParaRPr/>
          </a:p>
        </p:txBody>
      </p:sp>
      <p:sp>
        <p:nvSpPr>
          <p:cNvPr id="3278" name="Google Shape;3278;g3fb905cfd68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2" name="Shape 3282"/>
        <p:cNvGrpSpPr/>
        <p:nvPr/>
      </p:nvGrpSpPr>
      <p:grpSpPr>
        <a:xfrm>
          <a:off x="0" y="0"/>
          <a:ext cx="0" cy="0"/>
          <a:chOff x="0" y="0"/>
          <a:chExt cx="0" cy="0"/>
        </a:xfrm>
      </p:grpSpPr>
      <p:sp>
        <p:nvSpPr>
          <p:cNvPr id="3283" name="Google Shape;3283;g3fb905cfd6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g3fb905cfd6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8" name="Shape 3288"/>
        <p:cNvGrpSpPr/>
        <p:nvPr/>
      </p:nvGrpSpPr>
      <p:grpSpPr>
        <a:xfrm>
          <a:off x="0" y="0"/>
          <a:ext cx="0" cy="0"/>
          <a:chOff x="0" y="0"/>
          <a:chExt cx="0" cy="0"/>
        </a:xfrm>
      </p:grpSpPr>
      <p:sp>
        <p:nvSpPr>
          <p:cNvPr id="3289" name="Google Shape;3289;h181d8893f8d667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0" name="Google Shape;3290;h181d8893f8d667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3" name="Shape 3293"/>
        <p:cNvGrpSpPr/>
        <p:nvPr/>
      </p:nvGrpSpPr>
      <p:grpSpPr>
        <a:xfrm>
          <a:off x="0" y="0"/>
          <a:ext cx="0" cy="0"/>
          <a:chOff x="0" y="0"/>
          <a:chExt cx="0" cy="0"/>
        </a:xfrm>
      </p:grpSpPr>
      <p:sp>
        <p:nvSpPr>
          <p:cNvPr id="3294" name="Google Shape;3294;g3fbf0a306f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5" name="Google Shape;3295;g3fbf0a306f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6" name="Shape 3316"/>
        <p:cNvGrpSpPr/>
        <p:nvPr/>
      </p:nvGrpSpPr>
      <p:grpSpPr>
        <a:xfrm>
          <a:off x="0" y="0"/>
          <a:ext cx="0" cy="0"/>
          <a:chOff x="0" y="0"/>
          <a:chExt cx="0" cy="0"/>
        </a:xfrm>
      </p:grpSpPr>
      <p:sp>
        <p:nvSpPr>
          <p:cNvPr id="3317" name="Google Shape;3317;g3fbea8a101a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8" name="Google Shape;3318;g3fbea8a101a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0" name="Shape 3340"/>
        <p:cNvGrpSpPr/>
        <p:nvPr/>
      </p:nvGrpSpPr>
      <p:grpSpPr>
        <a:xfrm>
          <a:off x="0" y="0"/>
          <a:ext cx="0" cy="0"/>
          <a:chOff x="0" y="0"/>
          <a:chExt cx="0" cy="0"/>
        </a:xfrm>
      </p:grpSpPr>
      <p:sp>
        <p:nvSpPr>
          <p:cNvPr id="3341" name="Google Shape;3341;g3fbf0a306f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2" name="Google Shape;3342;g3fbf0a306f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3" name="Shape 3373"/>
        <p:cNvGrpSpPr/>
        <p:nvPr/>
      </p:nvGrpSpPr>
      <p:grpSpPr>
        <a:xfrm>
          <a:off x="0" y="0"/>
          <a:ext cx="0" cy="0"/>
          <a:chOff x="0" y="0"/>
          <a:chExt cx="0" cy="0"/>
        </a:xfrm>
      </p:grpSpPr>
      <p:sp>
        <p:nvSpPr>
          <p:cNvPr id="3374" name="Google Shape;3374;g3fbf0a306f1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5" name="Google Shape;3375;g3fbf0a306f1_0_1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6" name="Shape 3406"/>
        <p:cNvGrpSpPr/>
        <p:nvPr/>
      </p:nvGrpSpPr>
      <p:grpSpPr>
        <a:xfrm>
          <a:off x="0" y="0"/>
          <a:ext cx="0" cy="0"/>
          <a:chOff x="0" y="0"/>
          <a:chExt cx="0" cy="0"/>
        </a:xfrm>
      </p:grpSpPr>
      <p:sp>
        <p:nvSpPr>
          <p:cNvPr id="3407" name="Google Shape;3407;h7219b81fe4b62fd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8" name="Google Shape;3408;h7219b81fe4b62fd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1" name="Shape 3411"/>
        <p:cNvGrpSpPr/>
        <p:nvPr/>
      </p:nvGrpSpPr>
      <p:grpSpPr>
        <a:xfrm>
          <a:off x="0" y="0"/>
          <a:ext cx="0" cy="0"/>
          <a:chOff x="0" y="0"/>
          <a:chExt cx="0" cy="0"/>
        </a:xfrm>
      </p:grpSpPr>
      <p:sp>
        <p:nvSpPr>
          <p:cNvPr id="3412" name="Google Shape;3412;g3fbf0a306f1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3" name="Google Shape;3413;g3fbf0a306f1_0_10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6" name="Shape 3416"/>
        <p:cNvGrpSpPr/>
        <p:nvPr/>
      </p:nvGrpSpPr>
      <p:grpSpPr>
        <a:xfrm>
          <a:off x="0" y="0"/>
          <a:ext cx="0" cy="0"/>
          <a:chOff x="0" y="0"/>
          <a:chExt cx="0" cy="0"/>
        </a:xfrm>
      </p:grpSpPr>
      <p:sp>
        <p:nvSpPr>
          <p:cNvPr id="3417" name="Google Shape;3417;g3fbf0a306f1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8" name="Google Shape;3418;g3fbf0a306f1_0_1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7" name="Shape 3437"/>
        <p:cNvGrpSpPr/>
        <p:nvPr/>
      </p:nvGrpSpPr>
      <p:grpSpPr>
        <a:xfrm>
          <a:off x="0" y="0"/>
          <a:ext cx="0" cy="0"/>
          <a:chOff x="0" y="0"/>
          <a:chExt cx="0" cy="0"/>
        </a:xfrm>
      </p:grpSpPr>
      <p:sp>
        <p:nvSpPr>
          <p:cNvPr id="3438" name="Google Shape;3438;g3fbf0a306f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g3fbf0a306f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6" name="Shape 3466"/>
        <p:cNvGrpSpPr/>
        <p:nvPr/>
      </p:nvGrpSpPr>
      <p:grpSpPr>
        <a:xfrm>
          <a:off x="0" y="0"/>
          <a:ext cx="0" cy="0"/>
          <a:chOff x="0" y="0"/>
          <a:chExt cx="0" cy="0"/>
        </a:xfrm>
      </p:grpSpPr>
      <p:sp>
        <p:nvSpPr>
          <p:cNvPr id="3467" name="Google Shape;3467;h15ef41dcc984220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8" name="Google Shape;3468;h15ef41dcc984220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F1F1F"/>
                </a:solidFill>
              </a:rPr>
              <a:t>The background of the</a:t>
            </a:r>
            <a:r>
              <a:rPr lang="en">
                <a:solidFill>
                  <a:srgbClr val="1F1F1F"/>
                </a:solidFill>
                <a:uFill>
                  <a:noFill/>
                </a:uFill>
                <a:hlinkClick r:id="rId2">
                  <a:extLst>
                    <a:ext uri="{A12FA001-AC4F-418D-AE19-62706E023703}">
                      <ahyp:hlinkClr val="tx"/>
                    </a:ext>
                  </a:extLst>
                </a:hlinkClick>
              </a:rPr>
              <a:t> </a:t>
            </a:r>
            <a:r>
              <a:rPr lang="en" u="sng">
                <a:solidFill>
                  <a:srgbClr val="0000EE"/>
                </a:solidFill>
                <a:hlinkClick r:id="rId3">
                  <a:extLst>
                    <a:ext uri="{A12FA001-AC4F-418D-AE19-62706E023703}">
                      <ahyp:hlinkClr val="tx"/>
                    </a:ext>
                  </a:extLst>
                </a:hlinkClick>
              </a:rPr>
              <a:t>"What Is the Utility of Posters?"</a:t>
            </a:r>
            <a:r>
              <a:rPr lang="en">
                <a:solidFill>
                  <a:srgbClr val="1F1F1F"/>
                </a:solidFill>
              </a:rPr>
              <a:t> paper establishes that while academic posters are extensively used at scientific conferences, their actual value to presenters and viewers remains poorly documented. Most existing literature focuses heavily on poster design and visual appeal rather than their effectiveness in knowledge transfer. Because of this gap, there is limited empirical evidence on whether posters truly facilitate learning or how they compare to traditional oral presentations. Consequently, the study investigates conference delegates' experiences to understand the unique strengths, weaknesses, and educational utility of poster presentations in academic and professional settings.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2" name="Shape 3472"/>
        <p:cNvGrpSpPr/>
        <p:nvPr/>
      </p:nvGrpSpPr>
      <p:grpSpPr>
        <a:xfrm>
          <a:off x="0" y="0"/>
          <a:ext cx="0" cy="0"/>
          <a:chOff x="0" y="0"/>
          <a:chExt cx="0" cy="0"/>
        </a:xfrm>
      </p:grpSpPr>
      <p:sp>
        <p:nvSpPr>
          <p:cNvPr id="3473" name="Google Shape;3473;h15ef41dcc984220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4" name="Google Shape;3474;h15ef41dcc984220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1" name="Shape 3481"/>
        <p:cNvGrpSpPr/>
        <p:nvPr/>
      </p:nvGrpSpPr>
      <p:grpSpPr>
        <a:xfrm>
          <a:off x="0" y="0"/>
          <a:ext cx="0" cy="0"/>
          <a:chOff x="0" y="0"/>
          <a:chExt cx="0" cy="0"/>
        </a:xfrm>
      </p:grpSpPr>
      <p:sp>
        <p:nvSpPr>
          <p:cNvPr id="3482" name="Google Shape;3482;h7a610a271226c180_12_2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3" name="Google Shape;3483;h7a610a271226c180_12_2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0" name="Shape 3490"/>
        <p:cNvGrpSpPr/>
        <p:nvPr/>
      </p:nvGrpSpPr>
      <p:grpSpPr>
        <a:xfrm>
          <a:off x="0" y="0"/>
          <a:ext cx="0" cy="0"/>
          <a:chOff x="0" y="0"/>
          <a:chExt cx="0" cy="0"/>
        </a:xfrm>
      </p:grpSpPr>
      <p:sp>
        <p:nvSpPr>
          <p:cNvPr id="3491" name="Google Shape;3491;h15ef41dcc984220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2" name="Google Shape;3492;h15ef41dcc984220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h7a610a271226c180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0" name="Google Shape;3500;h7a610a271226c180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h15ef41dcc98422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5" name="Google Shape;3505;h15ef41dcc98422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h15ef41dcc984220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0" name="Google Shape;3540;h15ef41dcc984220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3" name="Shape 3563"/>
        <p:cNvGrpSpPr/>
        <p:nvPr/>
      </p:nvGrpSpPr>
      <p:grpSpPr>
        <a:xfrm>
          <a:off x="0" y="0"/>
          <a:ext cx="0" cy="0"/>
          <a:chOff x="0" y="0"/>
          <a:chExt cx="0" cy="0"/>
        </a:xfrm>
      </p:grpSpPr>
      <p:sp>
        <p:nvSpPr>
          <p:cNvPr id="3564" name="Google Shape;3564;h15ef41dcc984220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h15ef41dcc984220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8" name="Shape 3588"/>
        <p:cNvGrpSpPr/>
        <p:nvPr/>
      </p:nvGrpSpPr>
      <p:grpSpPr>
        <a:xfrm>
          <a:off x="0" y="0"/>
          <a:ext cx="0" cy="0"/>
          <a:chOff x="0" y="0"/>
          <a:chExt cx="0" cy="0"/>
        </a:xfrm>
      </p:grpSpPr>
      <p:sp>
        <p:nvSpPr>
          <p:cNvPr id="3589" name="Google Shape;3589;h15ef41dcc984220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0" name="Google Shape;3590;h15ef41dcc984220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This paper is about what to do after a microscope-style instrument has produced a lot of images. That is our situation too.</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Scientists who study tiny water organisms (plankton) now use cameras attached to microscopes instead of looking through them by eye. One such camera is the FlowCam. Water flows past it, it snaps thousands of pictures of the particles in the water, and it also measures each particle (size, shape, color).</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Taking the pictures is easy. Dealing with them is hard. The software that comes with the FlowCam costs money, only runs on Windows, and handles old file versions badly. It also doesn't help much with automatically identifying what's in each picture. We’re going to look into this paper and discuss why it came to, what they did to solve this issue and their results.</a:t>
            </a:r>
            <a:endParaRPr sz="24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5" name="Shape 3595"/>
        <p:cNvGrpSpPr/>
        <p:nvPr/>
      </p:nvGrpSpPr>
      <p:grpSpPr>
        <a:xfrm>
          <a:off x="0" y="0"/>
          <a:ext cx="0" cy="0"/>
          <a:chOff x="0" y="0"/>
          <a:chExt cx="0" cy="0"/>
        </a:xfrm>
      </p:grpSpPr>
      <p:sp>
        <p:nvSpPr>
          <p:cNvPr id="3596" name="Google Shape;3596;h15ef41dcc984220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7" name="Google Shape;3597;h15ef41dcc984220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Cameras handle far more samples, measure every organism instead of a few, and keep the pictures so anyone can re-check them later. They also avoid problems where samples spoil while waiting for a person.</a:t>
            </a:r>
            <a:endParaRPr sz="24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h15ef41dcc984220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4" name="Google Shape;3604;h15ef41dcc984220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The camera makes huge numbers of images, but the official software is expensive, Windows-only, and awkward with old files. Processing, not collecting, is the hard part</a:t>
            </a:r>
            <a:endParaRPr sz="2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9" name="Shape 3609"/>
        <p:cNvGrpSpPr/>
        <p:nvPr/>
      </p:nvGrpSpPr>
      <p:grpSpPr>
        <a:xfrm>
          <a:off x="0" y="0"/>
          <a:ext cx="0" cy="0"/>
          <a:chOff x="0" y="0"/>
          <a:chExt cx="0" cy="0"/>
        </a:xfrm>
      </p:grpSpPr>
      <p:sp>
        <p:nvSpPr>
          <p:cNvPr id="3610" name="Google Shape;3610;h15ef41dcc984220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1" name="Google Shape;3611;h15ef41dcc984220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400">
                <a:solidFill>
                  <a:schemeClr val="dk1"/>
                </a:solidFill>
              </a:rPr>
              <a:t>The key idea is that all three steps share one spreadsheet for each sample. Cleaning adds columns, labeling fills in labels, and the AI adds its guesses, all in the same file. Because the file format is the shared link, you can replace any step with your own tool. The AI step is optional because the first two steps are already useful on their own.</a:t>
            </a:r>
            <a:endParaRPr sz="2400">
              <a:solidFill>
                <a:schemeClr val="dk1"/>
              </a:solidFill>
            </a:endParaRPr>
          </a:p>
          <a:p>
            <a:pPr indent="0" lvl="0" marL="0" rtl="0" algn="l">
              <a:lnSpc>
                <a:spcPct val="115000"/>
              </a:lnSpc>
              <a:spcBef>
                <a:spcPts val="1200"/>
              </a:spcBef>
              <a:spcAft>
                <a:spcPts val="1200"/>
              </a:spcAft>
              <a:buNone/>
            </a:pPr>
            <a:r>
              <a:t/>
            </a:r>
            <a:endParaRPr sz="24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6" name="Shape 3616"/>
        <p:cNvGrpSpPr/>
        <p:nvPr/>
      </p:nvGrpSpPr>
      <p:grpSpPr>
        <a:xfrm>
          <a:off x="0" y="0"/>
          <a:ext cx="0" cy="0"/>
          <a:chOff x="0" y="0"/>
          <a:chExt cx="0" cy="0"/>
        </a:xfrm>
      </p:grpSpPr>
      <p:sp>
        <p:nvSpPr>
          <p:cNvPr id="3617" name="Google Shape;3617;h15ef41dcc984220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8" name="Google Shape;3618;h15ef41dcc984220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The raw files from different software versions don't match, so the first job is making them consistent. The script standardizes the column names, then adds empty columns that will later hold labels and calculated values. Cleaning first matters because a classifier can't tell, for example, that two images are the same particle photographed twice. That needs information about the order the images were taken in.</a:t>
            </a:r>
            <a:endParaRPr sz="24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2" name="Shape 3622"/>
        <p:cNvGrpSpPr/>
        <p:nvPr/>
      </p:nvGrpSpPr>
      <p:grpSpPr>
        <a:xfrm>
          <a:off x="0" y="0"/>
          <a:ext cx="0" cy="0"/>
          <a:chOff x="0" y="0"/>
          <a:chExt cx="0" cy="0"/>
        </a:xfrm>
      </p:grpSpPr>
      <p:sp>
        <p:nvSpPr>
          <p:cNvPr id="3623" name="Google Shape;3623;h15ef41dcc984220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4" name="Google Shape;3624;h15ef41dcc984220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Before labeling, the script removes images that would waste time or confuse a model. Duplicates are the same particle photographed twice, so the script checks whether two images were taken close together, in about the same spot, with overlapping boxes, or with nearly identical measurements. It also sets aside particles that are too small to recognize. The authors admit it flags too many duplicates, but they argue it is quicker to fix a few wrong flags than to search the whole dataset for duplicates by hand.</a:t>
            </a:r>
            <a:endParaRPr sz="24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h15ef41dcc984220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1" name="Google Shape;3631;h15ef41dcc984220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LabelChecker is where a person looks at the pictures and tells the computer what each one is. You can label from scratch, or let the AI guess first and just correct its mistakes, which is much faster.</a:t>
            </a:r>
            <a:endParaRPr sz="24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6" name="Shape 3636"/>
        <p:cNvGrpSpPr/>
        <p:nvPr/>
      </p:nvGrpSpPr>
      <p:grpSpPr>
        <a:xfrm>
          <a:off x="0" y="0"/>
          <a:ext cx="0" cy="0"/>
          <a:chOff x="0" y="0"/>
          <a:chExt cx="0" cy="0"/>
        </a:xfrm>
      </p:grpSpPr>
      <p:sp>
        <p:nvSpPr>
          <p:cNvPr id="3637" name="Google Shape;3637;h15ef41dcc984220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8" name="Google Shape;3638;h15ef41dcc984220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The model looks at each particle two ways: what it looks like, and what its numbers say. Using both gives it more to go on.</a:t>
            </a:r>
            <a:endParaRPr sz="24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3" name="Shape 3643"/>
        <p:cNvGrpSpPr/>
        <p:nvPr/>
      </p:nvGrpSpPr>
      <p:grpSpPr>
        <a:xfrm>
          <a:off x="0" y="0"/>
          <a:ext cx="0" cy="0"/>
          <a:chOff x="0" y="0"/>
          <a:chExt cx="0" cy="0"/>
        </a:xfrm>
      </p:grpSpPr>
      <p:sp>
        <p:nvSpPr>
          <p:cNvPr id="3644" name="Google Shape;3644;h15ef41dcc984220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5" name="Google Shape;3645;h15ef41dcc984220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0" name="Shape 3650"/>
        <p:cNvGrpSpPr/>
        <p:nvPr/>
      </p:nvGrpSpPr>
      <p:grpSpPr>
        <a:xfrm>
          <a:off x="0" y="0"/>
          <a:ext cx="0" cy="0"/>
          <a:chOff x="0" y="0"/>
          <a:chExt cx="0" cy="0"/>
        </a:xfrm>
      </p:grpSpPr>
      <p:sp>
        <p:nvSpPr>
          <p:cNvPr id="3651" name="Google Shape;3651;h15ef41dcc984220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2" name="Google Shape;3652;h15ef41dcc984220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Good accuracy with a small model and a modest labeled set,</a:t>
            </a:r>
            <a:endParaRPr sz="2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7" name="Shape 3657"/>
        <p:cNvGrpSpPr/>
        <p:nvPr/>
      </p:nvGrpSpPr>
      <p:grpSpPr>
        <a:xfrm>
          <a:off x="0" y="0"/>
          <a:ext cx="0" cy="0"/>
          <a:chOff x="0" y="0"/>
          <a:chExt cx="0" cy="0"/>
        </a:xfrm>
      </p:grpSpPr>
      <p:sp>
        <p:nvSpPr>
          <p:cNvPr id="3658" name="Google Shape;3658;h15ef41dcc984220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9" name="Google Shape;3659;h15ef41dcc984220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The big win is that it's free and flexible. The authors are upfront about the weak spots: the automatic filters need a human to double-check them, and the demo model is a starting point, not a finished classifier.</a:t>
            </a:r>
            <a:endParaRPr sz="240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4" name="Shape 3664"/>
        <p:cNvGrpSpPr/>
        <p:nvPr/>
      </p:nvGrpSpPr>
      <p:grpSpPr>
        <a:xfrm>
          <a:off x="0" y="0"/>
          <a:ext cx="0" cy="0"/>
          <a:chOff x="0" y="0"/>
          <a:chExt cx="0" cy="0"/>
        </a:xfrm>
      </p:grpSpPr>
      <p:sp>
        <p:nvSpPr>
          <p:cNvPr id="3665" name="Google Shape;3665;h15ef41dcc984220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6" name="Google Shape;3666;h15ef41dcc984220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We built the first half of this pipeline without having seen the paper.</a:t>
            </a:r>
            <a:endParaRPr sz="24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1" name="Shape 3671"/>
        <p:cNvGrpSpPr/>
        <p:nvPr/>
      </p:nvGrpSpPr>
      <p:grpSpPr>
        <a:xfrm>
          <a:off x="0" y="0"/>
          <a:ext cx="0" cy="0"/>
          <a:chOff x="0" y="0"/>
          <a:chExt cx="0" cy="0"/>
        </a:xfrm>
      </p:grpSpPr>
      <p:sp>
        <p:nvSpPr>
          <p:cNvPr id="3672" name="Google Shape;3672;h15ef41dcc984220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3" name="Google Shape;3673;h15ef41dcc984220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t>The big win is that it's free and flexible. The authors are upfront about the weak spots: the automatic filters need a human to double-check them, and the demo model is a starting point, not a finished classifier.</a:t>
            </a:r>
            <a:endParaRPr sz="24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8" name="Shape 3678"/>
        <p:cNvGrpSpPr/>
        <p:nvPr/>
      </p:nvGrpSpPr>
      <p:grpSpPr>
        <a:xfrm>
          <a:off x="0" y="0"/>
          <a:ext cx="0" cy="0"/>
          <a:chOff x="0" y="0"/>
          <a:chExt cx="0" cy="0"/>
        </a:xfrm>
      </p:grpSpPr>
      <p:sp>
        <p:nvSpPr>
          <p:cNvPr id="3679" name="Google Shape;3679;h6fb17bb26fb2fd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0" name="Google Shape;3680;h6fb17bb26fb2fd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3" name="Shape 3683"/>
        <p:cNvGrpSpPr/>
        <p:nvPr/>
      </p:nvGrpSpPr>
      <p:grpSpPr>
        <a:xfrm>
          <a:off x="0" y="0"/>
          <a:ext cx="0" cy="0"/>
          <a:chOff x="0" y="0"/>
          <a:chExt cx="0" cy="0"/>
        </a:xfrm>
      </p:grpSpPr>
      <p:sp>
        <p:nvSpPr>
          <p:cNvPr id="3684" name="Google Shape;3684;h3e3fdbb28aa5a3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5" name="Google Shape;3685;h3e3fdbb28aa5a3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Our project starts with a real problem. Cyanobacteria are tiny organisms in lakes and ponds, and when they grow out of control they form harmful blooms that can make water unsafe. The way people check for them is mostly by looking at samples under a microscope, one at a time. That takes a lot of time and a lot of expertise. Worcester’s water is monitored by the city and by WCMC, and our advisor Professor Ahlgren studies the samples, so this is data from our own community</a:t>
            </a:r>
            <a:endParaRPr sz="24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9" name="Shape 3689"/>
        <p:cNvGrpSpPr/>
        <p:nvPr/>
      </p:nvGrpSpPr>
      <p:grpSpPr>
        <a:xfrm>
          <a:off x="0" y="0"/>
          <a:ext cx="0" cy="0"/>
          <a:chOff x="0" y="0"/>
          <a:chExt cx="0" cy="0"/>
        </a:xfrm>
      </p:grpSpPr>
      <p:sp>
        <p:nvSpPr>
          <p:cNvPr id="3690" name="Google Shape;3690;h6fb17bb26fb2fd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1" name="Google Shape;3691;h6fb17bb26fb2fd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To speed this up, the lab uses a FlowCam. Water flows past a camera, and it takes thousands of pictures of the particles in it. That’s much faster than a person, and the pictures are saved so anyone can look again later. The goal is to train a machine learning model that can recognize cyanobacteria in those pictures automatically. But a model needs organized, labeled images, and that’s where the problem is.</a:t>
            </a:r>
            <a:endParaRPr sz="2400"/>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5" name="Shape 3695"/>
        <p:cNvGrpSpPr/>
        <p:nvPr/>
      </p:nvGrpSpPr>
      <p:grpSpPr>
        <a:xfrm>
          <a:off x="0" y="0"/>
          <a:ext cx="0" cy="0"/>
          <a:chOff x="0" y="0"/>
          <a:chExt cx="0" cy="0"/>
        </a:xfrm>
      </p:grpSpPr>
      <p:sp>
        <p:nvSpPr>
          <p:cNvPr id="3696" name="Google Shape;3696;h6fb17bb26fb2fd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7" name="Google Shape;3697;h6fb17bb26fb2fd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When we got the data, it was about 550,000 images in 648 folders, and the folders were named in lots of different ways. You couldn’t search for a site or a date, you couldn’t compare samples, and none of the images were labeled. So the camera did its job, but the data wasn’t usable yet. That is the gap we worked on</a:t>
            </a:r>
            <a:endParaRPr sz="24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1" name="Shape 3741"/>
        <p:cNvGrpSpPr/>
        <p:nvPr/>
      </p:nvGrpSpPr>
      <p:grpSpPr>
        <a:xfrm>
          <a:off x="0" y="0"/>
          <a:ext cx="0" cy="0"/>
          <a:chOff x="0" y="0"/>
          <a:chExt cx="0" cy="0"/>
        </a:xfrm>
      </p:grpSpPr>
      <p:sp>
        <p:nvSpPr>
          <p:cNvPr id="3742" name="Google Shape;3742;h6fb17bb26fb2fda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3" name="Google Shape;3743;h6fb17bb26fb2fda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So our job was to build the foundation. We organize the data with a script, put it in a database with a dashboard anyone can use, and then build a tool so people can label images. Once that’s done, the machine learning work can begin</a:t>
            </a:r>
            <a:endParaRPr sz="2400"/>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8" name="Shape 3748"/>
        <p:cNvGrpSpPr/>
        <p:nvPr/>
      </p:nvGrpSpPr>
      <p:grpSpPr>
        <a:xfrm>
          <a:off x="0" y="0"/>
          <a:ext cx="0" cy="0"/>
          <a:chOff x="0" y="0"/>
          <a:chExt cx="0" cy="0"/>
        </a:xfrm>
      </p:grpSpPr>
      <p:sp>
        <p:nvSpPr>
          <p:cNvPr id="3749" name="Google Shape;3749;h3e3fdbb28aa5a30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0" name="Google Shape;3750;h3e3fdbb28aa5a30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Before writing code, we had to understand the data. We met with Professor Ahlgren, who explained the folder names. For example, ‘pp’ means post-processed, which is the city’s standard version. The codes in the name tell you the capture mode, the dilution, and the magnification. We also read a paper on FlowCam pipelines, which showed the same steps we ended up following: clean the data, then label it, then train a model.</a:t>
            </a:r>
            <a:endParaRPr sz="24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4" name="Shape 3754"/>
        <p:cNvGrpSpPr/>
        <p:nvPr/>
      </p:nvGrpSpPr>
      <p:grpSpPr>
        <a:xfrm>
          <a:off x="0" y="0"/>
          <a:ext cx="0" cy="0"/>
          <a:chOff x="0" y="0"/>
          <a:chExt cx="0" cy="0"/>
        </a:xfrm>
      </p:grpSpPr>
      <p:sp>
        <p:nvSpPr>
          <p:cNvPr id="3755" name="Google Shape;3755;h6fb17bb26fb2fda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6" name="Google Shape;3756;h6fb17bb26fb2fda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first step is a Python script. It goes through every folder, reads the name, and pulls out the site, date, magnification, dilution and capture mode. It fixes inconsistent site names, and if there’s a raw folder and a post-processed one for the same sample, it uses the post-processed one. It also checks that every image actually opens. The output is a spreadsheet with one row for every image.</a:t>
            </a:r>
            <a:endParaRPr sz="240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0" name="Shape 3760"/>
        <p:cNvGrpSpPr/>
        <p:nvPr/>
      </p:nvGrpSpPr>
      <p:grpSpPr>
        <a:xfrm>
          <a:off x="0" y="0"/>
          <a:ext cx="0" cy="0"/>
          <a:chOff x="0" y="0"/>
          <a:chExt cx="0" cy="0"/>
        </a:xfrm>
      </p:grpSpPr>
      <p:sp>
        <p:nvSpPr>
          <p:cNvPr id="3761" name="Google Shape;3761;h6fb17bb26fb2fda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2" name="Google Shape;3762;h6fb17bb26fb2fda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Here are the results of the script. The final catalog has 511,765 images from 613 folders, 45 sites and 36 sampling dates, and none of the images were unreadable. We also found that 31,605 images were exact duplicates sitting in both the raw and the post-processed folders, and switching to the post-processed ones removed them.</a:t>
            </a:r>
            <a:endParaRPr sz="24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6" name="Shape 3766"/>
        <p:cNvGrpSpPr/>
        <p:nvPr/>
      </p:nvGrpSpPr>
      <p:grpSpPr>
        <a:xfrm>
          <a:off x="0" y="0"/>
          <a:ext cx="0" cy="0"/>
          <a:chOff x="0" y="0"/>
          <a:chExt cx="0" cy="0"/>
        </a:xfrm>
      </p:grpSpPr>
      <p:sp>
        <p:nvSpPr>
          <p:cNvPr id="3767" name="Google Shape;3767;h6fb17bb26fb2fda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8" name="Google Shape;3768;h6fb17bb26fb2fda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W</a:t>
            </a:r>
            <a:r>
              <a:rPr lang="en" sz="2000"/>
              <a:t>e had a meeting with Professor Catalin, Professor Potter, and Professor Han about databases. From that we came up with a $7 a month plan and a free plan, which after meeting with Professor Ahlgren; why not free. The biggest challenge is to run it for $0 your server needs to be static for this type of project, each service fills a gap a static website can’t fill itself</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Supabase covers the data, accounts and permissions: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A real Postgres database. Logins built in. Google sign-in, email and password, confirmation emails and password resets all come ready-made. Row-Level Security. Rules like “anyone can read, only labelers can save labels” live in the database, so the security holds even though the website code is public.</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Cloudflare covers the website and the images: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Pages hosts the website and redeploys it automatically on every GitHub push.</a:t>
            </a:r>
            <a:endParaRPr sz="2000"/>
          </a:p>
          <a:p>
            <a:pPr indent="0" lvl="0" marL="0" rtl="0" algn="l">
              <a:spcBef>
                <a:spcPts val="0"/>
              </a:spcBef>
              <a:spcAft>
                <a:spcPts val="0"/>
              </a:spcAft>
              <a:buNone/>
            </a:pPr>
            <a:r>
              <a:rPr lang="en" sz="2000"/>
              <a:t>R2 holds the 3.65 GB of images.</a:t>
            </a:r>
            <a:endParaRPr sz="2000"/>
          </a:p>
          <a:p>
            <a:pPr indent="0" lvl="0" marL="0" rtl="0" algn="l">
              <a:spcBef>
                <a:spcPts val="0"/>
              </a:spcBef>
              <a:spcAft>
                <a:spcPts val="0"/>
              </a:spcAft>
              <a:buNone/>
            </a:pPr>
            <a:r>
              <a:rPr lang="en" sz="2000"/>
              <a:t>The Worker serves them quickly from Cloudflare’s global network.</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Why not the obvious alternatives?</a:t>
            </a:r>
            <a:endParaRPr sz="2000"/>
          </a:p>
          <a:p>
            <a:pPr indent="0" lvl="0" marL="0" rtl="0" algn="l">
              <a:spcBef>
                <a:spcPts val="0"/>
              </a:spcBef>
              <a:spcAft>
                <a:spcPts val="0"/>
              </a:spcAft>
              <a:buClr>
                <a:schemeClr val="dk1"/>
              </a:buClr>
              <a:buSzPts val="1100"/>
              <a:buFont typeface="Arial"/>
              <a:buNone/>
            </a:pPr>
            <a:r>
              <a:t/>
            </a:r>
            <a:endParaRPr sz="2000">
              <a:solidFill>
                <a:schemeClr val="dk1"/>
              </a:solidFill>
            </a:endParaRPr>
          </a:p>
          <a:p>
            <a:pPr indent="0" lvl="0" marL="0" rtl="0" algn="l">
              <a:spcBef>
                <a:spcPts val="0"/>
              </a:spcBef>
              <a:spcAft>
                <a:spcPts val="0"/>
              </a:spcAft>
              <a:buClr>
                <a:schemeClr val="dk1"/>
              </a:buClr>
              <a:buSzPts val="1100"/>
              <a:buFont typeface="Arial"/>
              <a:buNone/>
            </a:pPr>
            <a:r>
              <a:rPr lang="en" sz="2000">
                <a:solidFill>
                  <a:schemeClr val="dk1"/>
                </a:solidFill>
              </a:rPr>
              <a:t>Images in Supabase Storage: its free tier is only 1 GB</a:t>
            </a:r>
            <a:endParaRPr sz="2000"/>
          </a:p>
          <a:p>
            <a:pPr indent="0" lvl="0" marL="0" rtl="0" algn="l">
              <a:spcBef>
                <a:spcPts val="0"/>
              </a:spcBef>
              <a:spcAft>
                <a:spcPts val="0"/>
              </a:spcAft>
              <a:buNone/>
            </a:pPr>
            <a:r>
              <a:rPr lang="en" sz="2000"/>
              <a:t>Images in GitHub: 3.65 GB is far too large for a repository.</a:t>
            </a:r>
            <a:br>
              <a:rPr lang="en" sz="2000"/>
            </a:br>
            <a:r>
              <a:rPr lang="en" sz="2000"/>
              <a:t>AWS only allows free for around 6-12 months then it ends and charges money for downloads</a:t>
            </a:r>
            <a:endParaRPr sz="2000"/>
          </a:p>
          <a:p>
            <a:pPr indent="0" lvl="0" marL="0" rtl="0" algn="l">
              <a:spcBef>
                <a:spcPts val="0"/>
              </a:spcBef>
              <a:spcAft>
                <a:spcPts val="0"/>
              </a:spcAft>
              <a:buNone/>
            </a:pPr>
            <a:r>
              <a:rPr lang="en" sz="2000"/>
              <a:t>For render: Free database expires after about 30 days unless you upgrade </a:t>
            </a:r>
            <a:endParaRPr sz="200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6" name="Shape 3776"/>
        <p:cNvGrpSpPr/>
        <p:nvPr/>
      </p:nvGrpSpPr>
      <p:grpSpPr>
        <a:xfrm>
          <a:off x="0" y="0"/>
          <a:ext cx="0" cy="0"/>
          <a:chOff x="0" y="0"/>
          <a:chExt cx="0" cy="0"/>
        </a:xfrm>
      </p:grpSpPr>
      <p:sp>
        <p:nvSpPr>
          <p:cNvPr id="3777" name="Google Shape;3777;h63d07de1a0f98c47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8" name="Google Shape;3778;h63d07de1a0f98c47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If the storage needs to </a:t>
            </a:r>
            <a:r>
              <a:rPr lang="en" sz="2400"/>
              <a:t>increase</a:t>
            </a:r>
            <a:r>
              <a:rPr lang="en" sz="2400"/>
              <a:t> for postgres or image storage switch to Supabase for $2</a:t>
            </a:r>
            <a:r>
              <a:rPr lang="en" sz="2400"/>
              <a:t>5 a month</a:t>
            </a:r>
            <a:br>
              <a:rPr lang="en" sz="2400"/>
            </a:br>
            <a:r>
              <a:rPr lang="en" sz="2400">
                <a:solidFill>
                  <a:schemeClr val="dk1"/>
                </a:solidFill>
                <a:latin typeface="Roboto"/>
                <a:ea typeface="Roboto"/>
                <a:cs typeface="Roboto"/>
                <a:sym typeface="Roboto"/>
              </a:rPr>
              <a:t>If more requests is needed, $5 a month -&gt; 10 Million Requests per Day</a:t>
            </a:r>
            <a:endParaRPr sz="2400"/>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2" name="Shape 3782"/>
        <p:cNvGrpSpPr/>
        <p:nvPr/>
      </p:nvGrpSpPr>
      <p:grpSpPr>
        <a:xfrm>
          <a:off x="0" y="0"/>
          <a:ext cx="0" cy="0"/>
          <a:chOff x="0" y="0"/>
          <a:chExt cx="0" cy="0"/>
        </a:xfrm>
      </p:grpSpPr>
      <p:sp>
        <p:nvSpPr>
          <p:cNvPr id="3783" name="Google Shape;3783;h3e3fdbb28aa5a30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4" name="Google Shape;3784;h3e3fdbb28aa5a30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rPr>
              <a:t>[Whole diagram]</a:t>
            </a:r>
            <a:br>
              <a:rPr b="1" lang="en" sz="1200">
                <a:solidFill>
                  <a:schemeClr val="dk1"/>
                </a:solidFill>
              </a:rPr>
            </a:br>
            <a:r>
              <a:rPr lang="en" sz="1200">
                <a:solidFill>
                  <a:schemeClr val="dk1"/>
                </a:solidFill>
              </a:rPr>
              <a:t>This is how our Water Sample Image Catalog runs online. There are three parts. On the left is Cloudflare, which serves the website and the images. On the right is Supabase, which holds our data and handles accounts. At the bottom is our offline pipeline, which is how new images get into the system. Everything here runs on free tiers, so hosting costs us nothing.</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[Users box at the top]</a:t>
            </a:r>
            <a:br>
              <a:rPr b="1" lang="en" sz="1200">
                <a:solidFill>
                  <a:schemeClr val="dk1"/>
                </a:solidFill>
              </a:rPr>
            </a:br>
            <a:r>
              <a:rPr lang="en" sz="1200">
                <a:solidFill>
                  <a:schemeClr val="dk1"/>
                </a:solidFill>
              </a:rPr>
              <a:t>It starts with a user in a web browser: our team, professors, or a labeler. They can do four things: load the dashboard, view or download images, log in, and, if they’re allowed, save labels on images.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[Cloudflare Pages]</a:t>
            </a:r>
            <a:br>
              <a:rPr b="1" lang="en" sz="1200">
                <a:solidFill>
                  <a:schemeClr val="dk1"/>
                </a:solidFill>
              </a:rPr>
            </a:br>
            <a:r>
              <a:rPr lang="en" sz="1200">
                <a:solidFill>
                  <a:schemeClr val="dk1"/>
                </a:solidFill>
              </a:rPr>
              <a:t>“When someone opens the site, the dashboard comes from Cloudflare Pages. The dashboard is a static site: plain HTML, CSS and JavaScript files, with no server code running behind it. That’s why it’s fast and free to host. Pages is connected to our GitHub repo, so whenever we push changes, it rebuilds and redeploys the site automatically.” </a:t>
            </a:r>
            <a:r>
              <a:rPr b="1" lang="en" sz="1200">
                <a:solidFill>
                  <a:schemeClr val="dk1"/>
                </a:solidFill>
              </a:rPr>
              <a:t>[trace the ‘auto-deploy on push’ arrow]</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[Cloudflare Worker, then R2]</a:t>
            </a:r>
            <a:br>
              <a:rPr b="1" lang="en" sz="1200">
                <a:solidFill>
                  <a:schemeClr val="dk1"/>
                </a:solidFill>
              </a:rPr>
            </a:br>
            <a:r>
              <a:rPr lang="en" sz="1200">
                <a:solidFill>
                  <a:schemeClr val="dk1"/>
                </a:solidFill>
              </a:rPr>
              <a:t>“The images themselves live in Cloudflare R2, which is cloud file storage. That’s over half a million microscope images, about four gigabytes. R2 has no download fees, which matters because people browse a lot of images. The browser never talks to R2 directly. It goes through the Cloudflare Worker, a small program that acts as our image server. You ask it for an image, it fetches that file from R2 and hands it back, or sends it as a download. It can only hand images out; nobody can change or delete them through it.”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[Supabase Auth]</a:t>
            </a:r>
            <a:br>
              <a:rPr b="1" lang="en" sz="1200">
                <a:solidFill>
                  <a:schemeClr val="dk1"/>
                </a:solidFill>
              </a:rPr>
            </a:br>
            <a:r>
              <a:rPr lang="en" sz="1200">
                <a:solidFill>
                  <a:schemeClr val="dk1"/>
                </a:solidFill>
              </a:rPr>
              <a:t>“Now the Supabase side. When someone logs in, with Google or with an email and password, Supabase Auth checks who they are and gives the browser a token called a JWT. Think of it as a signed ID badge. The browser shows that badge with every request after that.”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[Supabase REST API, then Postgres]</a:t>
            </a:r>
            <a:br>
              <a:rPr b="1" lang="en" sz="1200">
                <a:solidFill>
                  <a:schemeClr val="dk1"/>
                </a:solidFill>
              </a:rPr>
            </a:br>
            <a:r>
              <a:rPr lang="en" sz="1200">
                <a:solidFill>
                  <a:schemeClr val="dk1"/>
                </a:solidFill>
              </a:rPr>
              <a:t>“All of our data, every folder, site, date, image count and label, lives in a PostgreSQL database. The browser doesn’t connect to the database directly. It goes through Supabase’s REST API, which Supabase generates automatically from our tables. The important part is Row-Level Security. The rules about who can do what live inside the database itself. Anyone can read the catalog. Only labelers and admins can save a label, and even then they can only change the label column, nothing else. Only admins can change people’s roles. So even if someone tampered with the website code in their browser, the database would still refuse anything they aren’t allowed to do.”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[Offline pipeline at the bottom]</a:t>
            </a:r>
            <a:br>
              <a:rPr b="1" lang="en" sz="1200">
                <a:solidFill>
                  <a:schemeClr val="dk1"/>
                </a:solidFill>
              </a:rPr>
            </a:br>
            <a:r>
              <a:rPr lang="en" sz="1200">
                <a:solidFill>
                  <a:schemeClr val="dk1"/>
                </a:solidFill>
              </a:rPr>
              <a:t>“Finally, the bottom box is how data gets in, and it only runs when we add new samples. First, our Python script, </a:t>
            </a:r>
            <a:r>
              <a:rPr lang="en" sz="1200">
                <a:solidFill>
                  <a:srgbClr val="188038"/>
                </a:solidFill>
                <a:latin typeface="Roboto Mono"/>
                <a:ea typeface="Roboto Mono"/>
                <a:cs typeface="Roboto Mono"/>
                <a:sym typeface="Roboto Mono"/>
              </a:rPr>
              <a:t>catalog_images.py</a:t>
            </a:r>
            <a:r>
              <a:rPr lang="en" sz="1200">
                <a:solidFill>
                  <a:schemeClr val="dk1"/>
                </a:solidFill>
              </a:rPr>
              <a:t>, scans the raw image folders and builds a catalog: one row per image and a summary per folder. Then we import that catalog into the Postgres database. Then we upload the image files to R2 with a tool called rclone. Once that’s done, the new samples show up on the live dashboard automatically.”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[Wrap-up]</a:t>
            </a:r>
            <a:br>
              <a:rPr b="1" lang="en" sz="1200">
                <a:solidFill>
                  <a:schemeClr val="dk1"/>
                </a:solidFill>
              </a:rPr>
            </a:br>
            <a:r>
              <a:rPr lang="en" sz="1200">
                <a:solidFill>
                  <a:schemeClr val="dk1"/>
                </a:solidFill>
              </a:rPr>
              <a:t>“To sum up: Cloudflare serves the website and the images. Supabase stores the data, handles logins and enforces permissions. The pipeline on our laptop feeds new images into both. Each piece does one job, it all fits in free tiers, and the security is enforced by the database, not by the web page.”</a:t>
            </a:r>
            <a:endParaRPr sz="1200">
              <a:solidFill>
                <a:schemeClr val="dk1"/>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7" name="Shape 3787"/>
        <p:cNvGrpSpPr/>
        <p:nvPr/>
      </p:nvGrpSpPr>
      <p:grpSpPr>
        <a:xfrm>
          <a:off x="0" y="0"/>
          <a:ext cx="0" cy="0"/>
          <a:chOff x="0" y="0"/>
          <a:chExt cx="0" cy="0"/>
        </a:xfrm>
      </p:grpSpPr>
      <p:sp>
        <p:nvSpPr>
          <p:cNvPr id="3788" name="Google Shape;3788;h6fb17bb26fb2fda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9" name="Google Shape;3789;h6fb17bb26fb2fda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dashboard is the front door. Anyone can open it without an account, filter by site, date and water body, see charts, and click a folder to see its images and download them. We also made it work on phones and added a dark mode</a:t>
            </a:r>
            <a:endParaRPr sz="240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3" name="Shape 3793"/>
        <p:cNvGrpSpPr/>
        <p:nvPr/>
      </p:nvGrpSpPr>
      <p:grpSpPr>
        <a:xfrm>
          <a:off x="0" y="0"/>
          <a:ext cx="0" cy="0"/>
          <a:chOff x="0" y="0"/>
          <a:chExt cx="0" cy="0"/>
        </a:xfrm>
      </p:grpSpPr>
      <p:sp>
        <p:nvSpPr>
          <p:cNvPr id="3794" name="Google Shape;3794;h3b2f25947b9d5b1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5" name="Google Shape;3795;h3b2f25947b9d5b1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3" name="Shape 3803"/>
        <p:cNvGrpSpPr/>
        <p:nvPr/>
      </p:nvGrpSpPr>
      <p:grpSpPr>
        <a:xfrm>
          <a:off x="0" y="0"/>
          <a:ext cx="0" cy="0"/>
          <a:chOff x="0" y="0"/>
          <a:chExt cx="0" cy="0"/>
        </a:xfrm>
      </p:grpSpPr>
      <p:sp>
        <p:nvSpPr>
          <p:cNvPr id="3804" name="Google Shape;3804;h6fb17bb26fb2fda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5" name="Google Shape;3805;h6fb17bb26fb2fda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last piece is the labeling tool, and this is where machine learning gets its training data. A labeler can select a whole group of images and press a number key to label them, open an image to look closely, and undo mistakes. It shows how much of the dataset is done, and the database records who labeled each image and when. Only approved users can label, and the labels export as a CSV for the model</a:t>
            </a:r>
            <a:endParaRPr sz="2400"/>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9" name="Shape 3809"/>
        <p:cNvGrpSpPr/>
        <p:nvPr/>
      </p:nvGrpSpPr>
      <p:grpSpPr>
        <a:xfrm>
          <a:off x="0" y="0"/>
          <a:ext cx="0" cy="0"/>
          <a:chOff x="0" y="0"/>
          <a:chExt cx="0" cy="0"/>
        </a:xfrm>
      </p:grpSpPr>
      <p:sp>
        <p:nvSpPr>
          <p:cNvPr id="3810" name="Google Shape;3810;h3e3fdbb28aa5a30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1" name="Google Shape;3811;h3e3fdbb28aa5a30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hit a lot of problems early on. The naming was inconsistent across 648 folders. Thirty-seven folders had no magnification. We didn’t know what ‘pp’ meant at first, and even after we did, it wasn’t a clean filter, because some post-processed folders repeated images from their raw version. We also couldn’t tell if names like Patch Pond and Patch Reservoir were one site or two. Most of these we fixed with the script and by asking Professor Ahlgren, but a few site names are still not merged.</a:t>
            </a:r>
            <a:endParaRPr sz="2400"/>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5" name="Shape 3815"/>
        <p:cNvGrpSpPr/>
        <p:nvPr/>
      </p:nvGrpSpPr>
      <p:grpSpPr>
        <a:xfrm>
          <a:off x="0" y="0"/>
          <a:ext cx="0" cy="0"/>
          <a:chOff x="0" y="0"/>
          <a:chExt cx="0" cy="0"/>
        </a:xfrm>
      </p:grpSpPr>
      <p:sp>
        <p:nvSpPr>
          <p:cNvPr id="3816" name="Google Shape;3816;h3e3fdbb28aa5a30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7" name="Google Shape;3817;h3e3fdbb28aa5a30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rPr>
              <a:t>So far the Worcester Cyanobacteria Monitoring Collaborative collects samples from around mass, sends them to Clark Uni where Bio department analyzes them with a flowcam using the proprietary visualspreadsheet6 software which in turn generated hundreds of thousands of images which didn’t have a place to be stored/analyzed</a:t>
            </a:r>
            <a:endParaRPr sz="2400"/>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1" name="Shape 3831"/>
        <p:cNvGrpSpPr/>
        <p:nvPr/>
      </p:nvGrpSpPr>
      <p:grpSpPr>
        <a:xfrm>
          <a:off x="0" y="0"/>
          <a:ext cx="0" cy="0"/>
          <a:chOff x="0" y="0"/>
          <a:chExt cx="0" cy="0"/>
        </a:xfrm>
      </p:grpSpPr>
      <p:sp>
        <p:nvSpPr>
          <p:cNvPr id="3832" name="Google Shape;3832;h3e3fdbb28aa5a30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3" name="Google Shape;3833;h3e3fdbb28aa5a3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8" name="Shape 3838"/>
        <p:cNvGrpSpPr/>
        <p:nvPr/>
      </p:nvGrpSpPr>
      <p:grpSpPr>
        <a:xfrm>
          <a:off x="0" y="0"/>
          <a:ext cx="0" cy="0"/>
          <a:chOff x="0" y="0"/>
          <a:chExt cx="0" cy="0"/>
        </a:xfrm>
      </p:grpSpPr>
      <p:sp>
        <p:nvSpPr>
          <p:cNvPr id="3839" name="Google Shape;3839;h3e3fdbb28aa5a30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0" name="Google Shape;3840;h3e3fdbb28aa5a30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Let’s look at what we actually built. We started with about half a million images in folders nobody could search, and we ended with one organized catalog of 511,765 images across 45 sites. On top of that there’s a free database and website, a dashboard where anyone can browse, filter and download images, and a labeling tool where approved people can tag images and the system remembers who labeled what and when. We also made it accessible, with dark mode and a demo mode so anyone can try it without an account. And all of it runs on free services.</a:t>
            </a:r>
            <a:endParaRPr sz="2400"/>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4" name="Shape 3844"/>
        <p:cNvGrpSpPr/>
        <p:nvPr/>
      </p:nvGrpSpPr>
      <p:grpSpPr>
        <a:xfrm>
          <a:off x="0" y="0"/>
          <a:ext cx="0" cy="0"/>
          <a:chOff x="0" y="0"/>
          <a:chExt cx="0" cy="0"/>
        </a:xfrm>
      </p:grpSpPr>
      <p:sp>
        <p:nvSpPr>
          <p:cNvPr id="3845" name="Google Shape;3845;h6fb17bb26fb2fda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6" name="Google Shape;3846;h6fb17bb26fb2fda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learned a few big things along the way. First, real data is messy, and most of our time went into understanding it rather than writing code. Second, asking the expert early matters. When we assumed what ‘pp’ meant, we were partly wrong, and Professor Ahlgren’s answers fixed that. Third, check your assumptions. We found 31,605 duplicate images only because we looked closely. Fourth, we picked a free setup so the project can keep running after this class ends. And finally, this only worked because the team split it up: the script, the database, the dashboard and the labeling tool each had owners who kept checking in with each other.</a:t>
            </a:r>
            <a:endParaRPr sz="2400"/>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0" name="Shape 3850"/>
        <p:cNvGrpSpPr/>
        <p:nvPr/>
      </p:nvGrpSpPr>
      <p:grpSpPr>
        <a:xfrm>
          <a:off x="0" y="0"/>
          <a:ext cx="0" cy="0"/>
          <a:chOff x="0" y="0"/>
          <a:chExt cx="0" cy="0"/>
        </a:xfrm>
      </p:grpSpPr>
      <p:sp>
        <p:nvSpPr>
          <p:cNvPr id="3851" name="Google Shape;3851;h6fb17bb26fb2fda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2" name="Google Shape;3852;h6fb17bb26fb2fda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learned a few big things along the way. First, real data is messy, and most of our time went into understanding it rather than writing code. Second, asking the expert early matters. When we assumed what ‘pp’ meant, we were partly wrong, and Professor Ahlgren’s answers fixed that. Third, check your assumptions. We found 31,605 duplicate images only because we looked closely. Fourth, we picked a free setup so the project can keep running after this class ends. And finally, this only worked because the team split it up: the script, the database, the dashboard and the labeling tool each had owners who kept checking in with each other.</a:t>
            </a:r>
            <a:endParaRPr sz="2400"/>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6" name="Shape 3856"/>
        <p:cNvGrpSpPr/>
        <p:nvPr/>
      </p:nvGrpSpPr>
      <p:grpSpPr>
        <a:xfrm>
          <a:off x="0" y="0"/>
          <a:ext cx="0" cy="0"/>
          <a:chOff x="0" y="0"/>
          <a:chExt cx="0" cy="0"/>
        </a:xfrm>
      </p:grpSpPr>
      <p:sp>
        <p:nvSpPr>
          <p:cNvPr id="3857" name="Google Shape;3857;h6fb17bb26fb2fda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8" name="Google Shape;3858;h6fb17bb26fb2fda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2" name="Shape 3862"/>
        <p:cNvGrpSpPr/>
        <p:nvPr/>
      </p:nvGrpSpPr>
      <p:grpSpPr>
        <a:xfrm>
          <a:off x="0" y="0"/>
          <a:ext cx="0" cy="0"/>
          <a:chOff x="0" y="0"/>
          <a:chExt cx="0" cy="0"/>
        </a:xfrm>
      </p:grpSpPr>
      <p:sp>
        <p:nvSpPr>
          <p:cNvPr id="3863" name="Google Shape;3863;h497c462c2352cec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4" name="Google Shape;3864;h497c462c2352cec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0" name="Shape 3890"/>
        <p:cNvGrpSpPr/>
        <p:nvPr/>
      </p:nvGrpSpPr>
      <p:grpSpPr>
        <a:xfrm>
          <a:off x="0" y="0"/>
          <a:ext cx="0" cy="0"/>
          <a:chOff x="0" y="0"/>
          <a:chExt cx="0" cy="0"/>
        </a:xfrm>
      </p:grpSpPr>
      <p:sp>
        <p:nvSpPr>
          <p:cNvPr id="3891" name="Google Shape;3891;h6c4c1122b881d79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2" name="Google Shape;3892;h6c4c1122b881d79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Cyanobacteria are tiny organisms in lakes and ponds, and when they grow out of control they form harmful blooms that can make water unsafe. The way people check for them is mostly by looking at samples under a microscope, one at a time. That takes a lot of time and a lot of expertise. Worcester’s water is monitored by the city and by WCMC, and our advisor Professor Ahlgren studies the samples, so this is data from our own community</a:t>
            </a:r>
            <a:endParaRPr sz="2400"/>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6" name="Shape 3896"/>
        <p:cNvGrpSpPr/>
        <p:nvPr/>
      </p:nvGrpSpPr>
      <p:grpSpPr>
        <a:xfrm>
          <a:off x="0" y="0"/>
          <a:ext cx="0" cy="0"/>
          <a:chOff x="0" y="0"/>
          <a:chExt cx="0" cy="0"/>
        </a:xfrm>
      </p:grpSpPr>
      <p:sp>
        <p:nvSpPr>
          <p:cNvPr id="3897" name="Google Shape;3897;h6c4c1122b881d79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8" name="Google Shape;3898;h6c4c1122b881d79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To speed this up, the lab uses a FlowCam. Water flows past a camera, and it takes thousands of pictures of the particles in it. That’s much faster than a person, and the pictures are saved so anyone can look again later. The goal is to train a machine learning model that can recognize cyanobacteria in those pictures automatically. But a model needs organized, labeled images, and that’s where the problem is.</a:t>
            </a:r>
            <a:endParaRPr sz="2400"/>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3" name="Shape 3903"/>
        <p:cNvGrpSpPr/>
        <p:nvPr/>
      </p:nvGrpSpPr>
      <p:grpSpPr>
        <a:xfrm>
          <a:off x="0" y="0"/>
          <a:ext cx="0" cy="0"/>
          <a:chOff x="0" y="0"/>
          <a:chExt cx="0" cy="0"/>
        </a:xfrm>
      </p:grpSpPr>
      <p:sp>
        <p:nvSpPr>
          <p:cNvPr id="3904" name="Google Shape;3904;h6c4c1122b881d79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5" name="Google Shape;3905;h6c4c1122b881d79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When we got the data, it was about 550,000 images in 648 folders, and the folders were named in lots of different ways. You couldn’t search for a site or a date, you couldn’t compare samples, and none of the images were labeled. So the camera did its job, but the data wasn’t usable yet. That is the gap we worked on</a:t>
            </a:r>
            <a:endParaRPr sz="2400"/>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9" name="Shape 3949"/>
        <p:cNvGrpSpPr/>
        <p:nvPr/>
      </p:nvGrpSpPr>
      <p:grpSpPr>
        <a:xfrm>
          <a:off x="0" y="0"/>
          <a:ext cx="0" cy="0"/>
          <a:chOff x="0" y="0"/>
          <a:chExt cx="0" cy="0"/>
        </a:xfrm>
      </p:grpSpPr>
      <p:sp>
        <p:nvSpPr>
          <p:cNvPr id="3950" name="Google Shape;3950;h6c4c1122b881d79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1" name="Google Shape;3951;h6c4c1122b881d79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So our job was to build the foundation. We organize the data with a script, put it in a database with a dashboard anyone can use, and then build a tool so people can label images. Once that’s done, the machine learning work can begin</a:t>
            </a:r>
            <a:endParaRPr sz="2400"/>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7" name="Shape 3957"/>
        <p:cNvGrpSpPr/>
        <p:nvPr/>
      </p:nvGrpSpPr>
      <p:grpSpPr>
        <a:xfrm>
          <a:off x="0" y="0"/>
          <a:ext cx="0" cy="0"/>
          <a:chOff x="0" y="0"/>
          <a:chExt cx="0" cy="0"/>
        </a:xfrm>
      </p:grpSpPr>
      <p:sp>
        <p:nvSpPr>
          <p:cNvPr id="3958" name="Google Shape;3958;h6c4c1122b881d79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9" name="Google Shape;3959;h6c4c1122b881d79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Before writing code, we had to understand the data. We met with Professor Ahlgren, who explained the folder names. For example, ‘pp’ means post-processed, which is the city’s standard version. The codes in the name tell you the capture mode, the dilution, and the magnification. We also read a paper on FlowCam pipelines, which showed the same steps we ended up following: clean the data, then label it, then train a model.</a:t>
            </a:r>
            <a:endParaRPr sz="2400"/>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3" name="Shape 3963"/>
        <p:cNvGrpSpPr/>
        <p:nvPr/>
      </p:nvGrpSpPr>
      <p:grpSpPr>
        <a:xfrm>
          <a:off x="0" y="0"/>
          <a:ext cx="0" cy="0"/>
          <a:chOff x="0" y="0"/>
          <a:chExt cx="0" cy="0"/>
        </a:xfrm>
      </p:grpSpPr>
      <p:sp>
        <p:nvSpPr>
          <p:cNvPr id="3964" name="Google Shape;3964;h497c462c2352cecc_0_5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5" name="Google Shape;3965;h497c462c2352cecc_0_5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9" name="Shape 3969"/>
        <p:cNvGrpSpPr/>
        <p:nvPr/>
      </p:nvGrpSpPr>
      <p:grpSpPr>
        <a:xfrm>
          <a:off x="0" y="0"/>
          <a:ext cx="0" cy="0"/>
          <a:chOff x="0" y="0"/>
          <a:chExt cx="0" cy="0"/>
        </a:xfrm>
      </p:grpSpPr>
      <p:sp>
        <p:nvSpPr>
          <p:cNvPr id="3970" name="Google Shape;3970;h497c462c2352cecc_1_1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1" name="Google Shape;3971;h497c462c2352cecc_1_1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9" name="Shape 3989"/>
        <p:cNvGrpSpPr/>
        <p:nvPr/>
      </p:nvGrpSpPr>
      <p:grpSpPr>
        <a:xfrm>
          <a:off x="0" y="0"/>
          <a:ext cx="0" cy="0"/>
          <a:chOff x="0" y="0"/>
          <a:chExt cx="0" cy="0"/>
        </a:xfrm>
      </p:grpSpPr>
      <p:sp>
        <p:nvSpPr>
          <p:cNvPr id="3990" name="Google Shape;3990;h497c462c2352cecc_0_5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1" name="Google Shape;3991;h497c462c2352cecc_0_5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9" name="Shape 3999"/>
        <p:cNvGrpSpPr/>
        <p:nvPr/>
      </p:nvGrpSpPr>
      <p:grpSpPr>
        <a:xfrm>
          <a:off x="0" y="0"/>
          <a:ext cx="0" cy="0"/>
          <a:chOff x="0" y="0"/>
          <a:chExt cx="0" cy="0"/>
        </a:xfrm>
      </p:grpSpPr>
      <p:sp>
        <p:nvSpPr>
          <p:cNvPr id="4000" name="Google Shape;4000;h497c462c2352cecc_1_2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1" name="Google Shape;4001;h497c462c2352cecc_1_2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1" name="Shape 4011"/>
        <p:cNvGrpSpPr/>
        <p:nvPr/>
      </p:nvGrpSpPr>
      <p:grpSpPr>
        <a:xfrm>
          <a:off x="0" y="0"/>
          <a:ext cx="0" cy="0"/>
          <a:chOff x="0" y="0"/>
          <a:chExt cx="0" cy="0"/>
        </a:xfrm>
      </p:grpSpPr>
      <p:sp>
        <p:nvSpPr>
          <p:cNvPr id="4012" name="Google Shape;4012;h497c462c2352cecc_1_3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3" name="Google Shape;4013;h497c462c2352cecc_1_3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2" name="Shape 4032"/>
        <p:cNvGrpSpPr/>
        <p:nvPr/>
      </p:nvGrpSpPr>
      <p:grpSpPr>
        <a:xfrm>
          <a:off x="0" y="0"/>
          <a:ext cx="0" cy="0"/>
          <a:chOff x="0" y="0"/>
          <a:chExt cx="0" cy="0"/>
        </a:xfrm>
      </p:grpSpPr>
      <p:sp>
        <p:nvSpPr>
          <p:cNvPr id="4033" name="Google Shape;4033;h6c4c1122b881d79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4" name="Google Shape;4034;h6c4c1122b881d79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hit a lot of problems early on. The naming was inconsistent across 648 folders. Thirty-seven folders had no magnification. We didn’t know what ‘pp’ meant at first, and even after we did, it wasn’t a clean filter, because some post-processed folders repeated images from their raw version. We also couldn’t tell if names like Patch Pond and Patch Reservoir were one site or two. Most of these we fixed with the script and by asking Professor Ahlgren, but a few site names are still not merged.</a:t>
            </a:r>
            <a:endParaRPr sz="2400"/>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2" name="Shape 4052"/>
        <p:cNvGrpSpPr/>
        <p:nvPr/>
      </p:nvGrpSpPr>
      <p:grpSpPr>
        <a:xfrm>
          <a:off x="0" y="0"/>
          <a:ext cx="0" cy="0"/>
          <a:chOff x="0" y="0"/>
          <a:chExt cx="0" cy="0"/>
        </a:xfrm>
      </p:grpSpPr>
      <p:sp>
        <p:nvSpPr>
          <p:cNvPr id="4053" name="Google Shape;4053;h6c4c1122b881d79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4" name="Google Shape;4054;h6c4c1122b881d79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rPr>
              <a:t>So far the Worcester Cyanobacteria Monitoring Collaborative collects samples from around mass, sends them to Clark Uni where Bio department analyzes them with a flowcam using the proprietary visualspreadsheet6 software which in turn generated hundreds of thousands of images which didn’t have a place to be stored/analyzed</a:t>
            </a:r>
            <a:endParaRPr sz="2400"/>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8" name="Shape 4068"/>
        <p:cNvGrpSpPr/>
        <p:nvPr/>
      </p:nvGrpSpPr>
      <p:grpSpPr>
        <a:xfrm>
          <a:off x="0" y="0"/>
          <a:ext cx="0" cy="0"/>
          <a:chOff x="0" y="0"/>
          <a:chExt cx="0" cy="0"/>
        </a:xfrm>
      </p:grpSpPr>
      <p:sp>
        <p:nvSpPr>
          <p:cNvPr id="4069" name="Google Shape;4069;h497c462c2352cecc_0_5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0" name="Google Shape;4070;h497c462c2352cecc_0_5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rPr>
              <a:t>So far the Worcester Cyanobacteria Monitoring Collaborative collects samples from around mass, sends them to Clark Uni where Bio department analyzes them with a flowcam using the proprietary visualspreadsheet6 software which in turn generated hundreds of thousands of images which didn’t have a place to be stored/analyzed</a:t>
            </a:r>
            <a:endParaRPr sz="2400"/>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8" name="Shape 4088"/>
        <p:cNvGrpSpPr/>
        <p:nvPr/>
      </p:nvGrpSpPr>
      <p:grpSpPr>
        <a:xfrm>
          <a:off x="0" y="0"/>
          <a:ext cx="0" cy="0"/>
          <a:chOff x="0" y="0"/>
          <a:chExt cx="0" cy="0"/>
        </a:xfrm>
      </p:grpSpPr>
      <p:sp>
        <p:nvSpPr>
          <p:cNvPr id="4089" name="Google Shape;4089;h497c462c2352cecc_0_5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0" name="Google Shape;4090;h497c462c2352cecc_0_5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Data is messy, most of the work was understanding the data, not coding</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Ask early: Prof. Ahlgren’s answers (like what -pp means) helped us from wrong assumptions</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Check your assumptions: -pp wasn’t a great filter, and we found 31,605 duplicates</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Plan for the future: choosing a free setup keeps the project alive after the semester</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Teamwork: the script, database, dashboard and labeling tool each came from a different part of the team</a:t>
            </a:r>
            <a:endParaRPr sz="36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4" name="Shape 4094"/>
        <p:cNvGrpSpPr/>
        <p:nvPr/>
      </p:nvGrpSpPr>
      <p:grpSpPr>
        <a:xfrm>
          <a:off x="0" y="0"/>
          <a:ext cx="0" cy="0"/>
          <a:chOff x="0" y="0"/>
          <a:chExt cx="0" cy="0"/>
        </a:xfrm>
      </p:grpSpPr>
      <p:sp>
        <p:nvSpPr>
          <p:cNvPr id="4095" name="Google Shape;4095;h497c462c2352cecc_1_6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6" name="Google Shape;4096;h497c462c2352cecc_1_6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Data is messy, most of the work was understanding the data, not coding</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Ask early: Prof. Ahlgren’s answers (like what -pp means) helped us from wrong assumptions</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Check your assumptions: -pp wasn’t a great filter, and we found 31,605 duplicates</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Plan for the future: choosing a free setup keeps the project alive after the semester</a:t>
            </a:r>
            <a:endParaRPr sz="3100">
              <a:solidFill>
                <a:srgbClr val="241160"/>
              </a:solidFill>
              <a:latin typeface="Cairo"/>
              <a:ea typeface="Cairo"/>
              <a:cs typeface="Cairo"/>
              <a:sym typeface="Cairo"/>
            </a:endParaRPr>
          </a:p>
          <a:p>
            <a:pPr indent="-425450" lvl="0" marL="457200" rtl="0" algn="l">
              <a:lnSpc>
                <a:spcPct val="115000"/>
              </a:lnSpc>
              <a:spcBef>
                <a:spcPts val="0"/>
              </a:spcBef>
              <a:spcAft>
                <a:spcPts val="0"/>
              </a:spcAft>
              <a:buClr>
                <a:srgbClr val="241160"/>
              </a:buClr>
              <a:buSzPts val="3100"/>
              <a:buFont typeface="Nunito Light"/>
              <a:buChar char="➔"/>
            </a:pPr>
            <a:r>
              <a:rPr lang="en" sz="3100">
                <a:solidFill>
                  <a:srgbClr val="241160"/>
                </a:solidFill>
                <a:latin typeface="Cairo"/>
                <a:ea typeface="Cairo"/>
                <a:cs typeface="Cairo"/>
                <a:sym typeface="Cairo"/>
              </a:rPr>
              <a:t>Teamwork: the script, database, dashboard and labeling tool each came from a different part of the team</a:t>
            </a:r>
            <a:endParaRPr sz="36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4" name="Shape 4114"/>
        <p:cNvGrpSpPr/>
        <p:nvPr/>
      </p:nvGrpSpPr>
      <p:grpSpPr>
        <a:xfrm>
          <a:off x="0" y="0"/>
          <a:ext cx="0" cy="0"/>
          <a:chOff x="0" y="0"/>
          <a:chExt cx="0" cy="0"/>
        </a:xfrm>
      </p:grpSpPr>
      <p:sp>
        <p:nvSpPr>
          <p:cNvPr id="4115" name="Google Shape;4115;h497c462c2352cecc_1_5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6" name="Google Shape;4116;h497c462c2352cecc_1_5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0" name="Shape 4140"/>
        <p:cNvGrpSpPr/>
        <p:nvPr/>
      </p:nvGrpSpPr>
      <p:grpSpPr>
        <a:xfrm>
          <a:off x="0" y="0"/>
          <a:ext cx="0" cy="0"/>
          <a:chOff x="0" y="0"/>
          <a:chExt cx="0" cy="0"/>
        </a:xfrm>
      </p:grpSpPr>
      <p:sp>
        <p:nvSpPr>
          <p:cNvPr id="4141" name="Google Shape;4141;h497c462c2352cecc_1_4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2" name="Google Shape;4142;h497c462c2352cecc_1_4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713225" y="3885650"/>
            <a:ext cx="3690600" cy="468600"/>
          </a:xfrm>
          <a:prstGeom prst="rect">
            <a:avLst/>
          </a:prstGeom>
          <a:solidFill>
            <a:schemeClr val="dk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6" name="Google Shape;56;p1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 name="Google Shape;59;p15"/>
          <p:cNvSpPr txBox="1"/>
          <p:nvPr>
            <p:ph hasCustomPrompt="1" idx="2" type="title"/>
          </p:nvPr>
        </p:nvSpPr>
        <p:spPr>
          <a:xfrm>
            <a:off x="4047175" y="1438750"/>
            <a:ext cx="1230300" cy="8814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pic>
        <p:nvPicPr>
          <p:cNvPr id="60" name="Google Shape;60;p15"/>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grpSp>
        <p:nvGrpSpPr>
          <p:cNvPr id="62" name="Google Shape;62;p16"/>
          <p:cNvGrpSpPr/>
          <p:nvPr/>
        </p:nvGrpSpPr>
        <p:grpSpPr>
          <a:xfrm>
            <a:off x="0" y="0"/>
            <a:ext cx="9144001" cy="5143500"/>
            <a:chOff x="0" y="0"/>
            <a:chExt cx="9144001" cy="5143500"/>
          </a:xfrm>
        </p:grpSpPr>
        <p:pic>
          <p:nvPicPr>
            <p:cNvPr id="63" name="Google Shape;63;p1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64" name="Google Shape;64;p1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sp>
        <p:nvSpPr>
          <p:cNvPr id="65" name="Google Shape;6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 name="Google Shape;66;p16"/>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grpSp>
        <p:nvGrpSpPr>
          <p:cNvPr id="67" name="Google Shape;67;p16"/>
          <p:cNvGrpSpPr/>
          <p:nvPr/>
        </p:nvGrpSpPr>
        <p:grpSpPr>
          <a:xfrm rot="10800000">
            <a:off x="6704226" y="3811697"/>
            <a:ext cx="4574075" cy="3479350"/>
            <a:chOff x="1522650" y="1117750"/>
            <a:chExt cx="4574075" cy="3479350"/>
          </a:xfrm>
        </p:grpSpPr>
        <p:sp>
          <p:nvSpPr>
            <p:cNvPr id="68" name="Google Shape;68;p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 name="Google Shape;72;p17"/>
          <p:cNvSpPr txBox="1"/>
          <p:nvPr>
            <p:ph idx="1" type="subTitle"/>
          </p:nvPr>
        </p:nvSpPr>
        <p:spPr>
          <a:xfrm>
            <a:off x="4911639"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3" name="Google Shape;73;p17"/>
          <p:cNvSpPr txBox="1"/>
          <p:nvPr>
            <p:ph idx="2" type="subTitle"/>
          </p:nvPr>
        </p:nvSpPr>
        <p:spPr>
          <a:xfrm>
            <a:off x="1808050"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4" name="Google Shape;74;p17"/>
          <p:cNvSpPr txBox="1"/>
          <p:nvPr>
            <p:ph idx="3" type="subTitle"/>
          </p:nvPr>
        </p:nvSpPr>
        <p:spPr>
          <a:xfrm>
            <a:off x="1808050"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5" name="Google Shape;75;p17"/>
          <p:cNvSpPr txBox="1"/>
          <p:nvPr>
            <p:ph idx="4" type="subTitle"/>
          </p:nvPr>
        </p:nvSpPr>
        <p:spPr>
          <a:xfrm>
            <a:off x="4911639"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6" name="Google Shape;76;p17"/>
          <p:cNvGrpSpPr/>
          <p:nvPr/>
        </p:nvGrpSpPr>
        <p:grpSpPr>
          <a:xfrm>
            <a:off x="0" y="4"/>
            <a:ext cx="9144004" cy="5143496"/>
            <a:chOff x="0" y="4"/>
            <a:chExt cx="9144004" cy="5143496"/>
          </a:xfrm>
        </p:grpSpPr>
        <p:pic>
          <p:nvPicPr>
            <p:cNvPr id="77" name="Google Shape;77;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8" name="Google Shape;78;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9" name="Google Shape;79;p17"/>
          <p:cNvGrpSpPr/>
          <p:nvPr/>
        </p:nvGrpSpPr>
        <p:grpSpPr>
          <a:xfrm flipH="1" rot="-10539848">
            <a:off x="6108563" y="4049075"/>
            <a:ext cx="4573901" cy="3479217"/>
            <a:chOff x="1522650" y="1117750"/>
            <a:chExt cx="4574075" cy="3479350"/>
          </a:xfrm>
        </p:grpSpPr>
        <p:sp>
          <p:nvSpPr>
            <p:cNvPr id="80" name="Google Shape;80;p1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4" name="Google Shape;84;p18"/>
          <p:cNvGrpSpPr/>
          <p:nvPr/>
        </p:nvGrpSpPr>
        <p:grpSpPr>
          <a:xfrm>
            <a:off x="0" y="4"/>
            <a:ext cx="9144004" cy="5143496"/>
            <a:chOff x="0" y="4"/>
            <a:chExt cx="9144004" cy="5143496"/>
          </a:xfrm>
        </p:grpSpPr>
        <p:pic>
          <p:nvPicPr>
            <p:cNvPr id="85" name="Google Shape;85;p18"/>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86" name="Google Shape;86;p18"/>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87" name="Google Shape;87;p18"/>
          <p:cNvGrpSpPr/>
          <p:nvPr/>
        </p:nvGrpSpPr>
        <p:grpSpPr>
          <a:xfrm flipH="1" rot="-10539848">
            <a:off x="6108563" y="4049075"/>
            <a:ext cx="4573901" cy="3479217"/>
            <a:chOff x="1522650" y="1117750"/>
            <a:chExt cx="4574075" cy="3479350"/>
          </a:xfrm>
        </p:grpSpPr>
        <p:sp>
          <p:nvSpPr>
            <p:cNvPr id="88" name="Google Shape;88;p1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19"/>
          <p:cNvSpPr txBox="1"/>
          <p:nvPr>
            <p:ph type="title"/>
          </p:nvPr>
        </p:nvSpPr>
        <p:spPr>
          <a:xfrm>
            <a:off x="811975" y="829350"/>
            <a:ext cx="3993300" cy="989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 name="Google Shape;92;p19"/>
          <p:cNvSpPr txBox="1"/>
          <p:nvPr>
            <p:ph idx="1" type="subTitle"/>
          </p:nvPr>
        </p:nvSpPr>
        <p:spPr>
          <a:xfrm>
            <a:off x="811975" y="1878550"/>
            <a:ext cx="39933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93" name="Google Shape;93;p19"/>
          <p:cNvSpPr/>
          <p:nvPr>
            <p:ph idx="2" type="pic"/>
          </p:nvPr>
        </p:nvSpPr>
        <p:spPr>
          <a:xfrm>
            <a:off x="5088475" y="770400"/>
            <a:ext cx="3081600" cy="3602700"/>
          </a:xfrm>
          <a:prstGeom prst="roundRect">
            <a:avLst>
              <a:gd fmla="val 16667" name="adj"/>
            </a:avLst>
          </a:prstGeom>
          <a:noFill/>
          <a:ln>
            <a:noFill/>
          </a:ln>
        </p:spPr>
      </p:sp>
      <p:grpSp>
        <p:nvGrpSpPr>
          <p:cNvPr id="94" name="Google Shape;94;p19"/>
          <p:cNvGrpSpPr/>
          <p:nvPr/>
        </p:nvGrpSpPr>
        <p:grpSpPr>
          <a:xfrm>
            <a:off x="0" y="0"/>
            <a:ext cx="9144001" cy="5143500"/>
            <a:chOff x="0" y="0"/>
            <a:chExt cx="9144001" cy="5143500"/>
          </a:xfrm>
        </p:grpSpPr>
        <p:pic>
          <p:nvPicPr>
            <p:cNvPr id="95" name="Google Shape;95;p19"/>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96" name="Google Shape;96;p19"/>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97" name="Google Shape;97;p19"/>
          <p:cNvGrpSpPr/>
          <p:nvPr/>
        </p:nvGrpSpPr>
        <p:grpSpPr>
          <a:xfrm rot="10800000">
            <a:off x="6704226" y="3811697"/>
            <a:ext cx="4574075" cy="3479350"/>
            <a:chOff x="1522650" y="1117750"/>
            <a:chExt cx="4574075" cy="3479350"/>
          </a:xfrm>
        </p:grpSpPr>
        <p:sp>
          <p:nvSpPr>
            <p:cNvPr id="98" name="Google Shape;98;p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0" name="Shape 100"/>
        <p:cNvGrpSpPr/>
        <p:nvPr/>
      </p:nvGrpSpPr>
      <p:grpSpPr>
        <a:xfrm>
          <a:off x="0" y="0"/>
          <a:ext cx="0" cy="0"/>
          <a:chOff x="0" y="0"/>
          <a:chExt cx="0" cy="0"/>
        </a:xfrm>
      </p:grpSpPr>
      <p:grpSp>
        <p:nvGrpSpPr>
          <p:cNvPr id="101" name="Google Shape;101;p20"/>
          <p:cNvGrpSpPr/>
          <p:nvPr/>
        </p:nvGrpSpPr>
        <p:grpSpPr>
          <a:xfrm>
            <a:off x="10" y="0"/>
            <a:ext cx="9143991" cy="5143500"/>
            <a:chOff x="10" y="0"/>
            <a:chExt cx="9143991" cy="5143500"/>
          </a:xfrm>
        </p:grpSpPr>
        <p:pic>
          <p:nvPicPr>
            <p:cNvPr id="102" name="Google Shape;102;p20"/>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103" name="Google Shape;103;p20"/>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104" name="Google Shape;104;p20"/>
          <p:cNvGrpSpPr/>
          <p:nvPr/>
        </p:nvGrpSpPr>
        <p:grpSpPr>
          <a:xfrm rot="756538">
            <a:off x="5159567" y="-1927047"/>
            <a:ext cx="4574157" cy="3479412"/>
            <a:chOff x="1522650" y="1117750"/>
            <a:chExt cx="4574075" cy="3479350"/>
          </a:xfrm>
        </p:grpSpPr>
        <p:sp>
          <p:nvSpPr>
            <p:cNvPr id="105" name="Google Shape;105;p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20"/>
          <p:cNvSpPr txBox="1"/>
          <p:nvPr>
            <p:ph type="title"/>
          </p:nvPr>
        </p:nvSpPr>
        <p:spPr>
          <a:xfrm>
            <a:off x="3830000" y="1716400"/>
            <a:ext cx="45081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grpSp>
        <p:nvGrpSpPr>
          <p:cNvPr id="109" name="Google Shape;109;p21"/>
          <p:cNvGrpSpPr/>
          <p:nvPr/>
        </p:nvGrpSpPr>
        <p:grpSpPr>
          <a:xfrm rot="756538">
            <a:off x="-714808" y="-2409347"/>
            <a:ext cx="4574157" cy="3479412"/>
            <a:chOff x="1522650" y="1117750"/>
            <a:chExt cx="4574075" cy="3479350"/>
          </a:xfrm>
        </p:grpSpPr>
        <p:sp>
          <p:nvSpPr>
            <p:cNvPr id="110" name="Google Shape;110;p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21"/>
          <p:cNvGrpSpPr/>
          <p:nvPr/>
        </p:nvGrpSpPr>
        <p:grpSpPr>
          <a:xfrm>
            <a:off x="0" y="0"/>
            <a:ext cx="9144001" cy="5143500"/>
            <a:chOff x="0" y="0"/>
            <a:chExt cx="9144001" cy="5143500"/>
          </a:xfrm>
        </p:grpSpPr>
        <p:pic>
          <p:nvPicPr>
            <p:cNvPr id="113" name="Google Shape;113;p21"/>
            <p:cNvPicPr preferRelativeResize="0"/>
            <p:nvPr/>
          </p:nvPicPr>
          <p:blipFill>
            <a:blip r:embed="rId2">
              <a:alphaModFix/>
            </a:blip>
            <a:stretch>
              <a:fillRect/>
            </a:stretch>
          </p:blipFill>
          <p:spPr>
            <a:xfrm flipH="1" rot="10800000">
              <a:off x="5738810" y="0"/>
              <a:ext cx="3405191" cy="5143500"/>
            </a:xfrm>
            <a:prstGeom prst="rect">
              <a:avLst/>
            </a:prstGeom>
            <a:noFill/>
            <a:ln>
              <a:noFill/>
            </a:ln>
          </p:spPr>
        </p:pic>
        <p:pic>
          <p:nvPicPr>
            <p:cNvPr id="114" name="Google Shape;114;p21"/>
            <p:cNvPicPr preferRelativeResize="0"/>
            <p:nvPr/>
          </p:nvPicPr>
          <p:blipFill>
            <a:blip r:embed="rId3">
              <a:alphaModFix/>
            </a:blip>
            <a:stretch>
              <a:fillRect/>
            </a:stretch>
          </p:blipFill>
          <p:spPr>
            <a:xfrm flipH="1" rot="10800000">
              <a:off x="0" y="0"/>
              <a:ext cx="4727801" cy="2256875"/>
            </a:xfrm>
            <a:prstGeom prst="rect">
              <a:avLst/>
            </a:prstGeom>
            <a:noFill/>
            <a:ln>
              <a:noFill/>
            </a:ln>
          </p:spPr>
        </p:pic>
      </p:grpSp>
      <p:sp>
        <p:nvSpPr>
          <p:cNvPr id="115" name="Google Shape;115;p21"/>
          <p:cNvSpPr txBox="1"/>
          <p:nvPr>
            <p:ph type="title"/>
          </p:nvPr>
        </p:nvSpPr>
        <p:spPr>
          <a:xfrm>
            <a:off x="713225" y="1528900"/>
            <a:ext cx="4872900" cy="19644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6" name="Google Shape;116;p21"/>
          <p:cNvSpPr txBox="1"/>
          <p:nvPr>
            <p:ph idx="1" type="subTitle"/>
          </p:nvPr>
        </p:nvSpPr>
        <p:spPr>
          <a:xfrm>
            <a:off x="713225" y="3640050"/>
            <a:ext cx="4872900" cy="45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22"/>
          <p:cNvSpPr/>
          <p:nvPr>
            <p:ph idx="2" type="pic"/>
          </p:nvPr>
        </p:nvSpPr>
        <p:spPr>
          <a:xfrm>
            <a:off x="0" y="0"/>
            <a:ext cx="9144000" cy="5143500"/>
          </a:xfrm>
          <a:prstGeom prst="rect">
            <a:avLst/>
          </a:prstGeom>
          <a:noFill/>
          <a:ln>
            <a:noFill/>
          </a:ln>
        </p:spPr>
      </p:sp>
      <p:sp>
        <p:nvSpPr>
          <p:cNvPr id="119" name="Google Shape;119;p22"/>
          <p:cNvSpPr txBox="1"/>
          <p:nvPr>
            <p:ph type="title"/>
          </p:nvPr>
        </p:nvSpPr>
        <p:spPr>
          <a:xfrm>
            <a:off x="720000" y="4014450"/>
            <a:ext cx="5713200" cy="5727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120" name="Google Shape;120;p22"/>
          <p:cNvGrpSpPr/>
          <p:nvPr/>
        </p:nvGrpSpPr>
        <p:grpSpPr>
          <a:xfrm>
            <a:off x="0" y="4"/>
            <a:ext cx="9144004" cy="5143496"/>
            <a:chOff x="0" y="4"/>
            <a:chExt cx="9144004" cy="5143496"/>
          </a:xfrm>
        </p:grpSpPr>
        <p:pic>
          <p:nvPicPr>
            <p:cNvPr id="121" name="Google Shape;121;p2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2" name="Google Shape;122;p2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3" name="Google Shape;123;p22"/>
          <p:cNvGrpSpPr/>
          <p:nvPr/>
        </p:nvGrpSpPr>
        <p:grpSpPr>
          <a:xfrm>
            <a:off x="-896231" y="-2525369"/>
            <a:ext cx="11703669" cy="10221582"/>
            <a:chOff x="-896231" y="-2525369"/>
            <a:chExt cx="11703669" cy="10221582"/>
          </a:xfrm>
        </p:grpSpPr>
        <p:grpSp>
          <p:nvGrpSpPr>
            <p:cNvPr id="124" name="Google Shape;124;p22"/>
            <p:cNvGrpSpPr/>
            <p:nvPr/>
          </p:nvGrpSpPr>
          <p:grpSpPr>
            <a:xfrm flipH="1" rot="-10539848">
              <a:off x="6108563" y="4049075"/>
              <a:ext cx="4573901" cy="3479217"/>
              <a:chOff x="1522650" y="1117750"/>
              <a:chExt cx="4574075" cy="3479350"/>
            </a:xfrm>
          </p:grpSpPr>
          <p:sp>
            <p:nvSpPr>
              <p:cNvPr id="125" name="Google Shape;125;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22"/>
            <p:cNvGrpSpPr/>
            <p:nvPr/>
          </p:nvGrpSpPr>
          <p:grpSpPr>
            <a:xfrm>
              <a:off x="-896231" y="-2525369"/>
              <a:ext cx="4573618" cy="3479002"/>
              <a:chOff x="1522650" y="1117750"/>
              <a:chExt cx="4574075" cy="3479350"/>
            </a:xfrm>
          </p:grpSpPr>
          <p:sp>
            <p:nvSpPr>
              <p:cNvPr id="128" name="Google Shape;128;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0" name="Shape 130"/>
        <p:cNvGrpSpPr/>
        <p:nvPr/>
      </p:nvGrpSpPr>
      <p:grpSpPr>
        <a:xfrm>
          <a:off x="0" y="0"/>
          <a:ext cx="0" cy="0"/>
          <a:chOff x="0" y="0"/>
          <a:chExt cx="0" cy="0"/>
        </a:xfrm>
      </p:grpSpPr>
      <p:sp>
        <p:nvSpPr>
          <p:cNvPr id="131" name="Google Shape;131;p23"/>
          <p:cNvSpPr txBox="1"/>
          <p:nvPr>
            <p:ph hasCustomPrompt="1" type="title"/>
          </p:nvPr>
        </p:nvSpPr>
        <p:spPr>
          <a:xfrm>
            <a:off x="4076350" y="2296400"/>
            <a:ext cx="3843300" cy="10851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2" name="Google Shape;132;p23"/>
          <p:cNvSpPr txBox="1"/>
          <p:nvPr>
            <p:ph idx="1" type="subTitle"/>
          </p:nvPr>
        </p:nvSpPr>
        <p:spPr>
          <a:xfrm>
            <a:off x="4076350" y="3426700"/>
            <a:ext cx="38433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33" name="Google Shape;133;p2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5" name="Shape 135"/>
        <p:cNvGrpSpPr/>
        <p:nvPr/>
      </p:nvGrpSpPr>
      <p:grpSpPr>
        <a:xfrm>
          <a:off x="0" y="0"/>
          <a:ext cx="0" cy="0"/>
          <a:chOff x="0" y="0"/>
          <a:chExt cx="0" cy="0"/>
        </a:xfrm>
      </p:grpSpPr>
      <p:sp>
        <p:nvSpPr>
          <p:cNvPr id="136" name="Google Shape;13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7" name="Google Shape;137;p25"/>
          <p:cNvSpPr txBox="1"/>
          <p:nvPr>
            <p:ph hasCustomPrompt="1" idx="2" type="title"/>
          </p:nvPr>
        </p:nvSpPr>
        <p:spPr>
          <a:xfrm>
            <a:off x="720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25"/>
          <p:cNvSpPr txBox="1"/>
          <p:nvPr>
            <p:ph hasCustomPrompt="1" idx="3" type="title"/>
          </p:nvPr>
        </p:nvSpPr>
        <p:spPr>
          <a:xfrm>
            <a:off x="720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9" name="Google Shape;139;p25"/>
          <p:cNvSpPr txBox="1"/>
          <p:nvPr>
            <p:ph hasCustomPrompt="1" idx="4" type="title"/>
          </p:nvPr>
        </p:nvSpPr>
        <p:spPr>
          <a:xfrm>
            <a:off x="3306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0" name="Google Shape;140;p25"/>
          <p:cNvSpPr txBox="1"/>
          <p:nvPr>
            <p:ph hasCustomPrompt="1" idx="5" type="title"/>
          </p:nvPr>
        </p:nvSpPr>
        <p:spPr>
          <a:xfrm>
            <a:off x="3306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25"/>
          <p:cNvSpPr txBox="1"/>
          <p:nvPr>
            <p:ph hasCustomPrompt="1" idx="6" type="title"/>
          </p:nvPr>
        </p:nvSpPr>
        <p:spPr>
          <a:xfrm>
            <a:off x="5892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 name="Google Shape;142;p25"/>
          <p:cNvSpPr txBox="1"/>
          <p:nvPr>
            <p:ph hasCustomPrompt="1" idx="7" type="title"/>
          </p:nvPr>
        </p:nvSpPr>
        <p:spPr>
          <a:xfrm>
            <a:off x="5892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3" name="Google Shape;143;p25"/>
          <p:cNvSpPr txBox="1"/>
          <p:nvPr>
            <p:ph idx="1" type="subTitle"/>
          </p:nvPr>
        </p:nvSpPr>
        <p:spPr>
          <a:xfrm>
            <a:off x="720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4" name="Google Shape;144;p25"/>
          <p:cNvSpPr txBox="1"/>
          <p:nvPr>
            <p:ph idx="8" type="subTitle"/>
          </p:nvPr>
        </p:nvSpPr>
        <p:spPr>
          <a:xfrm>
            <a:off x="3306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5" name="Google Shape;145;p25"/>
          <p:cNvSpPr txBox="1"/>
          <p:nvPr>
            <p:ph idx="9" type="subTitle"/>
          </p:nvPr>
        </p:nvSpPr>
        <p:spPr>
          <a:xfrm>
            <a:off x="5892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6" name="Google Shape;146;p25"/>
          <p:cNvSpPr txBox="1"/>
          <p:nvPr>
            <p:ph idx="13" type="subTitle"/>
          </p:nvPr>
        </p:nvSpPr>
        <p:spPr>
          <a:xfrm>
            <a:off x="720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7" name="Google Shape;147;p25"/>
          <p:cNvSpPr txBox="1"/>
          <p:nvPr>
            <p:ph idx="14" type="subTitle"/>
          </p:nvPr>
        </p:nvSpPr>
        <p:spPr>
          <a:xfrm>
            <a:off x="3306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8" name="Google Shape;148;p25"/>
          <p:cNvSpPr txBox="1"/>
          <p:nvPr>
            <p:ph idx="15" type="subTitle"/>
          </p:nvPr>
        </p:nvSpPr>
        <p:spPr>
          <a:xfrm>
            <a:off x="5892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49" name="Google Shape;149;p25"/>
          <p:cNvGrpSpPr/>
          <p:nvPr/>
        </p:nvGrpSpPr>
        <p:grpSpPr>
          <a:xfrm>
            <a:off x="0" y="4"/>
            <a:ext cx="9144004" cy="5143496"/>
            <a:chOff x="0" y="4"/>
            <a:chExt cx="9144004" cy="5143496"/>
          </a:xfrm>
        </p:grpSpPr>
        <p:pic>
          <p:nvPicPr>
            <p:cNvPr id="150" name="Google Shape;150;p2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51" name="Google Shape;151;p2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52" name="Google Shape;152;p25"/>
          <p:cNvGrpSpPr/>
          <p:nvPr/>
        </p:nvGrpSpPr>
        <p:grpSpPr>
          <a:xfrm flipH="1" rot="-10539848">
            <a:off x="6108563" y="4049075"/>
            <a:ext cx="4573901" cy="3479217"/>
            <a:chOff x="1522650" y="1117750"/>
            <a:chExt cx="4574075" cy="3479350"/>
          </a:xfrm>
        </p:grpSpPr>
        <p:sp>
          <p:nvSpPr>
            <p:cNvPr id="153" name="Google Shape;153;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55" name="Shape 155"/>
        <p:cNvGrpSpPr/>
        <p:nvPr/>
      </p:nvGrpSpPr>
      <p:grpSpPr>
        <a:xfrm>
          <a:off x="0" y="0"/>
          <a:ext cx="0" cy="0"/>
          <a:chOff x="0" y="0"/>
          <a:chExt cx="0" cy="0"/>
        </a:xfrm>
      </p:grpSpPr>
      <p:grpSp>
        <p:nvGrpSpPr>
          <p:cNvPr id="156" name="Google Shape;156;p26"/>
          <p:cNvGrpSpPr/>
          <p:nvPr/>
        </p:nvGrpSpPr>
        <p:grpSpPr>
          <a:xfrm>
            <a:off x="0" y="0"/>
            <a:ext cx="9144001" cy="5143500"/>
            <a:chOff x="0" y="0"/>
            <a:chExt cx="9144001" cy="5143500"/>
          </a:xfrm>
        </p:grpSpPr>
        <p:pic>
          <p:nvPicPr>
            <p:cNvPr id="157" name="Google Shape;157;p2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58" name="Google Shape;158;p2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59" name="Google Shape;159;p26"/>
          <p:cNvGrpSpPr/>
          <p:nvPr/>
        </p:nvGrpSpPr>
        <p:grpSpPr>
          <a:xfrm rot="10800000">
            <a:off x="6704226" y="3811697"/>
            <a:ext cx="4574075" cy="3479350"/>
            <a:chOff x="1522650" y="1117750"/>
            <a:chExt cx="4574075" cy="3479350"/>
          </a:xfrm>
        </p:grpSpPr>
        <p:sp>
          <p:nvSpPr>
            <p:cNvPr id="160" name="Google Shape;160;p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63" name="Shape 163"/>
        <p:cNvGrpSpPr/>
        <p:nvPr/>
      </p:nvGrpSpPr>
      <p:grpSpPr>
        <a:xfrm>
          <a:off x="0" y="0"/>
          <a:ext cx="0" cy="0"/>
          <a:chOff x="0" y="0"/>
          <a:chExt cx="0" cy="0"/>
        </a:xfrm>
      </p:grpSpPr>
      <p:grpSp>
        <p:nvGrpSpPr>
          <p:cNvPr id="164" name="Google Shape;164;p27"/>
          <p:cNvGrpSpPr/>
          <p:nvPr/>
        </p:nvGrpSpPr>
        <p:grpSpPr>
          <a:xfrm>
            <a:off x="0" y="4"/>
            <a:ext cx="9144004" cy="5143496"/>
            <a:chOff x="0" y="4"/>
            <a:chExt cx="9144004" cy="5143496"/>
          </a:xfrm>
        </p:grpSpPr>
        <p:pic>
          <p:nvPicPr>
            <p:cNvPr id="165" name="Google Shape;165;p2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66" name="Google Shape;166;p2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67" name="Google Shape;167;p27"/>
          <p:cNvGrpSpPr/>
          <p:nvPr/>
        </p:nvGrpSpPr>
        <p:grpSpPr>
          <a:xfrm flipH="1" rot="-10539848">
            <a:off x="6108563" y="4049075"/>
            <a:ext cx="4573901" cy="3479217"/>
            <a:chOff x="1522650" y="1117750"/>
            <a:chExt cx="4574075" cy="3479350"/>
          </a:xfrm>
        </p:grpSpPr>
        <p:sp>
          <p:nvSpPr>
            <p:cNvPr id="168" name="Google Shape;168;p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7"/>
          <p:cNvSpPr txBox="1"/>
          <p:nvPr>
            <p:ph type="title"/>
          </p:nvPr>
        </p:nvSpPr>
        <p:spPr>
          <a:xfrm>
            <a:off x="3889175" y="1000050"/>
            <a:ext cx="3205500" cy="105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1" name="Google Shape;171;p27"/>
          <p:cNvSpPr txBox="1"/>
          <p:nvPr>
            <p:ph idx="1" type="subTitle"/>
          </p:nvPr>
        </p:nvSpPr>
        <p:spPr>
          <a:xfrm>
            <a:off x="3889175" y="2131950"/>
            <a:ext cx="4185300" cy="2011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72" name="Shape 172"/>
        <p:cNvGrpSpPr/>
        <p:nvPr/>
      </p:nvGrpSpPr>
      <p:grpSpPr>
        <a:xfrm>
          <a:off x="0" y="0"/>
          <a:ext cx="0" cy="0"/>
          <a:chOff x="0" y="0"/>
          <a:chExt cx="0" cy="0"/>
        </a:xfrm>
      </p:grpSpPr>
      <p:grpSp>
        <p:nvGrpSpPr>
          <p:cNvPr id="173" name="Google Shape;173;p28"/>
          <p:cNvGrpSpPr/>
          <p:nvPr/>
        </p:nvGrpSpPr>
        <p:grpSpPr>
          <a:xfrm>
            <a:off x="0" y="0"/>
            <a:ext cx="9144001" cy="5143500"/>
            <a:chOff x="0" y="0"/>
            <a:chExt cx="9144001" cy="5143500"/>
          </a:xfrm>
        </p:grpSpPr>
        <p:pic>
          <p:nvPicPr>
            <p:cNvPr id="174" name="Google Shape;174;p28"/>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75" name="Google Shape;175;p28"/>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76" name="Google Shape;176;p28"/>
          <p:cNvGrpSpPr/>
          <p:nvPr/>
        </p:nvGrpSpPr>
        <p:grpSpPr>
          <a:xfrm rot="10800000">
            <a:off x="6704226" y="3811697"/>
            <a:ext cx="4574075" cy="3479350"/>
            <a:chOff x="1522650" y="1117750"/>
            <a:chExt cx="4574075" cy="3479350"/>
          </a:xfrm>
        </p:grpSpPr>
        <p:sp>
          <p:nvSpPr>
            <p:cNvPr id="177" name="Google Shape;177;p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8"/>
          <p:cNvSpPr txBox="1"/>
          <p:nvPr>
            <p:ph type="title"/>
          </p:nvPr>
        </p:nvSpPr>
        <p:spPr>
          <a:xfrm>
            <a:off x="713225" y="707075"/>
            <a:ext cx="2345400" cy="974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0" name="Google Shape;180;p28"/>
          <p:cNvSpPr txBox="1"/>
          <p:nvPr>
            <p:ph idx="1" type="subTitle"/>
          </p:nvPr>
        </p:nvSpPr>
        <p:spPr>
          <a:xfrm>
            <a:off x="713225" y="1606775"/>
            <a:ext cx="2345400" cy="112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1" name="Google Shape;181;p28"/>
          <p:cNvSpPr/>
          <p:nvPr>
            <p:ph idx="2" type="pic"/>
          </p:nvPr>
        </p:nvSpPr>
        <p:spPr>
          <a:xfrm>
            <a:off x="5588500" y="539500"/>
            <a:ext cx="2801100" cy="4064700"/>
          </a:xfrm>
          <a:prstGeom prst="roundRect">
            <a:avLst>
              <a:gd fmla="val 16667" name="adj"/>
            </a:avLst>
          </a:prstGeom>
          <a:noFill/>
          <a:ln>
            <a:noFill/>
          </a:ln>
        </p:spPr>
      </p:sp>
      <p:sp>
        <p:nvSpPr>
          <p:cNvPr id="182" name="Google Shape;182;p28"/>
          <p:cNvSpPr/>
          <p:nvPr>
            <p:ph idx="3" type="pic"/>
          </p:nvPr>
        </p:nvSpPr>
        <p:spPr>
          <a:xfrm>
            <a:off x="3171450" y="539500"/>
            <a:ext cx="2304300" cy="2285700"/>
          </a:xfrm>
          <a:prstGeom prst="roundRect">
            <a:avLst>
              <a:gd fmla="val 16667" name="adj"/>
            </a:avLst>
          </a:prstGeom>
          <a:noFill/>
          <a:ln>
            <a:noFill/>
          </a:ln>
        </p:spPr>
      </p:sp>
      <p:sp>
        <p:nvSpPr>
          <p:cNvPr id="183" name="Google Shape;183;p28"/>
          <p:cNvSpPr/>
          <p:nvPr>
            <p:ph idx="4" type="pic"/>
          </p:nvPr>
        </p:nvSpPr>
        <p:spPr>
          <a:xfrm>
            <a:off x="3171450" y="2953775"/>
            <a:ext cx="2304300" cy="1650300"/>
          </a:xfrm>
          <a:prstGeom prst="roundRect">
            <a:avLst>
              <a:gd fmla="val 16667" name="adj"/>
            </a:avLst>
          </a:prstGeom>
          <a:noFill/>
          <a:ln>
            <a:noFill/>
          </a:ln>
        </p:spPr>
      </p:sp>
      <p:sp>
        <p:nvSpPr>
          <p:cNvPr id="184" name="Google Shape;184;p28"/>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85" name="Shape 185"/>
        <p:cNvGrpSpPr/>
        <p:nvPr/>
      </p:nvGrpSpPr>
      <p:grpSpPr>
        <a:xfrm>
          <a:off x="0" y="0"/>
          <a:ext cx="0" cy="0"/>
          <a:chOff x="0" y="0"/>
          <a:chExt cx="0" cy="0"/>
        </a:xfrm>
      </p:grpSpPr>
      <p:grpSp>
        <p:nvGrpSpPr>
          <p:cNvPr id="186" name="Google Shape;186;p29"/>
          <p:cNvGrpSpPr/>
          <p:nvPr/>
        </p:nvGrpSpPr>
        <p:grpSpPr>
          <a:xfrm>
            <a:off x="0" y="4"/>
            <a:ext cx="9144004" cy="5143496"/>
            <a:chOff x="0" y="4"/>
            <a:chExt cx="9144004" cy="5143496"/>
          </a:xfrm>
        </p:grpSpPr>
        <p:pic>
          <p:nvPicPr>
            <p:cNvPr id="187" name="Google Shape;187;p29"/>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88" name="Google Shape;188;p29"/>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89" name="Google Shape;189;p29"/>
          <p:cNvGrpSpPr/>
          <p:nvPr/>
        </p:nvGrpSpPr>
        <p:grpSpPr>
          <a:xfrm flipH="1" rot="-10539848">
            <a:off x="6108563" y="4049075"/>
            <a:ext cx="4573901" cy="3479217"/>
            <a:chOff x="1522650" y="1117750"/>
            <a:chExt cx="4574075" cy="3479350"/>
          </a:xfrm>
        </p:grpSpPr>
        <p:sp>
          <p:nvSpPr>
            <p:cNvPr id="190" name="Google Shape;190;p2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3" name="Google Shape;193;p29"/>
          <p:cNvSpPr txBox="1"/>
          <p:nvPr>
            <p:ph idx="1" type="subTitle"/>
          </p:nvPr>
        </p:nvSpPr>
        <p:spPr>
          <a:xfrm>
            <a:off x="719975" y="1164450"/>
            <a:ext cx="3748800" cy="1188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94" name="Shape 194"/>
        <p:cNvGrpSpPr/>
        <p:nvPr/>
      </p:nvGrpSpPr>
      <p:grpSpPr>
        <a:xfrm>
          <a:off x="0" y="0"/>
          <a:ext cx="0" cy="0"/>
          <a:chOff x="0" y="0"/>
          <a:chExt cx="0" cy="0"/>
        </a:xfrm>
      </p:grpSpPr>
      <p:grpSp>
        <p:nvGrpSpPr>
          <p:cNvPr id="195" name="Google Shape;195;p30"/>
          <p:cNvGrpSpPr/>
          <p:nvPr/>
        </p:nvGrpSpPr>
        <p:grpSpPr>
          <a:xfrm>
            <a:off x="0" y="0"/>
            <a:ext cx="9144001" cy="5143500"/>
            <a:chOff x="0" y="0"/>
            <a:chExt cx="9144001" cy="5143500"/>
          </a:xfrm>
        </p:grpSpPr>
        <p:pic>
          <p:nvPicPr>
            <p:cNvPr id="196" name="Google Shape;196;p30"/>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97" name="Google Shape;197;p30"/>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98" name="Google Shape;198;p30"/>
          <p:cNvGrpSpPr/>
          <p:nvPr/>
        </p:nvGrpSpPr>
        <p:grpSpPr>
          <a:xfrm rot="10800000">
            <a:off x="6704226" y="3811697"/>
            <a:ext cx="4574075" cy="3479350"/>
            <a:chOff x="1522650" y="1117750"/>
            <a:chExt cx="4574075" cy="3479350"/>
          </a:xfrm>
        </p:grpSpPr>
        <p:sp>
          <p:nvSpPr>
            <p:cNvPr id="199" name="Google Shape;199;p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30"/>
          <p:cNvSpPr txBox="1"/>
          <p:nvPr>
            <p:ph idx="1" type="subTitle"/>
          </p:nvPr>
        </p:nvSpPr>
        <p:spPr>
          <a:xfrm>
            <a:off x="719975" y="1393800"/>
            <a:ext cx="5015400" cy="22035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
        <p:nvSpPr>
          <p:cNvPr id="202" name="Google Shape;202;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3" name="Shape 203"/>
        <p:cNvGrpSpPr/>
        <p:nvPr/>
      </p:nvGrpSpPr>
      <p:grpSpPr>
        <a:xfrm>
          <a:off x="0" y="0"/>
          <a:ext cx="0" cy="0"/>
          <a:chOff x="0" y="0"/>
          <a:chExt cx="0" cy="0"/>
        </a:xfrm>
      </p:grpSpPr>
      <p:grpSp>
        <p:nvGrpSpPr>
          <p:cNvPr id="204" name="Google Shape;204;p31"/>
          <p:cNvGrpSpPr/>
          <p:nvPr/>
        </p:nvGrpSpPr>
        <p:grpSpPr>
          <a:xfrm>
            <a:off x="0" y="0"/>
            <a:ext cx="9144001" cy="5143500"/>
            <a:chOff x="0" y="0"/>
            <a:chExt cx="9144001" cy="5143500"/>
          </a:xfrm>
        </p:grpSpPr>
        <p:pic>
          <p:nvPicPr>
            <p:cNvPr id="205" name="Google Shape;205;p31"/>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06" name="Google Shape;206;p31"/>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07" name="Google Shape;207;p31"/>
          <p:cNvGrpSpPr/>
          <p:nvPr/>
        </p:nvGrpSpPr>
        <p:grpSpPr>
          <a:xfrm rot="10800000">
            <a:off x="6704226" y="3811697"/>
            <a:ext cx="4574075" cy="3479350"/>
            <a:chOff x="1522650" y="1117750"/>
            <a:chExt cx="4574075" cy="3479350"/>
          </a:xfrm>
        </p:grpSpPr>
        <p:sp>
          <p:nvSpPr>
            <p:cNvPr id="208" name="Google Shape;208;p3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1" name="Google Shape;211;p31"/>
          <p:cNvSpPr txBox="1"/>
          <p:nvPr>
            <p:ph idx="1" type="subTitle"/>
          </p:nvPr>
        </p:nvSpPr>
        <p:spPr>
          <a:xfrm>
            <a:off x="865525"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2" name="Google Shape;212;p31"/>
          <p:cNvSpPr txBox="1"/>
          <p:nvPr>
            <p:ph idx="2" type="subTitle"/>
          </p:nvPr>
        </p:nvSpPr>
        <p:spPr>
          <a:xfrm>
            <a:off x="3433873"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31"/>
          <p:cNvSpPr txBox="1"/>
          <p:nvPr>
            <p:ph idx="3" type="subTitle"/>
          </p:nvPr>
        </p:nvSpPr>
        <p:spPr>
          <a:xfrm>
            <a:off x="6002228"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4" name="Google Shape;214;p31"/>
          <p:cNvSpPr txBox="1"/>
          <p:nvPr>
            <p:ph idx="4" type="subTitle"/>
          </p:nvPr>
        </p:nvSpPr>
        <p:spPr>
          <a:xfrm>
            <a:off x="865525"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5" name="Google Shape;215;p31"/>
          <p:cNvSpPr txBox="1"/>
          <p:nvPr>
            <p:ph idx="5" type="subTitle"/>
          </p:nvPr>
        </p:nvSpPr>
        <p:spPr>
          <a:xfrm>
            <a:off x="3433878"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6" name="Google Shape;216;p31"/>
          <p:cNvSpPr txBox="1"/>
          <p:nvPr>
            <p:ph idx="6" type="subTitle"/>
          </p:nvPr>
        </p:nvSpPr>
        <p:spPr>
          <a:xfrm>
            <a:off x="6002231"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7" name="Shape 217"/>
        <p:cNvGrpSpPr/>
        <p:nvPr/>
      </p:nvGrpSpPr>
      <p:grpSpPr>
        <a:xfrm>
          <a:off x="0" y="0"/>
          <a:ext cx="0" cy="0"/>
          <a:chOff x="0" y="0"/>
          <a:chExt cx="0" cy="0"/>
        </a:xfrm>
      </p:grpSpPr>
      <p:grpSp>
        <p:nvGrpSpPr>
          <p:cNvPr id="218" name="Google Shape;218;p32"/>
          <p:cNvGrpSpPr/>
          <p:nvPr/>
        </p:nvGrpSpPr>
        <p:grpSpPr>
          <a:xfrm>
            <a:off x="0" y="4"/>
            <a:ext cx="9144004" cy="5143496"/>
            <a:chOff x="0" y="4"/>
            <a:chExt cx="9144004" cy="5143496"/>
          </a:xfrm>
        </p:grpSpPr>
        <p:pic>
          <p:nvPicPr>
            <p:cNvPr id="219" name="Google Shape;219;p3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220" name="Google Shape;220;p3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221" name="Google Shape;221;p32"/>
          <p:cNvGrpSpPr/>
          <p:nvPr/>
        </p:nvGrpSpPr>
        <p:grpSpPr>
          <a:xfrm flipH="1" rot="-10539848">
            <a:off x="6108563" y="4049075"/>
            <a:ext cx="4573901" cy="3479217"/>
            <a:chOff x="1522650" y="1117750"/>
            <a:chExt cx="4574075" cy="3479350"/>
          </a:xfrm>
        </p:grpSpPr>
        <p:sp>
          <p:nvSpPr>
            <p:cNvPr id="222" name="Google Shape;222;p3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5" name="Google Shape;225;p32"/>
          <p:cNvSpPr txBox="1"/>
          <p:nvPr>
            <p:ph idx="1" type="subTitle"/>
          </p:nvPr>
        </p:nvSpPr>
        <p:spPr>
          <a:xfrm>
            <a:off x="1225674"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6" name="Google Shape;226;p32"/>
          <p:cNvSpPr txBox="1"/>
          <p:nvPr>
            <p:ph idx="2" type="subTitle"/>
          </p:nvPr>
        </p:nvSpPr>
        <p:spPr>
          <a:xfrm>
            <a:off x="5052125"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7" name="Google Shape;227;p32"/>
          <p:cNvSpPr txBox="1"/>
          <p:nvPr>
            <p:ph idx="3" type="subTitle"/>
          </p:nvPr>
        </p:nvSpPr>
        <p:spPr>
          <a:xfrm>
            <a:off x="1225674"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8" name="Google Shape;228;p32"/>
          <p:cNvSpPr txBox="1"/>
          <p:nvPr>
            <p:ph idx="4" type="subTitle"/>
          </p:nvPr>
        </p:nvSpPr>
        <p:spPr>
          <a:xfrm>
            <a:off x="5052125"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32"/>
          <p:cNvSpPr txBox="1"/>
          <p:nvPr>
            <p:ph idx="5" type="subTitle"/>
          </p:nvPr>
        </p:nvSpPr>
        <p:spPr>
          <a:xfrm>
            <a:off x="1225675"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 name="Google Shape;230;p32"/>
          <p:cNvSpPr txBox="1"/>
          <p:nvPr>
            <p:ph idx="6" type="subTitle"/>
          </p:nvPr>
        </p:nvSpPr>
        <p:spPr>
          <a:xfrm>
            <a:off x="1225675"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1" name="Google Shape;231;p32"/>
          <p:cNvSpPr txBox="1"/>
          <p:nvPr>
            <p:ph idx="7" type="subTitle"/>
          </p:nvPr>
        </p:nvSpPr>
        <p:spPr>
          <a:xfrm>
            <a:off x="5052099"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2" name="Google Shape;232;p32"/>
          <p:cNvSpPr txBox="1"/>
          <p:nvPr>
            <p:ph idx="8" type="subTitle"/>
          </p:nvPr>
        </p:nvSpPr>
        <p:spPr>
          <a:xfrm>
            <a:off x="5052099"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3" name="Shape 233"/>
        <p:cNvGrpSpPr/>
        <p:nvPr/>
      </p:nvGrpSpPr>
      <p:grpSpPr>
        <a:xfrm>
          <a:off x="0" y="0"/>
          <a:ext cx="0" cy="0"/>
          <a:chOff x="0" y="0"/>
          <a:chExt cx="0" cy="0"/>
        </a:xfrm>
      </p:grpSpPr>
      <p:grpSp>
        <p:nvGrpSpPr>
          <p:cNvPr id="234" name="Google Shape;234;p33"/>
          <p:cNvGrpSpPr/>
          <p:nvPr/>
        </p:nvGrpSpPr>
        <p:grpSpPr>
          <a:xfrm>
            <a:off x="0" y="0"/>
            <a:ext cx="9144001" cy="5143500"/>
            <a:chOff x="0" y="0"/>
            <a:chExt cx="9144001" cy="5143500"/>
          </a:xfrm>
        </p:grpSpPr>
        <p:pic>
          <p:nvPicPr>
            <p:cNvPr id="235" name="Google Shape;235;p33"/>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36" name="Google Shape;236;p33"/>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37" name="Google Shape;237;p33"/>
          <p:cNvGrpSpPr/>
          <p:nvPr/>
        </p:nvGrpSpPr>
        <p:grpSpPr>
          <a:xfrm rot="10800000">
            <a:off x="6704226" y="3811697"/>
            <a:ext cx="4574075" cy="3479350"/>
            <a:chOff x="1522650" y="1117750"/>
            <a:chExt cx="4574075" cy="3479350"/>
          </a:xfrm>
        </p:grpSpPr>
        <p:sp>
          <p:nvSpPr>
            <p:cNvPr id="238" name="Google Shape;238;p3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1" name="Google Shape;241;p33"/>
          <p:cNvSpPr txBox="1"/>
          <p:nvPr>
            <p:ph idx="1" type="subTitle"/>
          </p:nvPr>
        </p:nvSpPr>
        <p:spPr>
          <a:xfrm>
            <a:off x="11620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2" name="Google Shape;242;p33"/>
          <p:cNvSpPr txBox="1"/>
          <p:nvPr>
            <p:ph idx="2" type="subTitle"/>
          </p:nvPr>
        </p:nvSpPr>
        <p:spPr>
          <a:xfrm>
            <a:off x="3782975" y="1656925"/>
            <a:ext cx="1972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3" name="Google Shape;243;p33"/>
          <p:cNvSpPr txBox="1"/>
          <p:nvPr>
            <p:ph idx="3" type="subTitle"/>
          </p:nvPr>
        </p:nvSpPr>
        <p:spPr>
          <a:xfrm>
            <a:off x="11620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4" name="Google Shape;244;p33"/>
          <p:cNvSpPr txBox="1"/>
          <p:nvPr>
            <p:ph idx="4" type="subTitle"/>
          </p:nvPr>
        </p:nvSpPr>
        <p:spPr>
          <a:xfrm>
            <a:off x="378297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5" name="Google Shape;245;p33"/>
          <p:cNvSpPr txBox="1"/>
          <p:nvPr>
            <p:ph idx="5" type="subTitle"/>
          </p:nvPr>
        </p:nvSpPr>
        <p:spPr>
          <a:xfrm>
            <a:off x="64039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6" name="Google Shape;246;p33"/>
          <p:cNvSpPr txBox="1"/>
          <p:nvPr>
            <p:ph idx="6" type="subTitle"/>
          </p:nvPr>
        </p:nvSpPr>
        <p:spPr>
          <a:xfrm>
            <a:off x="64039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7" name="Google Shape;247;p33"/>
          <p:cNvSpPr txBox="1"/>
          <p:nvPr>
            <p:ph idx="7" type="subTitle"/>
          </p:nvPr>
        </p:nvSpPr>
        <p:spPr>
          <a:xfrm>
            <a:off x="1162025" y="1359241"/>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8" name="Google Shape;248;p33"/>
          <p:cNvSpPr txBox="1"/>
          <p:nvPr>
            <p:ph idx="8" type="subTitle"/>
          </p:nvPr>
        </p:nvSpPr>
        <p:spPr>
          <a:xfrm>
            <a:off x="3782975" y="1359241"/>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9" name="Google Shape;249;p33"/>
          <p:cNvSpPr txBox="1"/>
          <p:nvPr>
            <p:ph idx="9" type="subTitle"/>
          </p:nvPr>
        </p:nvSpPr>
        <p:spPr>
          <a:xfrm>
            <a:off x="6403925" y="1359241"/>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0" name="Google Shape;250;p33"/>
          <p:cNvSpPr txBox="1"/>
          <p:nvPr>
            <p:ph idx="13" type="subTitle"/>
          </p:nvPr>
        </p:nvSpPr>
        <p:spPr>
          <a:xfrm>
            <a:off x="1162025" y="3086317"/>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1" name="Google Shape;251;p33"/>
          <p:cNvSpPr txBox="1"/>
          <p:nvPr>
            <p:ph idx="14" type="subTitle"/>
          </p:nvPr>
        </p:nvSpPr>
        <p:spPr>
          <a:xfrm>
            <a:off x="3782975" y="3086317"/>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2" name="Google Shape;252;p33"/>
          <p:cNvSpPr txBox="1"/>
          <p:nvPr>
            <p:ph idx="15" type="subTitle"/>
          </p:nvPr>
        </p:nvSpPr>
        <p:spPr>
          <a:xfrm>
            <a:off x="6403925" y="3086317"/>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3" name="Shape 253"/>
        <p:cNvGrpSpPr/>
        <p:nvPr/>
      </p:nvGrpSpPr>
      <p:grpSpPr>
        <a:xfrm>
          <a:off x="0" y="0"/>
          <a:ext cx="0" cy="0"/>
          <a:chOff x="0" y="0"/>
          <a:chExt cx="0" cy="0"/>
        </a:xfrm>
      </p:grpSpPr>
      <p:sp>
        <p:nvSpPr>
          <p:cNvPr id="254" name="Google Shape;254;p34"/>
          <p:cNvSpPr txBox="1"/>
          <p:nvPr>
            <p:ph hasCustomPrompt="1" type="title"/>
          </p:nvPr>
        </p:nvSpPr>
        <p:spPr>
          <a:xfrm>
            <a:off x="1200575" y="2266166"/>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5" name="Google Shape;255;p34"/>
          <p:cNvSpPr txBox="1"/>
          <p:nvPr>
            <p:ph idx="1" type="subTitle"/>
          </p:nvPr>
        </p:nvSpPr>
        <p:spPr>
          <a:xfrm>
            <a:off x="1200575" y="2948884"/>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6" name="Google Shape;256;p34"/>
          <p:cNvSpPr txBox="1"/>
          <p:nvPr>
            <p:ph hasCustomPrompt="1" idx="2" type="title"/>
          </p:nvPr>
        </p:nvSpPr>
        <p:spPr>
          <a:xfrm>
            <a:off x="1200575" y="977950"/>
            <a:ext cx="2739300" cy="6663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7" name="Google Shape;257;p34"/>
          <p:cNvSpPr txBox="1"/>
          <p:nvPr>
            <p:ph idx="3" type="subTitle"/>
          </p:nvPr>
        </p:nvSpPr>
        <p:spPr>
          <a:xfrm>
            <a:off x="1200575" y="1669422"/>
            <a:ext cx="2739300" cy="36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8" name="Google Shape;258;p34"/>
          <p:cNvSpPr txBox="1"/>
          <p:nvPr>
            <p:ph hasCustomPrompt="1" idx="4" type="title"/>
          </p:nvPr>
        </p:nvSpPr>
        <p:spPr>
          <a:xfrm>
            <a:off x="1200575" y="3555582"/>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9" name="Google Shape;259;p34"/>
          <p:cNvSpPr txBox="1"/>
          <p:nvPr>
            <p:ph idx="5" type="subTitle"/>
          </p:nvPr>
        </p:nvSpPr>
        <p:spPr>
          <a:xfrm>
            <a:off x="1200575" y="4238300"/>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60" name="Google Shape;260;p3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1" name="Shape 261"/>
        <p:cNvGrpSpPr/>
        <p:nvPr/>
      </p:nvGrpSpPr>
      <p:grpSpPr>
        <a:xfrm>
          <a:off x="0" y="0"/>
          <a:ext cx="0" cy="0"/>
          <a:chOff x="0" y="0"/>
          <a:chExt cx="0" cy="0"/>
        </a:xfrm>
      </p:grpSpPr>
      <p:sp>
        <p:nvSpPr>
          <p:cNvPr id="262" name="Google Shape;262;p35"/>
          <p:cNvSpPr txBox="1"/>
          <p:nvPr>
            <p:ph type="title"/>
          </p:nvPr>
        </p:nvSpPr>
        <p:spPr>
          <a:xfrm>
            <a:off x="713225" y="747263"/>
            <a:ext cx="3281700" cy="95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3" name="Google Shape;263;p35"/>
          <p:cNvSpPr txBox="1"/>
          <p:nvPr>
            <p:ph idx="1" type="subTitle"/>
          </p:nvPr>
        </p:nvSpPr>
        <p:spPr>
          <a:xfrm>
            <a:off x="713225" y="1584449"/>
            <a:ext cx="3281700" cy="89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264" name="Google Shape;264;p35"/>
          <p:cNvPicPr preferRelativeResize="0"/>
          <p:nvPr/>
        </p:nvPicPr>
        <p:blipFill>
          <a:blip r:embed="rId2">
            <a:alphaModFix/>
          </a:blip>
          <a:stretch>
            <a:fillRect/>
          </a:stretch>
        </p:blipFill>
        <p:spPr>
          <a:xfrm flipH="1" rot="10800000">
            <a:off x="0" y="0"/>
            <a:ext cx="4727801" cy="2256875"/>
          </a:xfrm>
          <a:prstGeom prst="rect">
            <a:avLst/>
          </a:prstGeom>
          <a:noFill/>
          <a:ln>
            <a:noFill/>
          </a:ln>
        </p:spPr>
      </p:pic>
      <p:sp>
        <p:nvSpPr>
          <p:cNvPr id="265" name="Google Shape;265;p35"/>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Cairo"/>
                <a:ea typeface="Cairo"/>
                <a:cs typeface="Cairo"/>
                <a:sym typeface="Cairo"/>
              </a:rPr>
              <a:t>CREDITS:</a:t>
            </a:r>
            <a:r>
              <a:rPr lang="en" sz="1000">
                <a:solidFill>
                  <a:schemeClr val="dk1"/>
                </a:solidFill>
                <a:latin typeface="Cairo"/>
                <a:ea typeface="Cairo"/>
                <a:cs typeface="Cairo"/>
                <a:sym typeface="Cairo"/>
              </a:rPr>
              <a:t> This presentation template was created by </a:t>
            </a:r>
            <a:r>
              <a:rPr b="1" lang="en" sz="1000" u="sng">
                <a:solidFill>
                  <a:schemeClr val="dk1"/>
                </a:solidFill>
                <a:latin typeface="Cairo"/>
                <a:ea typeface="Cairo"/>
                <a:cs typeface="Cairo"/>
                <a:sym typeface="Cairo"/>
                <a:hlinkClick r:id="rId3">
                  <a:extLst>
                    <a:ext uri="{A12FA001-AC4F-418D-AE19-62706E023703}">
                      <ahyp:hlinkClr val="tx"/>
                    </a:ext>
                  </a:extLst>
                </a:hlinkClick>
              </a:rPr>
              <a:t>Slidesgo</a:t>
            </a:r>
            <a:r>
              <a:rPr lang="en" sz="1000">
                <a:solidFill>
                  <a:schemeClr val="dk1"/>
                </a:solidFill>
                <a:latin typeface="Cairo"/>
                <a:ea typeface="Cairo"/>
                <a:cs typeface="Cairo"/>
                <a:sym typeface="Cairo"/>
              </a:rPr>
              <a:t>, and includes icons by </a:t>
            </a:r>
            <a:r>
              <a:rPr b="1" lang="en" sz="1000" u="sng">
                <a:solidFill>
                  <a:schemeClr val="dk1"/>
                </a:solidFill>
                <a:latin typeface="Cairo"/>
                <a:ea typeface="Cairo"/>
                <a:cs typeface="Cairo"/>
                <a:sym typeface="Cairo"/>
                <a:hlinkClick r:id="rId4">
                  <a:extLst>
                    <a:ext uri="{A12FA001-AC4F-418D-AE19-62706E023703}">
                      <ahyp:hlinkClr val="tx"/>
                    </a:ext>
                  </a:extLst>
                </a:hlinkClick>
              </a:rPr>
              <a:t>Flaticon</a:t>
            </a:r>
            <a:r>
              <a:rPr lang="en" sz="1000">
                <a:solidFill>
                  <a:schemeClr val="dk1"/>
                </a:solidFill>
                <a:latin typeface="Cairo"/>
                <a:ea typeface="Cairo"/>
                <a:cs typeface="Cairo"/>
                <a:sym typeface="Cairo"/>
              </a:rPr>
              <a:t>, and infographics &amp; images by </a:t>
            </a:r>
            <a:r>
              <a:rPr b="1" lang="en" sz="1000" u="sng">
                <a:solidFill>
                  <a:schemeClr val="dk1"/>
                </a:solidFill>
                <a:latin typeface="Cairo"/>
                <a:ea typeface="Cairo"/>
                <a:cs typeface="Cairo"/>
                <a:sym typeface="Cairo"/>
                <a:hlinkClick r:id="rId5">
                  <a:extLst>
                    <a:ext uri="{A12FA001-AC4F-418D-AE19-62706E023703}">
                      <ahyp:hlinkClr val="tx"/>
                    </a:ext>
                  </a:extLst>
                </a:hlinkClick>
              </a:rPr>
              <a:t>Freepik</a:t>
            </a:r>
            <a:r>
              <a:rPr b="1" lang="en" sz="1000" u="sng">
                <a:solidFill>
                  <a:schemeClr val="dk1"/>
                </a:solidFill>
                <a:latin typeface="Cairo"/>
                <a:ea typeface="Cairo"/>
                <a:cs typeface="Cairo"/>
                <a:sym typeface="Cairo"/>
              </a:rPr>
              <a:t> </a:t>
            </a:r>
            <a:endParaRPr b="1" sz="1000" u="sng">
              <a:solidFill>
                <a:schemeClr val="dk1"/>
              </a:solidFill>
              <a:latin typeface="Cairo"/>
              <a:ea typeface="Cairo"/>
              <a:cs typeface="Cairo"/>
              <a:sym typeface="Cair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6" name="Shape 266"/>
        <p:cNvGrpSpPr/>
        <p:nvPr/>
      </p:nvGrpSpPr>
      <p:grpSpPr>
        <a:xfrm>
          <a:off x="0" y="0"/>
          <a:ext cx="0" cy="0"/>
          <a:chOff x="0" y="0"/>
          <a:chExt cx="0" cy="0"/>
        </a:xfrm>
      </p:grpSpPr>
      <p:grpSp>
        <p:nvGrpSpPr>
          <p:cNvPr id="267" name="Google Shape;267;p36"/>
          <p:cNvGrpSpPr/>
          <p:nvPr/>
        </p:nvGrpSpPr>
        <p:grpSpPr>
          <a:xfrm>
            <a:off x="0" y="0"/>
            <a:ext cx="9144001" cy="5143500"/>
            <a:chOff x="0" y="0"/>
            <a:chExt cx="9144001" cy="5143500"/>
          </a:xfrm>
        </p:grpSpPr>
        <p:pic>
          <p:nvPicPr>
            <p:cNvPr id="268" name="Google Shape;268;p36"/>
            <p:cNvPicPr preferRelativeResize="0"/>
            <p:nvPr/>
          </p:nvPicPr>
          <p:blipFill>
            <a:blip r:embed="rId2">
              <a:alphaModFix/>
            </a:blip>
            <a:stretch>
              <a:fillRect/>
            </a:stretch>
          </p:blipFill>
          <p:spPr>
            <a:xfrm flipH="1" rot="10800000">
              <a:off x="0" y="0"/>
              <a:ext cx="4727801" cy="2256875"/>
            </a:xfrm>
            <a:prstGeom prst="rect">
              <a:avLst/>
            </a:prstGeom>
            <a:noFill/>
            <a:ln>
              <a:noFill/>
            </a:ln>
          </p:spPr>
        </p:pic>
        <p:pic>
          <p:nvPicPr>
            <p:cNvPr id="269" name="Google Shape;269;p36"/>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grpSp>
      <p:grpSp>
        <p:nvGrpSpPr>
          <p:cNvPr id="270" name="Google Shape;270;p36"/>
          <p:cNvGrpSpPr/>
          <p:nvPr/>
        </p:nvGrpSpPr>
        <p:grpSpPr>
          <a:xfrm rot="756538">
            <a:off x="-1069833" y="-1842572"/>
            <a:ext cx="4574157" cy="3479412"/>
            <a:chOff x="1522650" y="1117750"/>
            <a:chExt cx="4574075" cy="3479350"/>
          </a:xfrm>
        </p:grpSpPr>
        <p:sp>
          <p:nvSpPr>
            <p:cNvPr id="271" name="Google Shape;271;p3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3" name="Shape 273"/>
        <p:cNvGrpSpPr/>
        <p:nvPr/>
      </p:nvGrpSpPr>
      <p:grpSpPr>
        <a:xfrm>
          <a:off x="0" y="0"/>
          <a:ext cx="0" cy="0"/>
          <a:chOff x="0" y="0"/>
          <a:chExt cx="0" cy="0"/>
        </a:xfrm>
      </p:grpSpPr>
      <p:grpSp>
        <p:nvGrpSpPr>
          <p:cNvPr id="274" name="Google Shape;274;p37"/>
          <p:cNvGrpSpPr/>
          <p:nvPr/>
        </p:nvGrpSpPr>
        <p:grpSpPr>
          <a:xfrm>
            <a:off x="0" y="0"/>
            <a:ext cx="9144001" cy="5143500"/>
            <a:chOff x="0" y="0"/>
            <a:chExt cx="9144001" cy="5143500"/>
          </a:xfrm>
        </p:grpSpPr>
        <p:pic>
          <p:nvPicPr>
            <p:cNvPr id="275" name="Google Shape;275;p37"/>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76" name="Google Shape;276;p37"/>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77" name="Google Shape;277;p37"/>
          <p:cNvGrpSpPr/>
          <p:nvPr/>
        </p:nvGrpSpPr>
        <p:grpSpPr>
          <a:xfrm>
            <a:off x="-1845124" y="-2180828"/>
            <a:ext cx="12652562" cy="9877041"/>
            <a:chOff x="-1845124" y="-2180828"/>
            <a:chExt cx="12652562" cy="9877041"/>
          </a:xfrm>
        </p:grpSpPr>
        <p:grpSp>
          <p:nvGrpSpPr>
            <p:cNvPr id="278" name="Google Shape;278;p37"/>
            <p:cNvGrpSpPr/>
            <p:nvPr/>
          </p:nvGrpSpPr>
          <p:grpSpPr>
            <a:xfrm>
              <a:off x="-1845124" y="-2180828"/>
              <a:ext cx="4574075" cy="3479350"/>
              <a:chOff x="1522650" y="1117750"/>
              <a:chExt cx="4574075" cy="3479350"/>
            </a:xfrm>
          </p:grpSpPr>
          <p:sp>
            <p:nvSpPr>
              <p:cNvPr id="279" name="Google Shape;279;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37"/>
            <p:cNvGrpSpPr/>
            <p:nvPr/>
          </p:nvGrpSpPr>
          <p:grpSpPr>
            <a:xfrm flipH="1" rot="-10539848">
              <a:off x="6108563" y="4049075"/>
              <a:ext cx="4573901" cy="3479217"/>
              <a:chOff x="1522650" y="1117750"/>
              <a:chExt cx="4574075" cy="3479350"/>
            </a:xfrm>
          </p:grpSpPr>
          <p:sp>
            <p:nvSpPr>
              <p:cNvPr id="282" name="Google Shape;282;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7" name="Shape 287"/>
        <p:cNvGrpSpPr/>
        <p:nvPr/>
      </p:nvGrpSpPr>
      <p:grpSpPr>
        <a:xfrm>
          <a:off x="0" y="0"/>
          <a:ext cx="0" cy="0"/>
          <a:chOff x="0" y="0"/>
          <a:chExt cx="0" cy="0"/>
        </a:xfrm>
      </p:grpSpPr>
      <p:grpSp>
        <p:nvGrpSpPr>
          <p:cNvPr id="288" name="Google Shape;288;p39"/>
          <p:cNvGrpSpPr/>
          <p:nvPr/>
        </p:nvGrpSpPr>
        <p:grpSpPr>
          <a:xfrm>
            <a:off x="0" y="0"/>
            <a:ext cx="9144001" cy="5143500"/>
            <a:chOff x="0" y="0"/>
            <a:chExt cx="9144001" cy="5143500"/>
          </a:xfrm>
        </p:grpSpPr>
        <p:pic>
          <p:nvPicPr>
            <p:cNvPr id="289" name="Google Shape;289;p3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90" name="Google Shape;290;p3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291" name="Google Shape;291;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2" name="Google Shape;292;p39"/>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293" name="Google Shape;293;p39"/>
          <p:cNvGrpSpPr/>
          <p:nvPr/>
        </p:nvGrpSpPr>
        <p:grpSpPr>
          <a:xfrm rot="10800000">
            <a:off x="6704226" y="3811697"/>
            <a:ext cx="4574075" cy="3479350"/>
            <a:chOff x="1522650" y="1117750"/>
            <a:chExt cx="4574075" cy="3479350"/>
          </a:xfrm>
        </p:grpSpPr>
        <p:sp>
          <p:nvSpPr>
            <p:cNvPr id="294" name="Google Shape;294;p3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6" name="Shape 296"/>
        <p:cNvGrpSpPr/>
        <p:nvPr/>
      </p:nvGrpSpPr>
      <p:grpSpPr>
        <a:xfrm>
          <a:off x="0" y="0"/>
          <a:ext cx="0" cy="0"/>
          <a:chOff x="0" y="0"/>
          <a:chExt cx="0" cy="0"/>
        </a:xfrm>
      </p:grpSpPr>
      <p:sp>
        <p:nvSpPr>
          <p:cNvPr id="297" name="Google Shape;297;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98" name="Google Shape;298;p40"/>
          <p:cNvGrpSpPr/>
          <p:nvPr/>
        </p:nvGrpSpPr>
        <p:grpSpPr>
          <a:xfrm>
            <a:off x="0" y="4"/>
            <a:ext cx="9144005" cy="5143497"/>
            <a:chOff x="0" y="4"/>
            <a:chExt cx="9144005" cy="5143497"/>
          </a:xfrm>
        </p:grpSpPr>
        <p:pic>
          <p:nvPicPr>
            <p:cNvPr id="299" name="Google Shape;299;p4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00" name="Google Shape;300;p4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01" name="Google Shape;301;p40"/>
          <p:cNvGrpSpPr/>
          <p:nvPr/>
        </p:nvGrpSpPr>
        <p:grpSpPr>
          <a:xfrm flipH="1" rot="-10539848">
            <a:off x="6108563" y="4049075"/>
            <a:ext cx="4573901" cy="3479217"/>
            <a:chOff x="1522650" y="1117750"/>
            <a:chExt cx="4574075" cy="3479350"/>
          </a:xfrm>
        </p:grpSpPr>
        <p:sp>
          <p:nvSpPr>
            <p:cNvPr id="302" name="Google Shape;302;p4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4" name="Shape 304"/>
        <p:cNvGrpSpPr/>
        <p:nvPr/>
      </p:nvGrpSpPr>
      <p:grpSpPr>
        <a:xfrm>
          <a:off x="0" y="0"/>
          <a:ext cx="0" cy="0"/>
          <a:chOff x="0" y="0"/>
          <a:chExt cx="0" cy="0"/>
        </a:xfrm>
      </p:grpSpPr>
      <p:sp>
        <p:nvSpPr>
          <p:cNvPr id="305" name="Google Shape;305;p41"/>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306" name="Google Shape;306;p41"/>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307" name="Google Shape;307;p4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8" name="Shape 308"/>
        <p:cNvGrpSpPr/>
        <p:nvPr/>
      </p:nvGrpSpPr>
      <p:grpSpPr>
        <a:xfrm>
          <a:off x="0" y="0"/>
          <a:ext cx="0" cy="0"/>
          <a:chOff x="0" y="0"/>
          <a:chExt cx="0" cy="0"/>
        </a:xfrm>
      </p:grpSpPr>
      <p:sp>
        <p:nvSpPr>
          <p:cNvPr id="309" name="Google Shape;309;p42"/>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0" name="Google Shape;310;p42"/>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311" name="Google Shape;311;p42"/>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2" name="Shape 312"/>
        <p:cNvGrpSpPr/>
        <p:nvPr/>
      </p:nvGrpSpPr>
      <p:grpSpPr>
        <a:xfrm>
          <a:off x="0" y="0"/>
          <a:ext cx="0" cy="0"/>
          <a:chOff x="0" y="0"/>
          <a:chExt cx="0" cy="0"/>
        </a:xfrm>
      </p:grpSpPr>
      <p:sp>
        <p:nvSpPr>
          <p:cNvPr id="313" name="Google Shape;313;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4" name="Google Shape;314;p43"/>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5" name="Google Shape;315;p43"/>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6" name="Google Shape;316;p43"/>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7" name="Google Shape;317;p43"/>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18" name="Google Shape;318;p43"/>
          <p:cNvGrpSpPr/>
          <p:nvPr/>
        </p:nvGrpSpPr>
        <p:grpSpPr>
          <a:xfrm>
            <a:off x="0" y="4"/>
            <a:ext cx="9144005" cy="5143497"/>
            <a:chOff x="0" y="4"/>
            <a:chExt cx="9144005" cy="5143497"/>
          </a:xfrm>
        </p:grpSpPr>
        <p:pic>
          <p:nvPicPr>
            <p:cNvPr id="319" name="Google Shape;319;p4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20" name="Google Shape;320;p4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21" name="Google Shape;321;p43"/>
          <p:cNvGrpSpPr/>
          <p:nvPr/>
        </p:nvGrpSpPr>
        <p:grpSpPr>
          <a:xfrm flipH="1" rot="-10539848">
            <a:off x="6108563" y="4049075"/>
            <a:ext cx="4573901" cy="3479217"/>
            <a:chOff x="1522650" y="1117750"/>
            <a:chExt cx="4574075" cy="3479350"/>
          </a:xfrm>
        </p:grpSpPr>
        <p:sp>
          <p:nvSpPr>
            <p:cNvPr id="322" name="Google Shape;322;p4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4" name="Shape 324"/>
        <p:cNvGrpSpPr/>
        <p:nvPr/>
      </p:nvGrpSpPr>
      <p:grpSpPr>
        <a:xfrm>
          <a:off x="0" y="0"/>
          <a:ext cx="0" cy="0"/>
          <a:chOff x="0" y="0"/>
          <a:chExt cx="0" cy="0"/>
        </a:xfrm>
      </p:grpSpPr>
      <p:sp>
        <p:nvSpPr>
          <p:cNvPr id="325" name="Google Shape;325;p44"/>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6" name="Google Shape;326;p44"/>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327" name="Google Shape;327;p44"/>
          <p:cNvSpPr/>
          <p:nvPr>
            <p:ph idx="2" type="pic"/>
          </p:nvPr>
        </p:nvSpPr>
        <p:spPr>
          <a:xfrm>
            <a:off x="5088475" y="770400"/>
            <a:ext cx="3081600" cy="3602700"/>
          </a:xfrm>
          <a:prstGeom prst="roundRect">
            <a:avLst>
              <a:gd fmla="val 16667" name="adj"/>
            </a:avLst>
          </a:prstGeom>
          <a:noFill/>
          <a:ln>
            <a:noFill/>
          </a:ln>
        </p:spPr>
      </p:sp>
      <p:grpSp>
        <p:nvGrpSpPr>
          <p:cNvPr id="328" name="Google Shape;328;p44"/>
          <p:cNvGrpSpPr/>
          <p:nvPr/>
        </p:nvGrpSpPr>
        <p:grpSpPr>
          <a:xfrm>
            <a:off x="0" y="0"/>
            <a:ext cx="9144001" cy="5143500"/>
            <a:chOff x="0" y="0"/>
            <a:chExt cx="9144001" cy="5143500"/>
          </a:xfrm>
        </p:grpSpPr>
        <p:pic>
          <p:nvPicPr>
            <p:cNvPr id="329" name="Google Shape;329;p4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30" name="Google Shape;330;p4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31" name="Google Shape;331;p44"/>
          <p:cNvGrpSpPr/>
          <p:nvPr/>
        </p:nvGrpSpPr>
        <p:grpSpPr>
          <a:xfrm rot="10800000">
            <a:off x="6704226" y="3811697"/>
            <a:ext cx="4574075" cy="3479350"/>
            <a:chOff x="1522650" y="1117750"/>
            <a:chExt cx="4574075" cy="3479350"/>
          </a:xfrm>
        </p:grpSpPr>
        <p:sp>
          <p:nvSpPr>
            <p:cNvPr id="332" name="Google Shape;332;p4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4" name="Shape 334"/>
        <p:cNvGrpSpPr/>
        <p:nvPr/>
      </p:nvGrpSpPr>
      <p:grpSpPr>
        <a:xfrm>
          <a:off x="0" y="0"/>
          <a:ext cx="0" cy="0"/>
          <a:chOff x="0" y="0"/>
          <a:chExt cx="0" cy="0"/>
        </a:xfrm>
      </p:grpSpPr>
      <p:grpSp>
        <p:nvGrpSpPr>
          <p:cNvPr id="335" name="Google Shape;335;p45"/>
          <p:cNvGrpSpPr/>
          <p:nvPr/>
        </p:nvGrpSpPr>
        <p:grpSpPr>
          <a:xfrm>
            <a:off x="10" y="0"/>
            <a:ext cx="9143991" cy="5143500"/>
            <a:chOff x="10" y="0"/>
            <a:chExt cx="9143991" cy="5143500"/>
          </a:xfrm>
        </p:grpSpPr>
        <p:pic>
          <p:nvPicPr>
            <p:cNvPr id="336" name="Google Shape;336;p45"/>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337" name="Google Shape;337;p45"/>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338" name="Google Shape;338;p45"/>
          <p:cNvGrpSpPr/>
          <p:nvPr/>
        </p:nvGrpSpPr>
        <p:grpSpPr>
          <a:xfrm rot="756538">
            <a:off x="5159567" y="-1927047"/>
            <a:ext cx="4574157" cy="3479412"/>
            <a:chOff x="1522650" y="1117750"/>
            <a:chExt cx="4574075" cy="3479350"/>
          </a:xfrm>
        </p:grpSpPr>
        <p:sp>
          <p:nvSpPr>
            <p:cNvPr id="339" name="Google Shape;339;p4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1" name="Google Shape;341;p45"/>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2" name="Shape 342"/>
        <p:cNvGrpSpPr/>
        <p:nvPr/>
      </p:nvGrpSpPr>
      <p:grpSpPr>
        <a:xfrm>
          <a:off x="0" y="0"/>
          <a:ext cx="0" cy="0"/>
          <a:chOff x="0" y="0"/>
          <a:chExt cx="0" cy="0"/>
        </a:xfrm>
      </p:grpSpPr>
      <p:grpSp>
        <p:nvGrpSpPr>
          <p:cNvPr id="343" name="Google Shape;343;p46"/>
          <p:cNvGrpSpPr/>
          <p:nvPr/>
        </p:nvGrpSpPr>
        <p:grpSpPr>
          <a:xfrm rot="756538">
            <a:off x="-714808" y="-2409347"/>
            <a:ext cx="4574157" cy="3479412"/>
            <a:chOff x="1522650" y="1117750"/>
            <a:chExt cx="4574075" cy="3479350"/>
          </a:xfrm>
        </p:grpSpPr>
        <p:sp>
          <p:nvSpPr>
            <p:cNvPr id="344" name="Google Shape;344;p4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46"/>
          <p:cNvGrpSpPr/>
          <p:nvPr/>
        </p:nvGrpSpPr>
        <p:grpSpPr>
          <a:xfrm>
            <a:off x="0" y="0"/>
            <a:ext cx="9144001" cy="5143500"/>
            <a:chOff x="0" y="0"/>
            <a:chExt cx="9144001" cy="5143500"/>
          </a:xfrm>
        </p:grpSpPr>
        <p:pic>
          <p:nvPicPr>
            <p:cNvPr id="347" name="Google Shape;347;p46"/>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348" name="Google Shape;348;p46"/>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349" name="Google Shape;349;p46"/>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50" name="Google Shape;350;p46"/>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1" name="Shape 351"/>
        <p:cNvGrpSpPr/>
        <p:nvPr/>
      </p:nvGrpSpPr>
      <p:grpSpPr>
        <a:xfrm>
          <a:off x="0" y="0"/>
          <a:ext cx="0" cy="0"/>
          <a:chOff x="0" y="0"/>
          <a:chExt cx="0" cy="0"/>
        </a:xfrm>
      </p:grpSpPr>
      <p:sp>
        <p:nvSpPr>
          <p:cNvPr id="352" name="Google Shape;352;p47"/>
          <p:cNvSpPr/>
          <p:nvPr>
            <p:ph idx="2" type="pic"/>
          </p:nvPr>
        </p:nvSpPr>
        <p:spPr>
          <a:xfrm>
            <a:off x="0" y="0"/>
            <a:ext cx="9144000" cy="5143500"/>
          </a:xfrm>
          <a:prstGeom prst="rect">
            <a:avLst/>
          </a:prstGeom>
          <a:noFill/>
          <a:ln>
            <a:noFill/>
          </a:ln>
        </p:spPr>
      </p:sp>
      <p:sp>
        <p:nvSpPr>
          <p:cNvPr id="353" name="Google Shape;353;p47"/>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354" name="Google Shape;354;p47"/>
          <p:cNvGrpSpPr/>
          <p:nvPr/>
        </p:nvGrpSpPr>
        <p:grpSpPr>
          <a:xfrm>
            <a:off x="0" y="4"/>
            <a:ext cx="9144005" cy="5143497"/>
            <a:chOff x="0" y="4"/>
            <a:chExt cx="9144005" cy="5143497"/>
          </a:xfrm>
        </p:grpSpPr>
        <p:pic>
          <p:nvPicPr>
            <p:cNvPr id="355" name="Google Shape;355;p4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56" name="Google Shape;356;p4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57" name="Google Shape;357;p47"/>
          <p:cNvGrpSpPr/>
          <p:nvPr/>
        </p:nvGrpSpPr>
        <p:grpSpPr>
          <a:xfrm>
            <a:off x="-896231" y="-2525369"/>
            <a:ext cx="11703669" cy="10221582"/>
            <a:chOff x="-896231" y="-2525369"/>
            <a:chExt cx="11703669" cy="10221582"/>
          </a:xfrm>
        </p:grpSpPr>
        <p:grpSp>
          <p:nvGrpSpPr>
            <p:cNvPr id="358" name="Google Shape;358;p47"/>
            <p:cNvGrpSpPr/>
            <p:nvPr/>
          </p:nvGrpSpPr>
          <p:grpSpPr>
            <a:xfrm flipH="1" rot="-10539848">
              <a:off x="6108563" y="4049075"/>
              <a:ext cx="4573901" cy="3479217"/>
              <a:chOff x="1522650" y="1117750"/>
              <a:chExt cx="4574075" cy="3479350"/>
            </a:xfrm>
          </p:grpSpPr>
          <p:sp>
            <p:nvSpPr>
              <p:cNvPr id="359" name="Google Shape;359;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1" name="Google Shape;361;p47"/>
            <p:cNvGrpSpPr/>
            <p:nvPr/>
          </p:nvGrpSpPr>
          <p:grpSpPr>
            <a:xfrm>
              <a:off x="-896231" y="-2525369"/>
              <a:ext cx="4573618" cy="3479002"/>
              <a:chOff x="1522650" y="1117750"/>
              <a:chExt cx="4574075" cy="3479350"/>
            </a:xfrm>
          </p:grpSpPr>
          <p:sp>
            <p:nvSpPr>
              <p:cNvPr id="362" name="Google Shape;362;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48"/>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66" name="Google Shape;366;p48"/>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367" name="Google Shape;367;p4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8" name="Shape 36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9" name="Shape 369"/>
        <p:cNvGrpSpPr/>
        <p:nvPr/>
      </p:nvGrpSpPr>
      <p:grpSpPr>
        <a:xfrm>
          <a:off x="0" y="0"/>
          <a:ext cx="0" cy="0"/>
          <a:chOff x="0" y="0"/>
          <a:chExt cx="0" cy="0"/>
        </a:xfrm>
      </p:grpSpPr>
      <p:sp>
        <p:nvSpPr>
          <p:cNvPr id="370" name="Google Shape;370;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71" name="Google Shape;371;p50"/>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2" name="Google Shape;372;p50"/>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3" name="Google Shape;373;p50"/>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4" name="Google Shape;374;p50"/>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5" name="Google Shape;375;p50"/>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6" name="Google Shape;376;p50"/>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7" name="Google Shape;377;p50"/>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8" name="Google Shape;378;p50"/>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9" name="Google Shape;379;p50"/>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0" name="Google Shape;380;p50"/>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1" name="Google Shape;381;p50"/>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2" name="Google Shape;382;p50"/>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83" name="Google Shape;383;p50"/>
          <p:cNvGrpSpPr/>
          <p:nvPr/>
        </p:nvGrpSpPr>
        <p:grpSpPr>
          <a:xfrm>
            <a:off x="0" y="4"/>
            <a:ext cx="9144005" cy="5143497"/>
            <a:chOff x="0" y="4"/>
            <a:chExt cx="9144005" cy="5143497"/>
          </a:xfrm>
        </p:grpSpPr>
        <p:pic>
          <p:nvPicPr>
            <p:cNvPr id="384" name="Google Shape;384;p5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85" name="Google Shape;385;p5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86" name="Google Shape;386;p50"/>
          <p:cNvGrpSpPr/>
          <p:nvPr/>
        </p:nvGrpSpPr>
        <p:grpSpPr>
          <a:xfrm flipH="1" rot="-10539848">
            <a:off x="6108563" y="4049075"/>
            <a:ext cx="4573901" cy="3479217"/>
            <a:chOff x="1522650" y="1117750"/>
            <a:chExt cx="4574075" cy="3479350"/>
          </a:xfrm>
        </p:grpSpPr>
        <p:sp>
          <p:nvSpPr>
            <p:cNvPr id="387" name="Google Shape;387;p5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89" name="Shape 389"/>
        <p:cNvGrpSpPr/>
        <p:nvPr/>
      </p:nvGrpSpPr>
      <p:grpSpPr>
        <a:xfrm>
          <a:off x="0" y="0"/>
          <a:ext cx="0" cy="0"/>
          <a:chOff x="0" y="0"/>
          <a:chExt cx="0" cy="0"/>
        </a:xfrm>
      </p:grpSpPr>
      <p:grpSp>
        <p:nvGrpSpPr>
          <p:cNvPr id="390" name="Google Shape;390;p51"/>
          <p:cNvGrpSpPr/>
          <p:nvPr/>
        </p:nvGrpSpPr>
        <p:grpSpPr>
          <a:xfrm>
            <a:off x="0" y="0"/>
            <a:ext cx="9144001" cy="5143500"/>
            <a:chOff x="0" y="0"/>
            <a:chExt cx="9144001" cy="5143500"/>
          </a:xfrm>
        </p:grpSpPr>
        <p:pic>
          <p:nvPicPr>
            <p:cNvPr id="391" name="Google Shape;391;p5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92" name="Google Shape;392;p5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93" name="Google Shape;393;p51"/>
          <p:cNvGrpSpPr/>
          <p:nvPr/>
        </p:nvGrpSpPr>
        <p:grpSpPr>
          <a:xfrm rot="10800000">
            <a:off x="6704226" y="3811697"/>
            <a:ext cx="4574075" cy="3479350"/>
            <a:chOff x="1522650" y="1117750"/>
            <a:chExt cx="4574075" cy="3479350"/>
          </a:xfrm>
        </p:grpSpPr>
        <p:sp>
          <p:nvSpPr>
            <p:cNvPr id="394" name="Google Shape;394;p5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6" name="Google Shape;396;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397" name="Shape 397"/>
        <p:cNvGrpSpPr/>
        <p:nvPr/>
      </p:nvGrpSpPr>
      <p:grpSpPr>
        <a:xfrm>
          <a:off x="0" y="0"/>
          <a:ext cx="0" cy="0"/>
          <a:chOff x="0" y="0"/>
          <a:chExt cx="0" cy="0"/>
        </a:xfrm>
      </p:grpSpPr>
      <p:grpSp>
        <p:nvGrpSpPr>
          <p:cNvPr id="398" name="Google Shape;398;p52"/>
          <p:cNvGrpSpPr/>
          <p:nvPr/>
        </p:nvGrpSpPr>
        <p:grpSpPr>
          <a:xfrm>
            <a:off x="0" y="4"/>
            <a:ext cx="9144005" cy="5143497"/>
            <a:chOff x="0" y="4"/>
            <a:chExt cx="9144005" cy="5143497"/>
          </a:xfrm>
        </p:grpSpPr>
        <p:pic>
          <p:nvPicPr>
            <p:cNvPr id="399" name="Google Shape;399;p5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00" name="Google Shape;400;p5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01" name="Google Shape;401;p52"/>
          <p:cNvGrpSpPr/>
          <p:nvPr/>
        </p:nvGrpSpPr>
        <p:grpSpPr>
          <a:xfrm flipH="1" rot="-10539848">
            <a:off x="6108563" y="4049075"/>
            <a:ext cx="4573901" cy="3479217"/>
            <a:chOff x="1522650" y="1117750"/>
            <a:chExt cx="4574075" cy="3479350"/>
          </a:xfrm>
        </p:grpSpPr>
        <p:sp>
          <p:nvSpPr>
            <p:cNvPr id="402" name="Google Shape;402;p5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52"/>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05" name="Google Shape;405;p52"/>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406" name="Shape 406"/>
        <p:cNvGrpSpPr/>
        <p:nvPr/>
      </p:nvGrpSpPr>
      <p:grpSpPr>
        <a:xfrm>
          <a:off x="0" y="0"/>
          <a:ext cx="0" cy="0"/>
          <a:chOff x="0" y="0"/>
          <a:chExt cx="0" cy="0"/>
        </a:xfrm>
      </p:grpSpPr>
      <p:grpSp>
        <p:nvGrpSpPr>
          <p:cNvPr id="407" name="Google Shape;407;p53"/>
          <p:cNvGrpSpPr/>
          <p:nvPr/>
        </p:nvGrpSpPr>
        <p:grpSpPr>
          <a:xfrm>
            <a:off x="0" y="0"/>
            <a:ext cx="9144001" cy="5143500"/>
            <a:chOff x="0" y="0"/>
            <a:chExt cx="9144001" cy="5143500"/>
          </a:xfrm>
        </p:grpSpPr>
        <p:pic>
          <p:nvPicPr>
            <p:cNvPr id="408" name="Google Shape;408;p5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09" name="Google Shape;409;p5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10" name="Google Shape;410;p53"/>
          <p:cNvGrpSpPr/>
          <p:nvPr/>
        </p:nvGrpSpPr>
        <p:grpSpPr>
          <a:xfrm rot="10800000">
            <a:off x="6704226" y="3811697"/>
            <a:ext cx="4574075" cy="3479350"/>
            <a:chOff x="1522650" y="1117750"/>
            <a:chExt cx="4574075" cy="3479350"/>
          </a:xfrm>
        </p:grpSpPr>
        <p:sp>
          <p:nvSpPr>
            <p:cNvPr id="411" name="Google Shape;411;p5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3" name="Google Shape;413;p53"/>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4" name="Google Shape;414;p53"/>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15" name="Google Shape;415;p53"/>
          <p:cNvSpPr/>
          <p:nvPr>
            <p:ph idx="2" type="pic"/>
          </p:nvPr>
        </p:nvSpPr>
        <p:spPr>
          <a:xfrm>
            <a:off x="5588500" y="539500"/>
            <a:ext cx="2801100" cy="4064700"/>
          </a:xfrm>
          <a:prstGeom prst="roundRect">
            <a:avLst>
              <a:gd fmla="val 16667" name="adj"/>
            </a:avLst>
          </a:prstGeom>
          <a:noFill/>
          <a:ln>
            <a:noFill/>
          </a:ln>
        </p:spPr>
      </p:sp>
      <p:sp>
        <p:nvSpPr>
          <p:cNvPr id="416" name="Google Shape;416;p53"/>
          <p:cNvSpPr/>
          <p:nvPr>
            <p:ph idx="3" type="pic"/>
          </p:nvPr>
        </p:nvSpPr>
        <p:spPr>
          <a:xfrm>
            <a:off x="3171450" y="539500"/>
            <a:ext cx="2304300" cy="2285700"/>
          </a:xfrm>
          <a:prstGeom prst="roundRect">
            <a:avLst>
              <a:gd fmla="val 16667" name="adj"/>
            </a:avLst>
          </a:prstGeom>
          <a:noFill/>
          <a:ln>
            <a:noFill/>
          </a:ln>
        </p:spPr>
      </p:sp>
      <p:sp>
        <p:nvSpPr>
          <p:cNvPr id="417" name="Google Shape;417;p53"/>
          <p:cNvSpPr/>
          <p:nvPr>
            <p:ph idx="4" type="pic"/>
          </p:nvPr>
        </p:nvSpPr>
        <p:spPr>
          <a:xfrm>
            <a:off x="3171450" y="2953775"/>
            <a:ext cx="2304300" cy="1650300"/>
          </a:xfrm>
          <a:prstGeom prst="roundRect">
            <a:avLst>
              <a:gd fmla="val 16667" name="adj"/>
            </a:avLst>
          </a:prstGeom>
          <a:noFill/>
          <a:ln>
            <a:noFill/>
          </a:ln>
        </p:spPr>
      </p:sp>
      <p:sp>
        <p:nvSpPr>
          <p:cNvPr id="418" name="Google Shape;418;p53"/>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419" name="Shape 419"/>
        <p:cNvGrpSpPr/>
        <p:nvPr/>
      </p:nvGrpSpPr>
      <p:grpSpPr>
        <a:xfrm>
          <a:off x="0" y="0"/>
          <a:ext cx="0" cy="0"/>
          <a:chOff x="0" y="0"/>
          <a:chExt cx="0" cy="0"/>
        </a:xfrm>
      </p:grpSpPr>
      <p:grpSp>
        <p:nvGrpSpPr>
          <p:cNvPr id="420" name="Google Shape;420;p54"/>
          <p:cNvGrpSpPr/>
          <p:nvPr/>
        </p:nvGrpSpPr>
        <p:grpSpPr>
          <a:xfrm>
            <a:off x="0" y="4"/>
            <a:ext cx="9144005" cy="5143497"/>
            <a:chOff x="0" y="4"/>
            <a:chExt cx="9144005" cy="5143497"/>
          </a:xfrm>
        </p:grpSpPr>
        <p:pic>
          <p:nvPicPr>
            <p:cNvPr id="421" name="Google Shape;421;p5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22" name="Google Shape;422;p5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23" name="Google Shape;423;p54"/>
          <p:cNvGrpSpPr/>
          <p:nvPr/>
        </p:nvGrpSpPr>
        <p:grpSpPr>
          <a:xfrm flipH="1" rot="-10539848">
            <a:off x="6108563" y="4049075"/>
            <a:ext cx="4573901" cy="3479217"/>
            <a:chOff x="1522650" y="1117750"/>
            <a:chExt cx="4574075" cy="3479350"/>
          </a:xfrm>
        </p:grpSpPr>
        <p:sp>
          <p:nvSpPr>
            <p:cNvPr id="424" name="Google Shape;424;p5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6" name="Google Shape;426;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7" name="Google Shape;427;p54"/>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428" name="Shape 428"/>
        <p:cNvGrpSpPr/>
        <p:nvPr/>
      </p:nvGrpSpPr>
      <p:grpSpPr>
        <a:xfrm>
          <a:off x="0" y="0"/>
          <a:ext cx="0" cy="0"/>
          <a:chOff x="0" y="0"/>
          <a:chExt cx="0" cy="0"/>
        </a:xfrm>
      </p:grpSpPr>
      <p:grpSp>
        <p:nvGrpSpPr>
          <p:cNvPr id="429" name="Google Shape;429;p55"/>
          <p:cNvGrpSpPr/>
          <p:nvPr/>
        </p:nvGrpSpPr>
        <p:grpSpPr>
          <a:xfrm>
            <a:off x="0" y="0"/>
            <a:ext cx="9144001" cy="5143500"/>
            <a:chOff x="0" y="0"/>
            <a:chExt cx="9144001" cy="5143500"/>
          </a:xfrm>
        </p:grpSpPr>
        <p:pic>
          <p:nvPicPr>
            <p:cNvPr id="430" name="Google Shape;430;p5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31" name="Google Shape;431;p5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32" name="Google Shape;432;p55"/>
          <p:cNvGrpSpPr/>
          <p:nvPr/>
        </p:nvGrpSpPr>
        <p:grpSpPr>
          <a:xfrm rot="10800000">
            <a:off x="6704226" y="3811697"/>
            <a:ext cx="4574075" cy="3479350"/>
            <a:chOff x="1522650" y="1117750"/>
            <a:chExt cx="4574075" cy="3479350"/>
          </a:xfrm>
        </p:grpSpPr>
        <p:sp>
          <p:nvSpPr>
            <p:cNvPr id="433" name="Google Shape;433;p5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5" name="Google Shape;435;p55"/>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436" name="Google Shape;436;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37" name="Shape 437"/>
        <p:cNvGrpSpPr/>
        <p:nvPr/>
      </p:nvGrpSpPr>
      <p:grpSpPr>
        <a:xfrm>
          <a:off x="0" y="0"/>
          <a:ext cx="0" cy="0"/>
          <a:chOff x="0" y="0"/>
          <a:chExt cx="0" cy="0"/>
        </a:xfrm>
      </p:grpSpPr>
      <p:grpSp>
        <p:nvGrpSpPr>
          <p:cNvPr id="438" name="Google Shape;438;p56"/>
          <p:cNvGrpSpPr/>
          <p:nvPr/>
        </p:nvGrpSpPr>
        <p:grpSpPr>
          <a:xfrm>
            <a:off x="0" y="0"/>
            <a:ext cx="9144001" cy="5143500"/>
            <a:chOff x="0" y="0"/>
            <a:chExt cx="9144001" cy="5143500"/>
          </a:xfrm>
        </p:grpSpPr>
        <p:pic>
          <p:nvPicPr>
            <p:cNvPr id="439" name="Google Shape;439;p5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40" name="Google Shape;440;p5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41" name="Google Shape;441;p56"/>
          <p:cNvGrpSpPr/>
          <p:nvPr/>
        </p:nvGrpSpPr>
        <p:grpSpPr>
          <a:xfrm rot="10800000">
            <a:off x="6704226" y="3811697"/>
            <a:ext cx="4574075" cy="3479350"/>
            <a:chOff x="1522650" y="1117750"/>
            <a:chExt cx="4574075" cy="3479350"/>
          </a:xfrm>
        </p:grpSpPr>
        <p:sp>
          <p:nvSpPr>
            <p:cNvPr id="442" name="Google Shape;442;p5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4" name="Google Shape;444;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5" name="Google Shape;445;p56"/>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6" name="Google Shape;446;p56"/>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7" name="Google Shape;447;p56"/>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8" name="Google Shape;448;p56"/>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49" name="Google Shape;449;p56"/>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0" name="Google Shape;450;p56"/>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51" name="Shape 451"/>
        <p:cNvGrpSpPr/>
        <p:nvPr/>
      </p:nvGrpSpPr>
      <p:grpSpPr>
        <a:xfrm>
          <a:off x="0" y="0"/>
          <a:ext cx="0" cy="0"/>
          <a:chOff x="0" y="0"/>
          <a:chExt cx="0" cy="0"/>
        </a:xfrm>
      </p:grpSpPr>
      <p:grpSp>
        <p:nvGrpSpPr>
          <p:cNvPr id="452" name="Google Shape;452;p57"/>
          <p:cNvGrpSpPr/>
          <p:nvPr/>
        </p:nvGrpSpPr>
        <p:grpSpPr>
          <a:xfrm>
            <a:off x="0" y="4"/>
            <a:ext cx="9144005" cy="5143497"/>
            <a:chOff x="0" y="4"/>
            <a:chExt cx="9144005" cy="5143497"/>
          </a:xfrm>
        </p:grpSpPr>
        <p:pic>
          <p:nvPicPr>
            <p:cNvPr id="453" name="Google Shape;453;p5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54" name="Google Shape;454;p5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55" name="Google Shape;455;p57"/>
          <p:cNvGrpSpPr/>
          <p:nvPr/>
        </p:nvGrpSpPr>
        <p:grpSpPr>
          <a:xfrm flipH="1" rot="-10539848">
            <a:off x="6108563" y="4049075"/>
            <a:ext cx="4573901" cy="3479217"/>
            <a:chOff x="1522650" y="1117750"/>
            <a:chExt cx="4574075" cy="3479350"/>
          </a:xfrm>
        </p:grpSpPr>
        <p:sp>
          <p:nvSpPr>
            <p:cNvPr id="456" name="Google Shape;456;p5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8" name="Google Shape;458;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9" name="Google Shape;459;p57"/>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0" name="Google Shape;460;p57"/>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1" name="Google Shape;461;p57"/>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2" name="Google Shape;462;p57"/>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3" name="Google Shape;463;p57"/>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4" name="Google Shape;464;p57"/>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5" name="Google Shape;465;p57"/>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6" name="Google Shape;466;p57"/>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7" name="Shape 467"/>
        <p:cNvGrpSpPr/>
        <p:nvPr/>
      </p:nvGrpSpPr>
      <p:grpSpPr>
        <a:xfrm>
          <a:off x="0" y="0"/>
          <a:ext cx="0" cy="0"/>
          <a:chOff x="0" y="0"/>
          <a:chExt cx="0" cy="0"/>
        </a:xfrm>
      </p:grpSpPr>
      <p:grpSp>
        <p:nvGrpSpPr>
          <p:cNvPr id="468" name="Google Shape;468;p58"/>
          <p:cNvGrpSpPr/>
          <p:nvPr/>
        </p:nvGrpSpPr>
        <p:grpSpPr>
          <a:xfrm>
            <a:off x="0" y="0"/>
            <a:ext cx="9144001" cy="5143500"/>
            <a:chOff x="0" y="0"/>
            <a:chExt cx="9144001" cy="5143500"/>
          </a:xfrm>
        </p:grpSpPr>
        <p:pic>
          <p:nvPicPr>
            <p:cNvPr id="469" name="Google Shape;469;p5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70" name="Google Shape;470;p5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71" name="Google Shape;471;p58"/>
          <p:cNvGrpSpPr/>
          <p:nvPr/>
        </p:nvGrpSpPr>
        <p:grpSpPr>
          <a:xfrm rot="10800000">
            <a:off x="6704226" y="3811697"/>
            <a:ext cx="4574075" cy="3479350"/>
            <a:chOff x="1522650" y="1117750"/>
            <a:chExt cx="4574075" cy="3479350"/>
          </a:xfrm>
        </p:grpSpPr>
        <p:sp>
          <p:nvSpPr>
            <p:cNvPr id="472" name="Google Shape;472;p5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75" name="Google Shape;475;p58"/>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6" name="Google Shape;476;p58"/>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7" name="Google Shape;477;p58"/>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8" name="Google Shape;478;p58"/>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9" name="Google Shape;479;p58"/>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0" name="Google Shape;480;p58"/>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1" name="Google Shape;481;p58"/>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2" name="Google Shape;482;p58"/>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3" name="Google Shape;483;p58"/>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4" name="Google Shape;484;p58"/>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5" name="Google Shape;485;p58"/>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6" name="Google Shape;486;p58"/>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87" name="Shape 487"/>
        <p:cNvGrpSpPr/>
        <p:nvPr/>
      </p:nvGrpSpPr>
      <p:grpSpPr>
        <a:xfrm>
          <a:off x="0" y="0"/>
          <a:ext cx="0" cy="0"/>
          <a:chOff x="0" y="0"/>
          <a:chExt cx="0" cy="0"/>
        </a:xfrm>
      </p:grpSpPr>
      <p:sp>
        <p:nvSpPr>
          <p:cNvPr id="488" name="Google Shape;488;p59"/>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89" name="Google Shape;489;p59"/>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0" name="Google Shape;490;p59"/>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1" name="Google Shape;491;p59"/>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2" name="Google Shape;492;p59"/>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3" name="Google Shape;493;p59"/>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494" name="Google Shape;494;p59"/>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95" name="Shape 495"/>
        <p:cNvGrpSpPr/>
        <p:nvPr/>
      </p:nvGrpSpPr>
      <p:grpSpPr>
        <a:xfrm>
          <a:off x="0" y="0"/>
          <a:ext cx="0" cy="0"/>
          <a:chOff x="0" y="0"/>
          <a:chExt cx="0" cy="0"/>
        </a:xfrm>
      </p:grpSpPr>
      <p:sp>
        <p:nvSpPr>
          <p:cNvPr id="496" name="Google Shape;496;p60"/>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7" name="Google Shape;497;p60"/>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98" name="Google Shape;498;p60"/>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499" name="Google Shape;499;p60"/>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00" name="Shape 500"/>
        <p:cNvGrpSpPr/>
        <p:nvPr/>
      </p:nvGrpSpPr>
      <p:grpSpPr>
        <a:xfrm>
          <a:off x="0" y="0"/>
          <a:ext cx="0" cy="0"/>
          <a:chOff x="0" y="0"/>
          <a:chExt cx="0" cy="0"/>
        </a:xfrm>
      </p:grpSpPr>
      <p:grpSp>
        <p:nvGrpSpPr>
          <p:cNvPr id="501" name="Google Shape;501;p61"/>
          <p:cNvGrpSpPr/>
          <p:nvPr/>
        </p:nvGrpSpPr>
        <p:grpSpPr>
          <a:xfrm>
            <a:off x="0" y="0"/>
            <a:ext cx="9144001" cy="5143500"/>
            <a:chOff x="0" y="0"/>
            <a:chExt cx="9144001" cy="5143500"/>
          </a:xfrm>
        </p:grpSpPr>
        <p:pic>
          <p:nvPicPr>
            <p:cNvPr id="502" name="Google Shape;502;p6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503" name="Google Shape;503;p61"/>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504" name="Google Shape;504;p61"/>
          <p:cNvGrpSpPr/>
          <p:nvPr/>
        </p:nvGrpSpPr>
        <p:grpSpPr>
          <a:xfrm rot="756538">
            <a:off x="-1069833" y="-1842572"/>
            <a:ext cx="4574157" cy="3479412"/>
            <a:chOff x="1522650" y="1117750"/>
            <a:chExt cx="4574075" cy="3479350"/>
          </a:xfrm>
        </p:grpSpPr>
        <p:sp>
          <p:nvSpPr>
            <p:cNvPr id="505" name="Google Shape;505;p6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07" name="Shape 507"/>
        <p:cNvGrpSpPr/>
        <p:nvPr/>
      </p:nvGrpSpPr>
      <p:grpSpPr>
        <a:xfrm>
          <a:off x="0" y="0"/>
          <a:ext cx="0" cy="0"/>
          <a:chOff x="0" y="0"/>
          <a:chExt cx="0" cy="0"/>
        </a:xfrm>
      </p:grpSpPr>
      <p:grpSp>
        <p:nvGrpSpPr>
          <p:cNvPr id="508" name="Google Shape;508;p62"/>
          <p:cNvGrpSpPr/>
          <p:nvPr/>
        </p:nvGrpSpPr>
        <p:grpSpPr>
          <a:xfrm>
            <a:off x="0" y="0"/>
            <a:ext cx="9144001" cy="5143500"/>
            <a:chOff x="0" y="0"/>
            <a:chExt cx="9144001" cy="5143500"/>
          </a:xfrm>
        </p:grpSpPr>
        <p:pic>
          <p:nvPicPr>
            <p:cNvPr id="509" name="Google Shape;509;p6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10" name="Google Shape;510;p6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11" name="Google Shape;511;p62"/>
          <p:cNvGrpSpPr/>
          <p:nvPr/>
        </p:nvGrpSpPr>
        <p:grpSpPr>
          <a:xfrm>
            <a:off x="-1845124" y="-2180828"/>
            <a:ext cx="12652562" cy="9877041"/>
            <a:chOff x="-1845124" y="-2180828"/>
            <a:chExt cx="12652562" cy="9877041"/>
          </a:xfrm>
        </p:grpSpPr>
        <p:grpSp>
          <p:nvGrpSpPr>
            <p:cNvPr id="512" name="Google Shape;512;p62"/>
            <p:cNvGrpSpPr/>
            <p:nvPr/>
          </p:nvGrpSpPr>
          <p:grpSpPr>
            <a:xfrm>
              <a:off x="-1845124" y="-2180828"/>
              <a:ext cx="4574075" cy="3479350"/>
              <a:chOff x="1522650" y="1117750"/>
              <a:chExt cx="4574075" cy="3479350"/>
            </a:xfrm>
          </p:grpSpPr>
          <p:sp>
            <p:nvSpPr>
              <p:cNvPr id="513" name="Google Shape;513;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5" name="Google Shape;515;p62"/>
            <p:cNvGrpSpPr/>
            <p:nvPr/>
          </p:nvGrpSpPr>
          <p:grpSpPr>
            <a:xfrm flipH="1" rot="-10539848">
              <a:off x="6108563" y="4049075"/>
              <a:ext cx="4573901" cy="3479217"/>
              <a:chOff x="1522650" y="1117750"/>
              <a:chExt cx="4574075" cy="3479350"/>
            </a:xfrm>
          </p:grpSpPr>
          <p:sp>
            <p:nvSpPr>
              <p:cNvPr id="516" name="Google Shape;516;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21" name="Shape 521"/>
        <p:cNvGrpSpPr/>
        <p:nvPr/>
      </p:nvGrpSpPr>
      <p:grpSpPr>
        <a:xfrm>
          <a:off x="0" y="0"/>
          <a:ext cx="0" cy="0"/>
          <a:chOff x="0" y="0"/>
          <a:chExt cx="0" cy="0"/>
        </a:xfrm>
      </p:grpSpPr>
      <p:grpSp>
        <p:nvGrpSpPr>
          <p:cNvPr id="522" name="Google Shape;522;p64"/>
          <p:cNvGrpSpPr/>
          <p:nvPr/>
        </p:nvGrpSpPr>
        <p:grpSpPr>
          <a:xfrm>
            <a:off x="0" y="0"/>
            <a:ext cx="9144001" cy="5143500"/>
            <a:chOff x="0" y="0"/>
            <a:chExt cx="9144001" cy="5143500"/>
          </a:xfrm>
        </p:grpSpPr>
        <p:pic>
          <p:nvPicPr>
            <p:cNvPr id="523" name="Google Shape;523;p6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24" name="Google Shape;524;p6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525" name="Google Shape;525;p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6" name="Google Shape;526;p64"/>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527" name="Google Shape;527;p64"/>
          <p:cNvGrpSpPr/>
          <p:nvPr/>
        </p:nvGrpSpPr>
        <p:grpSpPr>
          <a:xfrm rot="10800000">
            <a:off x="6704226" y="3811697"/>
            <a:ext cx="4574075" cy="3479350"/>
            <a:chOff x="1522650" y="1117750"/>
            <a:chExt cx="4574075" cy="3479350"/>
          </a:xfrm>
        </p:grpSpPr>
        <p:sp>
          <p:nvSpPr>
            <p:cNvPr id="528" name="Google Shape;528;p6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6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0" name="Shape 530"/>
        <p:cNvGrpSpPr/>
        <p:nvPr/>
      </p:nvGrpSpPr>
      <p:grpSpPr>
        <a:xfrm>
          <a:off x="0" y="0"/>
          <a:ext cx="0" cy="0"/>
          <a:chOff x="0" y="0"/>
          <a:chExt cx="0" cy="0"/>
        </a:xfrm>
      </p:grpSpPr>
      <p:sp>
        <p:nvSpPr>
          <p:cNvPr id="531" name="Google Shape;531;p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32" name="Google Shape;532;p65"/>
          <p:cNvGrpSpPr/>
          <p:nvPr/>
        </p:nvGrpSpPr>
        <p:grpSpPr>
          <a:xfrm>
            <a:off x="0" y="4"/>
            <a:ext cx="9144005" cy="5143496"/>
            <a:chOff x="0" y="4"/>
            <a:chExt cx="9144005" cy="5143496"/>
          </a:xfrm>
        </p:grpSpPr>
        <p:pic>
          <p:nvPicPr>
            <p:cNvPr id="533" name="Google Shape;533;p6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34" name="Google Shape;534;p6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35" name="Google Shape;535;p65"/>
          <p:cNvGrpSpPr/>
          <p:nvPr/>
        </p:nvGrpSpPr>
        <p:grpSpPr>
          <a:xfrm flipH="1" rot="-10539848">
            <a:off x="6108563" y="4049074"/>
            <a:ext cx="4573901" cy="3479217"/>
            <a:chOff x="1522650" y="1117750"/>
            <a:chExt cx="4574075" cy="3479350"/>
          </a:xfrm>
        </p:grpSpPr>
        <p:sp>
          <p:nvSpPr>
            <p:cNvPr id="536" name="Google Shape;536;p6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8" name="Shape 538"/>
        <p:cNvGrpSpPr/>
        <p:nvPr/>
      </p:nvGrpSpPr>
      <p:grpSpPr>
        <a:xfrm>
          <a:off x="0" y="0"/>
          <a:ext cx="0" cy="0"/>
          <a:chOff x="0" y="0"/>
          <a:chExt cx="0" cy="0"/>
        </a:xfrm>
      </p:grpSpPr>
      <p:sp>
        <p:nvSpPr>
          <p:cNvPr id="539" name="Google Shape;539;p66"/>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40" name="Google Shape;540;p66"/>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41" name="Google Shape;541;p6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2" name="Shape 542"/>
        <p:cNvGrpSpPr/>
        <p:nvPr/>
      </p:nvGrpSpPr>
      <p:grpSpPr>
        <a:xfrm>
          <a:off x="0" y="0"/>
          <a:ext cx="0" cy="0"/>
          <a:chOff x="0" y="0"/>
          <a:chExt cx="0" cy="0"/>
        </a:xfrm>
      </p:grpSpPr>
      <p:sp>
        <p:nvSpPr>
          <p:cNvPr id="543" name="Google Shape;543;p67"/>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44" name="Google Shape;544;p67"/>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545" name="Google Shape;545;p67"/>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6" name="Shape 546"/>
        <p:cNvGrpSpPr/>
        <p:nvPr/>
      </p:nvGrpSpPr>
      <p:grpSpPr>
        <a:xfrm>
          <a:off x="0" y="0"/>
          <a:ext cx="0" cy="0"/>
          <a:chOff x="0" y="0"/>
          <a:chExt cx="0" cy="0"/>
        </a:xfrm>
      </p:grpSpPr>
      <p:sp>
        <p:nvSpPr>
          <p:cNvPr id="547" name="Google Shape;547;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8" name="Google Shape;548;p68"/>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9" name="Google Shape;549;p68"/>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50" name="Google Shape;550;p68"/>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51" name="Google Shape;551;p68"/>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552" name="Google Shape;552;p68"/>
          <p:cNvGrpSpPr/>
          <p:nvPr/>
        </p:nvGrpSpPr>
        <p:grpSpPr>
          <a:xfrm>
            <a:off x="0" y="4"/>
            <a:ext cx="9144005" cy="5143496"/>
            <a:chOff x="0" y="4"/>
            <a:chExt cx="9144005" cy="5143496"/>
          </a:xfrm>
        </p:grpSpPr>
        <p:pic>
          <p:nvPicPr>
            <p:cNvPr id="553" name="Google Shape;553;p6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54" name="Google Shape;554;p6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55" name="Google Shape;555;p68"/>
          <p:cNvGrpSpPr/>
          <p:nvPr/>
        </p:nvGrpSpPr>
        <p:grpSpPr>
          <a:xfrm flipH="1" rot="-10539848">
            <a:off x="6108563" y="4049074"/>
            <a:ext cx="4573901" cy="3479217"/>
            <a:chOff x="1522650" y="1117750"/>
            <a:chExt cx="4574075" cy="3479350"/>
          </a:xfrm>
        </p:grpSpPr>
        <p:sp>
          <p:nvSpPr>
            <p:cNvPr id="556" name="Google Shape;556;p6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8" name="Shape 558"/>
        <p:cNvGrpSpPr/>
        <p:nvPr/>
      </p:nvGrpSpPr>
      <p:grpSpPr>
        <a:xfrm>
          <a:off x="0" y="0"/>
          <a:ext cx="0" cy="0"/>
          <a:chOff x="0" y="0"/>
          <a:chExt cx="0" cy="0"/>
        </a:xfrm>
      </p:grpSpPr>
      <p:sp>
        <p:nvSpPr>
          <p:cNvPr id="559" name="Google Shape;559;p69"/>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60" name="Google Shape;560;p69"/>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561" name="Google Shape;561;p69"/>
          <p:cNvSpPr/>
          <p:nvPr>
            <p:ph idx="2" type="pic"/>
          </p:nvPr>
        </p:nvSpPr>
        <p:spPr>
          <a:xfrm>
            <a:off x="5088475" y="770400"/>
            <a:ext cx="3081600" cy="3602700"/>
          </a:xfrm>
          <a:prstGeom prst="roundRect">
            <a:avLst>
              <a:gd fmla="val 16667" name="adj"/>
            </a:avLst>
          </a:prstGeom>
          <a:noFill/>
          <a:ln>
            <a:noFill/>
          </a:ln>
        </p:spPr>
      </p:sp>
      <p:grpSp>
        <p:nvGrpSpPr>
          <p:cNvPr id="562" name="Google Shape;562;p69"/>
          <p:cNvGrpSpPr/>
          <p:nvPr/>
        </p:nvGrpSpPr>
        <p:grpSpPr>
          <a:xfrm>
            <a:off x="0" y="0"/>
            <a:ext cx="9144001" cy="5143500"/>
            <a:chOff x="0" y="0"/>
            <a:chExt cx="9144001" cy="5143500"/>
          </a:xfrm>
        </p:grpSpPr>
        <p:pic>
          <p:nvPicPr>
            <p:cNvPr id="563" name="Google Shape;563;p6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64" name="Google Shape;564;p6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65" name="Google Shape;565;p69"/>
          <p:cNvGrpSpPr/>
          <p:nvPr/>
        </p:nvGrpSpPr>
        <p:grpSpPr>
          <a:xfrm rot="10800000">
            <a:off x="6704226" y="3811697"/>
            <a:ext cx="4574075" cy="3479350"/>
            <a:chOff x="1522650" y="1117750"/>
            <a:chExt cx="4574075" cy="3479350"/>
          </a:xfrm>
        </p:grpSpPr>
        <p:sp>
          <p:nvSpPr>
            <p:cNvPr id="566" name="Google Shape;566;p6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8" name="Shape 568"/>
        <p:cNvGrpSpPr/>
        <p:nvPr/>
      </p:nvGrpSpPr>
      <p:grpSpPr>
        <a:xfrm>
          <a:off x="0" y="0"/>
          <a:ext cx="0" cy="0"/>
          <a:chOff x="0" y="0"/>
          <a:chExt cx="0" cy="0"/>
        </a:xfrm>
      </p:grpSpPr>
      <p:grpSp>
        <p:nvGrpSpPr>
          <p:cNvPr id="569" name="Google Shape;569;p70"/>
          <p:cNvGrpSpPr/>
          <p:nvPr/>
        </p:nvGrpSpPr>
        <p:grpSpPr>
          <a:xfrm>
            <a:off x="10" y="0"/>
            <a:ext cx="9143991" cy="5143500"/>
            <a:chOff x="10" y="0"/>
            <a:chExt cx="9143991" cy="5143500"/>
          </a:xfrm>
        </p:grpSpPr>
        <p:pic>
          <p:nvPicPr>
            <p:cNvPr id="570" name="Google Shape;570;p70"/>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571" name="Google Shape;571;p70"/>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572" name="Google Shape;572;p70"/>
          <p:cNvGrpSpPr/>
          <p:nvPr/>
        </p:nvGrpSpPr>
        <p:grpSpPr>
          <a:xfrm rot="756538">
            <a:off x="5159566" y="-1927047"/>
            <a:ext cx="4574157" cy="3479412"/>
            <a:chOff x="1522650" y="1117750"/>
            <a:chExt cx="4574075" cy="3479350"/>
          </a:xfrm>
        </p:grpSpPr>
        <p:sp>
          <p:nvSpPr>
            <p:cNvPr id="573" name="Google Shape;573;p7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7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5" name="Google Shape;575;p70"/>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6" name="Shape 576"/>
        <p:cNvGrpSpPr/>
        <p:nvPr/>
      </p:nvGrpSpPr>
      <p:grpSpPr>
        <a:xfrm>
          <a:off x="0" y="0"/>
          <a:ext cx="0" cy="0"/>
          <a:chOff x="0" y="0"/>
          <a:chExt cx="0" cy="0"/>
        </a:xfrm>
      </p:grpSpPr>
      <p:grpSp>
        <p:nvGrpSpPr>
          <p:cNvPr id="577" name="Google Shape;577;p71"/>
          <p:cNvGrpSpPr/>
          <p:nvPr/>
        </p:nvGrpSpPr>
        <p:grpSpPr>
          <a:xfrm rot="756538">
            <a:off x="-714809" y="-2409347"/>
            <a:ext cx="4574157" cy="3479412"/>
            <a:chOff x="1522650" y="1117750"/>
            <a:chExt cx="4574075" cy="3479350"/>
          </a:xfrm>
        </p:grpSpPr>
        <p:sp>
          <p:nvSpPr>
            <p:cNvPr id="578" name="Google Shape;578;p7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7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 name="Google Shape;580;p71"/>
          <p:cNvGrpSpPr/>
          <p:nvPr/>
        </p:nvGrpSpPr>
        <p:grpSpPr>
          <a:xfrm>
            <a:off x="0" y="0"/>
            <a:ext cx="9144001" cy="5143500"/>
            <a:chOff x="0" y="0"/>
            <a:chExt cx="9144001" cy="5143500"/>
          </a:xfrm>
        </p:grpSpPr>
        <p:pic>
          <p:nvPicPr>
            <p:cNvPr id="581" name="Google Shape;581;p71"/>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582" name="Google Shape;582;p71"/>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583" name="Google Shape;583;p71"/>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584" name="Google Shape;584;p71"/>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5" name="Shape 585"/>
        <p:cNvGrpSpPr/>
        <p:nvPr/>
      </p:nvGrpSpPr>
      <p:grpSpPr>
        <a:xfrm>
          <a:off x="0" y="0"/>
          <a:ext cx="0" cy="0"/>
          <a:chOff x="0" y="0"/>
          <a:chExt cx="0" cy="0"/>
        </a:xfrm>
      </p:grpSpPr>
      <p:sp>
        <p:nvSpPr>
          <p:cNvPr id="586" name="Google Shape;586;p72"/>
          <p:cNvSpPr/>
          <p:nvPr>
            <p:ph idx="2" type="pic"/>
          </p:nvPr>
        </p:nvSpPr>
        <p:spPr>
          <a:xfrm>
            <a:off x="0" y="0"/>
            <a:ext cx="9144000" cy="5143500"/>
          </a:xfrm>
          <a:prstGeom prst="rect">
            <a:avLst/>
          </a:prstGeom>
          <a:noFill/>
          <a:ln>
            <a:noFill/>
          </a:ln>
        </p:spPr>
      </p:sp>
      <p:sp>
        <p:nvSpPr>
          <p:cNvPr id="587" name="Google Shape;587;p72"/>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588" name="Google Shape;588;p72"/>
          <p:cNvGrpSpPr/>
          <p:nvPr/>
        </p:nvGrpSpPr>
        <p:grpSpPr>
          <a:xfrm>
            <a:off x="0" y="4"/>
            <a:ext cx="9144005" cy="5143496"/>
            <a:chOff x="0" y="4"/>
            <a:chExt cx="9144005" cy="5143496"/>
          </a:xfrm>
        </p:grpSpPr>
        <p:pic>
          <p:nvPicPr>
            <p:cNvPr id="589" name="Google Shape;589;p7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90" name="Google Shape;590;p7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91" name="Google Shape;591;p72"/>
          <p:cNvGrpSpPr/>
          <p:nvPr/>
        </p:nvGrpSpPr>
        <p:grpSpPr>
          <a:xfrm>
            <a:off x="-896231" y="-2525369"/>
            <a:ext cx="11703669" cy="10221582"/>
            <a:chOff x="-896231" y="-2525369"/>
            <a:chExt cx="11703669" cy="10221582"/>
          </a:xfrm>
        </p:grpSpPr>
        <p:grpSp>
          <p:nvGrpSpPr>
            <p:cNvPr id="592" name="Google Shape;592;p72"/>
            <p:cNvGrpSpPr/>
            <p:nvPr/>
          </p:nvGrpSpPr>
          <p:grpSpPr>
            <a:xfrm flipH="1" rot="-10539848">
              <a:off x="6108563" y="4049074"/>
              <a:ext cx="4573901" cy="3479217"/>
              <a:chOff x="1522650" y="1117750"/>
              <a:chExt cx="4574075" cy="3479350"/>
            </a:xfrm>
          </p:grpSpPr>
          <p:sp>
            <p:nvSpPr>
              <p:cNvPr id="593" name="Google Shape;593;p7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7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5" name="Google Shape;595;p72"/>
            <p:cNvGrpSpPr/>
            <p:nvPr/>
          </p:nvGrpSpPr>
          <p:grpSpPr>
            <a:xfrm>
              <a:off x="-896231" y="-2525369"/>
              <a:ext cx="4573618" cy="3479002"/>
              <a:chOff x="1522650" y="1117750"/>
              <a:chExt cx="4574075" cy="3479350"/>
            </a:xfrm>
          </p:grpSpPr>
          <p:sp>
            <p:nvSpPr>
              <p:cNvPr id="596" name="Google Shape;596;p7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7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8" name="Shape 598"/>
        <p:cNvGrpSpPr/>
        <p:nvPr/>
      </p:nvGrpSpPr>
      <p:grpSpPr>
        <a:xfrm>
          <a:off x="0" y="0"/>
          <a:ext cx="0" cy="0"/>
          <a:chOff x="0" y="0"/>
          <a:chExt cx="0" cy="0"/>
        </a:xfrm>
      </p:grpSpPr>
      <p:sp>
        <p:nvSpPr>
          <p:cNvPr id="599" name="Google Shape;599;p73"/>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600" name="Google Shape;600;p73"/>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601" name="Google Shape;601;p73"/>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2" name="Shape 602"/>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3" name="Shape 603"/>
        <p:cNvGrpSpPr/>
        <p:nvPr/>
      </p:nvGrpSpPr>
      <p:grpSpPr>
        <a:xfrm>
          <a:off x="0" y="0"/>
          <a:ext cx="0" cy="0"/>
          <a:chOff x="0" y="0"/>
          <a:chExt cx="0" cy="0"/>
        </a:xfrm>
      </p:grpSpPr>
      <p:sp>
        <p:nvSpPr>
          <p:cNvPr id="604" name="Google Shape;604;p7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05" name="Google Shape;605;p75"/>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6" name="Google Shape;606;p75"/>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7" name="Google Shape;607;p75"/>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8" name="Google Shape;608;p75"/>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9" name="Google Shape;609;p75"/>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0" name="Google Shape;610;p75"/>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1" name="Google Shape;611;p75"/>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2" name="Google Shape;612;p75"/>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3" name="Google Shape;613;p75"/>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4" name="Google Shape;614;p75"/>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5" name="Google Shape;615;p75"/>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6" name="Google Shape;616;p75"/>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617" name="Google Shape;617;p75"/>
          <p:cNvGrpSpPr/>
          <p:nvPr/>
        </p:nvGrpSpPr>
        <p:grpSpPr>
          <a:xfrm>
            <a:off x="0" y="4"/>
            <a:ext cx="9144005" cy="5143496"/>
            <a:chOff x="0" y="4"/>
            <a:chExt cx="9144005" cy="5143496"/>
          </a:xfrm>
        </p:grpSpPr>
        <p:pic>
          <p:nvPicPr>
            <p:cNvPr id="618" name="Google Shape;618;p7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19" name="Google Shape;619;p7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20" name="Google Shape;620;p75"/>
          <p:cNvGrpSpPr/>
          <p:nvPr/>
        </p:nvGrpSpPr>
        <p:grpSpPr>
          <a:xfrm flipH="1" rot="-10539848">
            <a:off x="6108563" y="4049074"/>
            <a:ext cx="4573901" cy="3479217"/>
            <a:chOff x="1522650" y="1117750"/>
            <a:chExt cx="4574075" cy="3479350"/>
          </a:xfrm>
        </p:grpSpPr>
        <p:sp>
          <p:nvSpPr>
            <p:cNvPr id="621" name="Google Shape;621;p7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7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23" name="Shape 623"/>
        <p:cNvGrpSpPr/>
        <p:nvPr/>
      </p:nvGrpSpPr>
      <p:grpSpPr>
        <a:xfrm>
          <a:off x="0" y="0"/>
          <a:ext cx="0" cy="0"/>
          <a:chOff x="0" y="0"/>
          <a:chExt cx="0" cy="0"/>
        </a:xfrm>
      </p:grpSpPr>
      <p:grpSp>
        <p:nvGrpSpPr>
          <p:cNvPr id="624" name="Google Shape;624;p76"/>
          <p:cNvGrpSpPr/>
          <p:nvPr/>
        </p:nvGrpSpPr>
        <p:grpSpPr>
          <a:xfrm>
            <a:off x="0" y="0"/>
            <a:ext cx="9144001" cy="5143500"/>
            <a:chOff x="0" y="0"/>
            <a:chExt cx="9144001" cy="5143500"/>
          </a:xfrm>
        </p:grpSpPr>
        <p:pic>
          <p:nvPicPr>
            <p:cNvPr id="625" name="Google Shape;625;p7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26" name="Google Shape;626;p7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27" name="Google Shape;627;p76"/>
          <p:cNvGrpSpPr/>
          <p:nvPr/>
        </p:nvGrpSpPr>
        <p:grpSpPr>
          <a:xfrm rot="10800000">
            <a:off x="6704226" y="3811697"/>
            <a:ext cx="4574075" cy="3479350"/>
            <a:chOff x="1522650" y="1117750"/>
            <a:chExt cx="4574075" cy="3479350"/>
          </a:xfrm>
        </p:grpSpPr>
        <p:sp>
          <p:nvSpPr>
            <p:cNvPr id="628" name="Google Shape;628;p7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7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0" name="Google Shape;630;p7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631" name="Shape 631"/>
        <p:cNvGrpSpPr/>
        <p:nvPr/>
      </p:nvGrpSpPr>
      <p:grpSpPr>
        <a:xfrm>
          <a:off x="0" y="0"/>
          <a:ext cx="0" cy="0"/>
          <a:chOff x="0" y="0"/>
          <a:chExt cx="0" cy="0"/>
        </a:xfrm>
      </p:grpSpPr>
      <p:grpSp>
        <p:nvGrpSpPr>
          <p:cNvPr id="632" name="Google Shape;632;p77"/>
          <p:cNvGrpSpPr/>
          <p:nvPr/>
        </p:nvGrpSpPr>
        <p:grpSpPr>
          <a:xfrm>
            <a:off x="0" y="4"/>
            <a:ext cx="9144005" cy="5143496"/>
            <a:chOff x="0" y="4"/>
            <a:chExt cx="9144005" cy="5143496"/>
          </a:xfrm>
        </p:grpSpPr>
        <p:pic>
          <p:nvPicPr>
            <p:cNvPr id="633" name="Google Shape;633;p7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34" name="Google Shape;634;p7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35" name="Google Shape;635;p77"/>
          <p:cNvGrpSpPr/>
          <p:nvPr/>
        </p:nvGrpSpPr>
        <p:grpSpPr>
          <a:xfrm flipH="1" rot="-10539848">
            <a:off x="6108563" y="4049074"/>
            <a:ext cx="4573901" cy="3479217"/>
            <a:chOff x="1522650" y="1117750"/>
            <a:chExt cx="4574075" cy="3479350"/>
          </a:xfrm>
        </p:grpSpPr>
        <p:sp>
          <p:nvSpPr>
            <p:cNvPr id="636" name="Google Shape;636;p7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7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8" name="Google Shape;638;p77"/>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39" name="Google Shape;639;p77"/>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40" name="Shape 640"/>
        <p:cNvGrpSpPr/>
        <p:nvPr/>
      </p:nvGrpSpPr>
      <p:grpSpPr>
        <a:xfrm>
          <a:off x="0" y="0"/>
          <a:ext cx="0" cy="0"/>
          <a:chOff x="0" y="0"/>
          <a:chExt cx="0" cy="0"/>
        </a:xfrm>
      </p:grpSpPr>
      <p:grpSp>
        <p:nvGrpSpPr>
          <p:cNvPr id="641" name="Google Shape;641;p78"/>
          <p:cNvGrpSpPr/>
          <p:nvPr/>
        </p:nvGrpSpPr>
        <p:grpSpPr>
          <a:xfrm>
            <a:off x="0" y="0"/>
            <a:ext cx="9144001" cy="5143500"/>
            <a:chOff x="0" y="0"/>
            <a:chExt cx="9144001" cy="5143500"/>
          </a:xfrm>
        </p:grpSpPr>
        <p:pic>
          <p:nvPicPr>
            <p:cNvPr id="642" name="Google Shape;642;p7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43" name="Google Shape;643;p7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44" name="Google Shape;644;p78"/>
          <p:cNvGrpSpPr/>
          <p:nvPr/>
        </p:nvGrpSpPr>
        <p:grpSpPr>
          <a:xfrm rot="10800000">
            <a:off x="6704226" y="3811697"/>
            <a:ext cx="4574075" cy="3479350"/>
            <a:chOff x="1522650" y="1117750"/>
            <a:chExt cx="4574075" cy="3479350"/>
          </a:xfrm>
        </p:grpSpPr>
        <p:sp>
          <p:nvSpPr>
            <p:cNvPr id="645" name="Google Shape;645;p7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7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7" name="Google Shape;647;p78"/>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8" name="Google Shape;648;p78"/>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9" name="Google Shape;649;p78"/>
          <p:cNvSpPr/>
          <p:nvPr>
            <p:ph idx="2" type="pic"/>
          </p:nvPr>
        </p:nvSpPr>
        <p:spPr>
          <a:xfrm>
            <a:off x="5588500" y="539500"/>
            <a:ext cx="2801100" cy="4064700"/>
          </a:xfrm>
          <a:prstGeom prst="roundRect">
            <a:avLst>
              <a:gd fmla="val 16667" name="adj"/>
            </a:avLst>
          </a:prstGeom>
          <a:noFill/>
          <a:ln>
            <a:noFill/>
          </a:ln>
        </p:spPr>
      </p:sp>
      <p:sp>
        <p:nvSpPr>
          <p:cNvPr id="650" name="Google Shape;650;p78"/>
          <p:cNvSpPr/>
          <p:nvPr>
            <p:ph idx="3" type="pic"/>
          </p:nvPr>
        </p:nvSpPr>
        <p:spPr>
          <a:xfrm>
            <a:off x="3171450" y="539500"/>
            <a:ext cx="2304300" cy="2285700"/>
          </a:xfrm>
          <a:prstGeom prst="roundRect">
            <a:avLst>
              <a:gd fmla="val 16667" name="adj"/>
            </a:avLst>
          </a:prstGeom>
          <a:noFill/>
          <a:ln>
            <a:noFill/>
          </a:ln>
        </p:spPr>
      </p:sp>
      <p:sp>
        <p:nvSpPr>
          <p:cNvPr id="651" name="Google Shape;651;p78"/>
          <p:cNvSpPr/>
          <p:nvPr>
            <p:ph idx="4" type="pic"/>
          </p:nvPr>
        </p:nvSpPr>
        <p:spPr>
          <a:xfrm>
            <a:off x="3171450" y="2953775"/>
            <a:ext cx="2304300" cy="1650300"/>
          </a:xfrm>
          <a:prstGeom prst="roundRect">
            <a:avLst>
              <a:gd fmla="val 16667" name="adj"/>
            </a:avLst>
          </a:prstGeom>
          <a:noFill/>
          <a:ln>
            <a:noFill/>
          </a:ln>
        </p:spPr>
      </p:sp>
      <p:sp>
        <p:nvSpPr>
          <p:cNvPr id="652" name="Google Shape;652;p78"/>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653" name="Shape 653"/>
        <p:cNvGrpSpPr/>
        <p:nvPr/>
      </p:nvGrpSpPr>
      <p:grpSpPr>
        <a:xfrm>
          <a:off x="0" y="0"/>
          <a:ext cx="0" cy="0"/>
          <a:chOff x="0" y="0"/>
          <a:chExt cx="0" cy="0"/>
        </a:xfrm>
      </p:grpSpPr>
      <p:grpSp>
        <p:nvGrpSpPr>
          <p:cNvPr id="654" name="Google Shape;654;p79"/>
          <p:cNvGrpSpPr/>
          <p:nvPr/>
        </p:nvGrpSpPr>
        <p:grpSpPr>
          <a:xfrm>
            <a:off x="0" y="4"/>
            <a:ext cx="9144005" cy="5143496"/>
            <a:chOff x="0" y="4"/>
            <a:chExt cx="9144005" cy="5143496"/>
          </a:xfrm>
        </p:grpSpPr>
        <p:pic>
          <p:nvPicPr>
            <p:cNvPr id="655" name="Google Shape;655;p79"/>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56" name="Google Shape;656;p79"/>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57" name="Google Shape;657;p79"/>
          <p:cNvGrpSpPr/>
          <p:nvPr/>
        </p:nvGrpSpPr>
        <p:grpSpPr>
          <a:xfrm flipH="1" rot="-10539848">
            <a:off x="6108563" y="4049074"/>
            <a:ext cx="4573901" cy="3479217"/>
            <a:chOff x="1522650" y="1117750"/>
            <a:chExt cx="4574075" cy="3479350"/>
          </a:xfrm>
        </p:grpSpPr>
        <p:sp>
          <p:nvSpPr>
            <p:cNvPr id="658" name="Google Shape;658;p7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0" name="Google Shape;660;p7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1" name="Google Shape;661;p79"/>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662" name="Shape 662"/>
        <p:cNvGrpSpPr/>
        <p:nvPr/>
      </p:nvGrpSpPr>
      <p:grpSpPr>
        <a:xfrm>
          <a:off x="0" y="0"/>
          <a:ext cx="0" cy="0"/>
          <a:chOff x="0" y="0"/>
          <a:chExt cx="0" cy="0"/>
        </a:xfrm>
      </p:grpSpPr>
      <p:grpSp>
        <p:nvGrpSpPr>
          <p:cNvPr id="663" name="Google Shape;663;p80"/>
          <p:cNvGrpSpPr/>
          <p:nvPr/>
        </p:nvGrpSpPr>
        <p:grpSpPr>
          <a:xfrm>
            <a:off x="0" y="0"/>
            <a:ext cx="9144001" cy="5143500"/>
            <a:chOff x="0" y="0"/>
            <a:chExt cx="9144001" cy="5143500"/>
          </a:xfrm>
        </p:grpSpPr>
        <p:pic>
          <p:nvPicPr>
            <p:cNvPr id="664" name="Google Shape;664;p8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65" name="Google Shape;665;p8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66" name="Google Shape;666;p80"/>
          <p:cNvGrpSpPr/>
          <p:nvPr/>
        </p:nvGrpSpPr>
        <p:grpSpPr>
          <a:xfrm rot="10800000">
            <a:off x="6704226" y="3811697"/>
            <a:ext cx="4574075" cy="3479350"/>
            <a:chOff x="1522650" y="1117750"/>
            <a:chExt cx="4574075" cy="3479350"/>
          </a:xfrm>
        </p:grpSpPr>
        <p:sp>
          <p:nvSpPr>
            <p:cNvPr id="667" name="Google Shape;667;p8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8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9" name="Google Shape;669;p80"/>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670" name="Google Shape;670;p8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71" name="Shape 671"/>
        <p:cNvGrpSpPr/>
        <p:nvPr/>
      </p:nvGrpSpPr>
      <p:grpSpPr>
        <a:xfrm>
          <a:off x="0" y="0"/>
          <a:ext cx="0" cy="0"/>
          <a:chOff x="0" y="0"/>
          <a:chExt cx="0" cy="0"/>
        </a:xfrm>
      </p:grpSpPr>
      <p:grpSp>
        <p:nvGrpSpPr>
          <p:cNvPr id="672" name="Google Shape;672;p81"/>
          <p:cNvGrpSpPr/>
          <p:nvPr/>
        </p:nvGrpSpPr>
        <p:grpSpPr>
          <a:xfrm>
            <a:off x="0" y="0"/>
            <a:ext cx="9144001" cy="5143500"/>
            <a:chOff x="0" y="0"/>
            <a:chExt cx="9144001" cy="5143500"/>
          </a:xfrm>
        </p:grpSpPr>
        <p:pic>
          <p:nvPicPr>
            <p:cNvPr id="673" name="Google Shape;673;p8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74" name="Google Shape;674;p8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75" name="Google Shape;675;p81"/>
          <p:cNvGrpSpPr/>
          <p:nvPr/>
        </p:nvGrpSpPr>
        <p:grpSpPr>
          <a:xfrm rot="10800000">
            <a:off x="6704226" y="3811697"/>
            <a:ext cx="4574075" cy="3479350"/>
            <a:chOff x="1522650" y="1117750"/>
            <a:chExt cx="4574075" cy="3479350"/>
          </a:xfrm>
        </p:grpSpPr>
        <p:sp>
          <p:nvSpPr>
            <p:cNvPr id="676" name="Google Shape;676;p8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8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8" name="Google Shape;678;p8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79" name="Google Shape;679;p81"/>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0" name="Google Shape;680;p81"/>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1" name="Google Shape;681;p81"/>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2" name="Google Shape;682;p81"/>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3" name="Google Shape;683;p81"/>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4" name="Google Shape;684;p81"/>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85" name="Shape 685"/>
        <p:cNvGrpSpPr/>
        <p:nvPr/>
      </p:nvGrpSpPr>
      <p:grpSpPr>
        <a:xfrm>
          <a:off x="0" y="0"/>
          <a:ext cx="0" cy="0"/>
          <a:chOff x="0" y="0"/>
          <a:chExt cx="0" cy="0"/>
        </a:xfrm>
      </p:grpSpPr>
      <p:grpSp>
        <p:nvGrpSpPr>
          <p:cNvPr id="686" name="Google Shape;686;p82"/>
          <p:cNvGrpSpPr/>
          <p:nvPr/>
        </p:nvGrpSpPr>
        <p:grpSpPr>
          <a:xfrm>
            <a:off x="0" y="4"/>
            <a:ext cx="9144005" cy="5143496"/>
            <a:chOff x="0" y="4"/>
            <a:chExt cx="9144005" cy="5143496"/>
          </a:xfrm>
        </p:grpSpPr>
        <p:pic>
          <p:nvPicPr>
            <p:cNvPr id="687" name="Google Shape;687;p8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88" name="Google Shape;688;p8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89" name="Google Shape;689;p82"/>
          <p:cNvGrpSpPr/>
          <p:nvPr/>
        </p:nvGrpSpPr>
        <p:grpSpPr>
          <a:xfrm flipH="1" rot="-10539848">
            <a:off x="6108563" y="4049074"/>
            <a:ext cx="4573901" cy="3479217"/>
            <a:chOff x="1522650" y="1117750"/>
            <a:chExt cx="4574075" cy="3479350"/>
          </a:xfrm>
        </p:grpSpPr>
        <p:sp>
          <p:nvSpPr>
            <p:cNvPr id="690" name="Google Shape;690;p8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8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2" name="Google Shape;692;p8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3" name="Google Shape;693;p82"/>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4" name="Google Shape;694;p82"/>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5" name="Google Shape;695;p82"/>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6" name="Google Shape;696;p82"/>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7" name="Google Shape;697;p82"/>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8" name="Google Shape;698;p82"/>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9" name="Google Shape;699;p82"/>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00" name="Google Shape;700;p82"/>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01" name="Shape 701"/>
        <p:cNvGrpSpPr/>
        <p:nvPr/>
      </p:nvGrpSpPr>
      <p:grpSpPr>
        <a:xfrm>
          <a:off x="0" y="0"/>
          <a:ext cx="0" cy="0"/>
          <a:chOff x="0" y="0"/>
          <a:chExt cx="0" cy="0"/>
        </a:xfrm>
      </p:grpSpPr>
      <p:grpSp>
        <p:nvGrpSpPr>
          <p:cNvPr id="702" name="Google Shape;702;p83"/>
          <p:cNvGrpSpPr/>
          <p:nvPr/>
        </p:nvGrpSpPr>
        <p:grpSpPr>
          <a:xfrm>
            <a:off x="0" y="0"/>
            <a:ext cx="9144001" cy="5143500"/>
            <a:chOff x="0" y="0"/>
            <a:chExt cx="9144001" cy="5143500"/>
          </a:xfrm>
        </p:grpSpPr>
        <p:pic>
          <p:nvPicPr>
            <p:cNvPr id="703" name="Google Shape;703;p8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04" name="Google Shape;704;p8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705" name="Google Shape;705;p83"/>
          <p:cNvGrpSpPr/>
          <p:nvPr/>
        </p:nvGrpSpPr>
        <p:grpSpPr>
          <a:xfrm rot="10800000">
            <a:off x="6704226" y="3811697"/>
            <a:ext cx="4574075" cy="3479350"/>
            <a:chOff x="1522650" y="1117750"/>
            <a:chExt cx="4574075" cy="3479350"/>
          </a:xfrm>
        </p:grpSpPr>
        <p:sp>
          <p:nvSpPr>
            <p:cNvPr id="706" name="Google Shape;706;p8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8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8" name="Google Shape;708;p8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09" name="Google Shape;709;p83"/>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0" name="Google Shape;710;p83"/>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1" name="Google Shape;711;p83"/>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2" name="Google Shape;712;p83"/>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3" name="Google Shape;713;p83"/>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4" name="Google Shape;714;p83"/>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5" name="Google Shape;715;p83"/>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6" name="Google Shape;716;p83"/>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7" name="Google Shape;717;p83"/>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8" name="Google Shape;718;p83"/>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9" name="Google Shape;719;p83"/>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20" name="Google Shape;720;p83"/>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21" name="Shape 721"/>
        <p:cNvGrpSpPr/>
        <p:nvPr/>
      </p:nvGrpSpPr>
      <p:grpSpPr>
        <a:xfrm>
          <a:off x="0" y="0"/>
          <a:ext cx="0" cy="0"/>
          <a:chOff x="0" y="0"/>
          <a:chExt cx="0" cy="0"/>
        </a:xfrm>
      </p:grpSpPr>
      <p:sp>
        <p:nvSpPr>
          <p:cNvPr id="722" name="Google Shape;722;p84"/>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3" name="Google Shape;723;p84"/>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24" name="Google Shape;724;p84"/>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5" name="Google Shape;725;p84"/>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26" name="Google Shape;726;p84"/>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7" name="Google Shape;727;p84"/>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728" name="Google Shape;728;p84"/>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29" name="Shape 729"/>
        <p:cNvGrpSpPr/>
        <p:nvPr/>
      </p:nvGrpSpPr>
      <p:grpSpPr>
        <a:xfrm>
          <a:off x="0" y="0"/>
          <a:ext cx="0" cy="0"/>
          <a:chOff x="0" y="0"/>
          <a:chExt cx="0" cy="0"/>
        </a:xfrm>
      </p:grpSpPr>
      <p:sp>
        <p:nvSpPr>
          <p:cNvPr id="730" name="Google Shape;730;p85"/>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1" name="Google Shape;731;p85"/>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732" name="Google Shape;732;p85"/>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733" name="Google Shape;733;p85"/>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34" name="Shape 734"/>
        <p:cNvGrpSpPr/>
        <p:nvPr/>
      </p:nvGrpSpPr>
      <p:grpSpPr>
        <a:xfrm>
          <a:off x="0" y="0"/>
          <a:ext cx="0" cy="0"/>
          <a:chOff x="0" y="0"/>
          <a:chExt cx="0" cy="0"/>
        </a:xfrm>
      </p:grpSpPr>
      <p:grpSp>
        <p:nvGrpSpPr>
          <p:cNvPr id="735" name="Google Shape;735;p86"/>
          <p:cNvGrpSpPr/>
          <p:nvPr/>
        </p:nvGrpSpPr>
        <p:grpSpPr>
          <a:xfrm>
            <a:off x="0" y="0"/>
            <a:ext cx="9144001" cy="5143500"/>
            <a:chOff x="0" y="0"/>
            <a:chExt cx="9144001" cy="5143500"/>
          </a:xfrm>
        </p:grpSpPr>
        <p:pic>
          <p:nvPicPr>
            <p:cNvPr id="736" name="Google Shape;736;p8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737" name="Google Shape;737;p86"/>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738" name="Google Shape;738;p86"/>
          <p:cNvGrpSpPr/>
          <p:nvPr/>
        </p:nvGrpSpPr>
        <p:grpSpPr>
          <a:xfrm rot="756538">
            <a:off x="-1069834" y="-1842572"/>
            <a:ext cx="4574157" cy="3479412"/>
            <a:chOff x="1522650" y="1117750"/>
            <a:chExt cx="4574075" cy="3479350"/>
          </a:xfrm>
        </p:grpSpPr>
        <p:sp>
          <p:nvSpPr>
            <p:cNvPr id="739" name="Google Shape;739;p8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8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41" name="Shape 741"/>
        <p:cNvGrpSpPr/>
        <p:nvPr/>
      </p:nvGrpSpPr>
      <p:grpSpPr>
        <a:xfrm>
          <a:off x="0" y="0"/>
          <a:ext cx="0" cy="0"/>
          <a:chOff x="0" y="0"/>
          <a:chExt cx="0" cy="0"/>
        </a:xfrm>
      </p:grpSpPr>
      <p:grpSp>
        <p:nvGrpSpPr>
          <p:cNvPr id="742" name="Google Shape;742;p87"/>
          <p:cNvGrpSpPr/>
          <p:nvPr/>
        </p:nvGrpSpPr>
        <p:grpSpPr>
          <a:xfrm>
            <a:off x="0" y="0"/>
            <a:ext cx="9144001" cy="5143500"/>
            <a:chOff x="0" y="0"/>
            <a:chExt cx="9144001" cy="5143500"/>
          </a:xfrm>
        </p:grpSpPr>
        <p:pic>
          <p:nvPicPr>
            <p:cNvPr id="743" name="Google Shape;743;p8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44" name="Google Shape;744;p8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745" name="Google Shape;745;p87"/>
          <p:cNvGrpSpPr/>
          <p:nvPr/>
        </p:nvGrpSpPr>
        <p:grpSpPr>
          <a:xfrm>
            <a:off x="-1845124" y="-2180828"/>
            <a:ext cx="12652562" cy="9877041"/>
            <a:chOff x="-1845124" y="-2180828"/>
            <a:chExt cx="12652562" cy="9877041"/>
          </a:xfrm>
        </p:grpSpPr>
        <p:grpSp>
          <p:nvGrpSpPr>
            <p:cNvPr id="746" name="Google Shape;746;p87"/>
            <p:cNvGrpSpPr/>
            <p:nvPr/>
          </p:nvGrpSpPr>
          <p:grpSpPr>
            <a:xfrm>
              <a:off x="-1845124" y="-2180828"/>
              <a:ext cx="4574075" cy="3479350"/>
              <a:chOff x="1522650" y="1117750"/>
              <a:chExt cx="4574075" cy="3479350"/>
            </a:xfrm>
          </p:grpSpPr>
          <p:sp>
            <p:nvSpPr>
              <p:cNvPr id="747" name="Google Shape;747;p8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8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9" name="Google Shape;749;p87"/>
            <p:cNvGrpSpPr/>
            <p:nvPr/>
          </p:nvGrpSpPr>
          <p:grpSpPr>
            <a:xfrm flipH="1" rot="-10539848">
              <a:off x="6108563" y="4049074"/>
              <a:ext cx="4573901" cy="3479217"/>
              <a:chOff x="1522650" y="1117750"/>
              <a:chExt cx="4574075" cy="3479350"/>
            </a:xfrm>
          </p:grpSpPr>
          <p:sp>
            <p:nvSpPr>
              <p:cNvPr id="750" name="Google Shape;750;p8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8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55" name="Shape 755"/>
        <p:cNvGrpSpPr/>
        <p:nvPr/>
      </p:nvGrpSpPr>
      <p:grpSpPr>
        <a:xfrm>
          <a:off x="0" y="0"/>
          <a:ext cx="0" cy="0"/>
          <a:chOff x="0" y="0"/>
          <a:chExt cx="0" cy="0"/>
        </a:xfrm>
      </p:grpSpPr>
      <p:grpSp>
        <p:nvGrpSpPr>
          <p:cNvPr id="756" name="Google Shape;756;p89"/>
          <p:cNvGrpSpPr/>
          <p:nvPr/>
        </p:nvGrpSpPr>
        <p:grpSpPr>
          <a:xfrm>
            <a:off x="0" y="0"/>
            <a:ext cx="9144001" cy="5143500"/>
            <a:chOff x="0" y="0"/>
            <a:chExt cx="9144001" cy="5143500"/>
          </a:xfrm>
        </p:grpSpPr>
        <p:pic>
          <p:nvPicPr>
            <p:cNvPr id="757" name="Google Shape;757;p8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58" name="Google Shape;758;p8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759" name="Google Shape;759;p8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60" name="Google Shape;760;p89"/>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761" name="Google Shape;761;p89"/>
          <p:cNvGrpSpPr/>
          <p:nvPr/>
        </p:nvGrpSpPr>
        <p:grpSpPr>
          <a:xfrm rot="10800000">
            <a:off x="6704226" y="3811697"/>
            <a:ext cx="4574075" cy="3479350"/>
            <a:chOff x="1522650" y="1117750"/>
            <a:chExt cx="4574075" cy="3479350"/>
          </a:xfrm>
        </p:grpSpPr>
        <p:sp>
          <p:nvSpPr>
            <p:cNvPr id="762" name="Google Shape;762;p8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8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4" name="Shape 764"/>
        <p:cNvGrpSpPr/>
        <p:nvPr/>
      </p:nvGrpSpPr>
      <p:grpSpPr>
        <a:xfrm>
          <a:off x="0" y="0"/>
          <a:ext cx="0" cy="0"/>
          <a:chOff x="0" y="0"/>
          <a:chExt cx="0" cy="0"/>
        </a:xfrm>
      </p:grpSpPr>
      <p:sp>
        <p:nvSpPr>
          <p:cNvPr id="765" name="Google Shape;765;p9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766" name="Google Shape;766;p90"/>
          <p:cNvGrpSpPr/>
          <p:nvPr/>
        </p:nvGrpSpPr>
        <p:grpSpPr>
          <a:xfrm>
            <a:off x="0" y="4"/>
            <a:ext cx="9144005" cy="5143496"/>
            <a:chOff x="0" y="4"/>
            <a:chExt cx="9144005" cy="5143496"/>
          </a:xfrm>
        </p:grpSpPr>
        <p:pic>
          <p:nvPicPr>
            <p:cNvPr id="767" name="Google Shape;767;p9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768" name="Google Shape;768;p9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769" name="Google Shape;769;p90"/>
          <p:cNvGrpSpPr/>
          <p:nvPr/>
        </p:nvGrpSpPr>
        <p:grpSpPr>
          <a:xfrm flipH="1" rot="-10539848">
            <a:off x="6108563" y="4049074"/>
            <a:ext cx="4573901" cy="3479217"/>
            <a:chOff x="1522650" y="1117750"/>
            <a:chExt cx="4574075" cy="3479350"/>
          </a:xfrm>
        </p:grpSpPr>
        <p:sp>
          <p:nvSpPr>
            <p:cNvPr id="770" name="Google Shape;770;p9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9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72" name="Shape 772"/>
        <p:cNvGrpSpPr/>
        <p:nvPr/>
      </p:nvGrpSpPr>
      <p:grpSpPr>
        <a:xfrm>
          <a:off x="0" y="0"/>
          <a:ext cx="0" cy="0"/>
          <a:chOff x="0" y="0"/>
          <a:chExt cx="0" cy="0"/>
        </a:xfrm>
      </p:grpSpPr>
      <p:sp>
        <p:nvSpPr>
          <p:cNvPr id="773" name="Google Shape;773;p91"/>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774" name="Google Shape;774;p91"/>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775" name="Google Shape;775;p9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6" name="Shape 776"/>
        <p:cNvGrpSpPr/>
        <p:nvPr/>
      </p:nvGrpSpPr>
      <p:grpSpPr>
        <a:xfrm>
          <a:off x="0" y="0"/>
          <a:ext cx="0" cy="0"/>
          <a:chOff x="0" y="0"/>
          <a:chExt cx="0" cy="0"/>
        </a:xfrm>
      </p:grpSpPr>
      <p:sp>
        <p:nvSpPr>
          <p:cNvPr id="777" name="Google Shape;777;p92"/>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78" name="Google Shape;778;p92"/>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779" name="Google Shape;779;p92"/>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0" name="Shape 780"/>
        <p:cNvGrpSpPr/>
        <p:nvPr/>
      </p:nvGrpSpPr>
      <p:grpSpPr>
        <a:xfrm>
          <a:off x="0" y="0"/>
          <a:ext cx="0" cy="0"/>
          <a:chOff x="0" y="0"/>
          <a:chExt cx="0" cy="0"/>
        </a:xfrm>
      </p:grpSpPr>
      <p:sp>
        <p:nvSpPr>
          <p:cNvPr id="781" name="Google Shape;781;p9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2" name="Google Shape;782;p93"/>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3" name="Google Shape;783;p93"/>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4" name="Google Shape;784;p93"/>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85" name="Google Shape;785;p93"/>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86" name="Google Shape;786;p93"/>
          <p:cNvGrpSpPr/>
          <p:nvPr/>
        </p:nvGrpSpPr>
        <p:grpSpPr>
          <a:xfrm>
            <a:off x="0" y="4"/>
            <a:ext cx="9144005" cy="5143496"/>
            <a:chOff x="0" y="4"/>
            <a:chExt cx="9144005" cy="5143496"/>
          </a:xfrm>
        </p:grpSpPr>
        <p:pic>
          <p:nvPicPr>
            <p:cNvPr id="787" name="Google Shape;787;p9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788" name="Google Shape;788;p9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789" name="Google Shape;789;p93"/>
          <p:cNvGrpSpPr/>
          <p:nvPr/>
        </p:nvGrpSpPr>
        <p:grpSpPr>
          <a:xfrm flipH="1" rot="-10539848">
            <a:off x="6108563" y="4049074"/>
            <a:ext cx="4573901" cy="3479217"/>
            <a:chOff x="1522650" y="1117750"/>
            <a:chExt cx="4574075" cy="3479350"/>
          </a:xfrm>
        </p:grpSpPr>
        <p:sp>
          <p:nvSpPr>
            <p:cNvPr id="790" name="Google Shape;790;p9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9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92" name="Shape 792"/>
        <p:cNvGrpSpPr/>
        <p:nvPr/>
      </p:nvGrpSpPr>
      <p:grpSpPr>
        <a:xfrm>
          <a:off x="0" y="0"/>
          <a:ext cx="0" cy="0"/>
          <a:chOff x="0" y="0"/>
          <a:chExt cx="0" cy="0"/>
        </a:xfrm>
      </p:grpSpPr>
      <p:sp>
        <p:nvSpPr>
          <p:cNvPr id="793" name="Google Shape;793;p94"/>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94" name="Google Shape;794;p94"/>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795" name="Google Shape;795;p94"/>
          <p:cNvSpPr/>
          <p:nvPr>
            <p:ph idx="2" type="pic"/>
          </p:nvPr>
        </p:nvSpPr>
        <p:spPr>
          <a:xfrm>
            <a:off x="5088475" y="770400"/>
            <a:ext cx="3081600" cy="3602700"/>
          </a:xfrm>
          <a:prstGeom prst="roundRect">
            <a:avLst>
              <a:gd fmla="val 16667" name="adj"/>
            </a:avLst>
          </a:prstGeom>
          <a:noFill/>
          <a:ln>
            <a:noFill/>
          </a:ln>
        </p:spPr>
      </p:sp>
      <p:grpSp>
        <p:nvGrpSpPr>
          <p:cNvPr id="796" name="Google Shape;796;p94"/>
          <p:cNvGrpSpPr/>
          <p:nvPr/>
        </p:nvGrpSpPr>
        <p:grpSpPr>
          <a:xfrm>
            <a:off x="0" y="0"/>
            <a:ext cx="9144001" cy="5143500"/>
            <a:chOff x="0" y="0"/>
            <a:chExt cx="9144001" cy="5143500"/>
          </a:xfrm>
        </p:grpSpPr>
        <p:pic>
          <p:nvPicPr>
            <p:cNvPr id="797" name="Google Shape;797;p9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98" name="Google Shape;798;p9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799" name="Google Shape;799;p94"/>
          <p:cNvGrpSpPr/>
          <p:nvPr/>
        </p:nvGrpSpPr>
        <p:grpSpPr>
          <a:xfrm rot="10800000">
            <a:off x="6704226" y="3811697"/>
            <a:ext cx="4574075" cy="3479350"/>
            <a:chOff x="1522650" y="1117750"/>
            <a:chExt cx="4574075" cy="3479350"/>
          </a:xfrm>
        </p:grpSpPr>
        <p:sp>
          <p:nvSpPr>
            <p:cNvPr id="800" name="Google Shape;800;p9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9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2" name="Shape 802"/>
        <p:cNvGrpSpPr/>
        <p:nvPr/>
      </p:nvGrpSpPr>
      <p:grpSpPr>
        <a:xfrm>
          <a:off x="0" y="0"/>
          <a:ext cx="0" cy="0"/>
          <a:chOff x="0" y="0"/>
          <a:chExt cx="0" cy="0"/>
        </a:xfrm>
      </p:grpSpPr>
      <p:grpSp>
        <p:nvGrpSpPr>
          <p:cNvPr id="803" name="Google Shape;803;p95"/>
          <p:cNvGrpSpPr/>
          <p:nvPr/>
        </p:nvGrpSpPr>
        <p:grpSpPr>
          <a:xfrm>
            <a:off x="10" y="0"/>
            <a:ext cx="9143991" cy="5143500"/>
            <a:chOff x="10" y="0"/>
            <a:chExt cx="9143991" cy="5143500"/>
          </a:xfrm>
        </p:grpSpPr>
        <p:pic>
          <p:nvPicPr>
            <p:cNvPr id="804" name="Google Shape;804;p95"/>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805" name="Google Shape;805;p95"/>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806" name="Google Shape;806;p95"/>
          <p:cNvGrpSpPr/>
          <p:nvPr/>
        </p:nvGrpSpPr>
        <p:grpSpPr>
          <a:xfrm rot="756538">
            <a:off x="5159566" y="-1927047"/>
            <a:ext cx="4574157" cy="3479412"/>
            <a:chOff x="1522650" y="1117750"/>
            <a:chExt cx="4574075" cy="3479350"/>
          </a:xfrm>
        </p:grpSpPr>
        <p:sp>
          <p:nvSpPr>
            <p:cNvPr id="807" name="Google Shape;807;p9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9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9" name="Google Shape;809;p95"/>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0" name="Shape 810"/>
        <p:cNvGrpSpPr/>
        <p:nvPr/>
      </p:nvGrpSpPr>
      <p:grpSpPr>
        <a:xfrm>
          <a:off x="0" y="0"/>
          <a:ext cx="0" cy="0"/>
          <a:chOff x="0" y="0"/>
          <a:chExt cx="0" cy="0"/>
        </a:xfrm>
      </p:grpSpPr>
      <p:grpSp>
        <p:nvGrpSpPr>
          <p:cNvPr id="811" name="Google Shape;811;p96"/>
          <p:cNvGrpSpPr/>
          <p:nvPr/>
        </p:nvGrpSpPr>
        <p:grpSpPr>
          <a:xfrm rot="756538">
            <a:off x="-714809" y="-2409347"/>
            <a:ext cx="4574157" cy="3479412"/>
            <a:chOff x="1522650" y="1117750"/>
            <a:chExt cx="4574075" cy="3479350"/>
          </a:xfrm>
        </p:grpSpPr>
        <p:sp>
          <p:nvSpPr>
            <p:cNvPr id="812" name="Google Shape;812;p9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9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4" name="Google Shape;814;p96"/>
          <p:cNvGrpSpPr/>
          <p:nvPr/>
        </p:nvGrpSpPr>
        <p:grpSpPr>
          <a:xfrm>
            <a:off x="0" y="0"/>
            <a:ext cx="9144001" cy="5143500"/>
            <a:chOff x="0" y="0"/>
            <a:chExt cx="9144001" cy="5143500"/>
          </a:xfrm>
        </p:grpSpPr>
        <p:pic>
          <p:nvPicPr>
            <p:cNvPr id="815" name="Google Shape;815;p96"/>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816" name="Google Shape;816;p96"/>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817" name="Google Shape;817;p96"/>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818" name="Google Shape;818;p96"/>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9" name="Shape 819"/>
        <p:cNvGrpSpPr/>
        <p:nvPr/>
      </p:nvGrpSpPr>
      <p:grpSpPr>
        <a:xfrm>
          <a:off x="0" y="0"/>
          <a:ext cx="0" cy="0"/>
          <a:chOff x="0" y="0"/>
          <a:chExt cx="0" cy="0"/>
        </a:xfrm>
      </p:grpSpPr>
      <p:sp>
        <p:nvSpPr>
          <p:cNvPr id="820" name="Google Shape;820;p97"/>
          <p:cNvSpPr/>
          <p:nvPr>
            <p:ph idx="2" type="pic"/>
          </p:nvPr>
        </p:nvSpPr>
        <p:spPr>
          <a:xfrm>
            <a:off x="0" y="0"/>
            <a:ext cx="9144000" cy="5143500"/>
          </a:xfrm>
          <a:prstGeom prst="rect">
            <a:avLst/>
          </a:prstGeom>
          <a:noFill/>
          <a:ln>
            <a:noFill/>
          </a:ln>
        </p:spPr>
      </p:sp>
      <p:sp>
        <p:nvSpPr>
          <p:cNvPr id="821" name="Google Shape;821;p97"/>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822" name="Google Shape;822;p97"/>
          <p:cNvGrpSpPr/>
          <p:nvPr/>
        </p:nvGrpSpPr>
        <p:grpSpPr>
          <a:xfrm>
            <a:off x="0" y="4"/>
            <a:ext cx="9144005" cy="5143496"/>
            <a:chOff x="0" y="4"/>
            <a:chExt cx="9144005" cy="5143496"/>
          </a:xfrm>
        </p:grpSpPr>
        <p:pic>
          <p:nvPicPr>
            <p:cNvPr id="823" name="Google Shape;823;p9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24" name="Google Shape;824;p9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25" name="Google Shape;825;p97"/>
          <p:cNvGrpSpPr/>
          <p:nvPr/>
        </p:nvGrpSpPr>
        <p:grpSpPr>
          <a:xfrm>
            <a:off x="-896231" y="-2525369"/>
            <a:ext cx="11703669" cy="10221582"/>
            <a:chOff x="-896231" y="-2525369"/>
            <a:chExt cx="11703669" cy="10221582"/>
          </a:xfrm>
        </p:grpSpPr>
        <p:grpSp>
          <p:nvGrpSpPr>
            <p:cNvPr id="826" name="Google Shape;826;p97"/>
            <p:cNvGrpSpPr/>
            <p:nvPr/>
          </p:nvGrpSpPr>
          <p:grpSpPr>
            <a:xfrm flipH="1" rot="-10539848">
              <a:off x="6108563" y="4049074"/>
              <a:ext cx="4573901" cy="3479217"/>
              <a:chOff x="1522650" y="1117750"/>
              <a:chExt cx="4574075" cy="3479350"/>
            </a:xfrm>
          </p:grpSpPr>
          <p:sp>
            <p:nvSpPr>
              <p:cNvPr id="827" name="Google Shape;827;p9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9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9" name="Google Shape;829;p97"/>
            <p:cNvGrpSpPr/>
            <p:nvPr/>
          </p:nvGrpSpPr>
          <p:grpSpPr>
            <a:xfrm>
              <a:off x="-896231" y="-2525369"/>
              <a:ext cx="4573618" cy="3479002"/>
              <a:chOff x="1522650" y="1117750"/>
              <a:chExt cx="4574075" cy="3479350"/>
            </a:xfrm>
          </p:grpSpPr>
          <p:sp>
            <p:nvSpPr>
              <p:cNvPr id="830" name="Google Shape;830;p9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9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2" name="Shape 832"/>
        <p:cNvGrpSpPr/>
        <p:nvPr/>
      </p:nvGrpSpPr>
      <p:grpSpPr>
        <a:xfrm>
          <a:off x="0" y="0"/>
          <a:ext cx="0" cy="0"/>
          <a:chOff x="0" y="0"/>
          <a:chExt cx="0" cy="0"/>
        </a:xfrm>
      </p:grpSpPr>
      <p:sp>
        <p:nvSpPr>
          <p:cNvPr id="833" name="Google Shape;833;p98"/>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34" name="Google Shape;834;p98"/>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835" name="Google Shape;835;p9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6" name="Shape 836"/>
        <p:cNvGrpSpPr/>
        <p:nvPr/>
      </p:nvGrpSpPr>
      <p:grpSpPr>
        <a:xfrm>
          <a:off x="0" y="0"/>
          <a:ext cx="0" cy="0"/>
          <a:chOff x="0" y="0"/>
          <a:chExt cx="0" cy="0"/>
        </a:xfrm>
      </p:grpSpPr>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37" name="Shape 837"/>
        <p:cNvGrpSpPr/>
        <p:nvPr/>
      </p:nvGrpSpPr>
      <p:grpSpPr>
        <a:xfrm>
          <a:off x="0" y="0"/>
          <a:ext cx="0" cy="0"/>
          <a:chOff x="0" y="0"/>
          <a:chExt cx="0" cy="0"/>
        </a:xfrm>
      </p:grpSpPr>
      <p:sp>
        <p:nvSpPr>
          <p:cNvPr id="838" name="Google Shape;838;p10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9" name="Google Shape;839;p100"/>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0" name="Google Shape;840;p100"/>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1" name="Google Shape;841;p100"/>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2" name="Google Shape;842;p100"/>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3" name="Google Shape;843;p100"/>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4" name="Google Shape;844;p100"/>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5" name="Google Shape;845;p100"/>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6" name="Google Shape;846;p100"/>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7" name="Google Shape;847;p100"/>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8" name="Google Shape;848;p100"/>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9" name="Google Shape;849;p100"/>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0" name="Google Shape;850;p100"/>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851" name="Google Shape;851;p100"/>
          <p:cNvGrpSpPr/>
          <p:nvPr/>
        </p:nvGrpSpPr>
        <p:grpSpPr>
          <a:xfrm>
            <a:off x="0" y="4"/>
            <a:ext cx="9144005" cy="5143496"/>
            <a:chOff x="0" y="4"/>
            <a:chExt cx="9144005" cy="5143496"/>
          </a:xfrm>
        </p:grpSpPr>
        <p:pic>
          <p:nvPicPr>
            <p:cNvPr id="852" name="Google Shape;852;p10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53" name="Google Shape;853;p10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54" name="Google Shape;854;p100"/>
          <p:cNvGrpSpPr/>
          <p:nvPr/>
        </p:nvGrpSpPr>
        <p:grpSpPr>
          <a:xfrm flipH="1" rot="-10539848">
            <a:off x="6108563" y="4049074"/>
            <a:ext cx="4573901" cy="3479217"/>
            <a:chOff x="1522650" y="1117750"/>
            <a:chExt cx="4574075" cy="3479350"/>
          </a:xfrm>
        </p:grpSpPr>
        <p:sp>
          <p:nvSpPr>
            <p:cNvPr id="855" name="Google Shape;855;p10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0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57" name="Shape 857"/>
        <p:cNvGrpSpPr/>
        <p:nvPr/>
      </p:nvGrpSpPr>
      <p:grpSpPr>
        <a:xfrm>
          <a:off x="0" y="0"/>
          <a:ext cx="0" cy="0"/>
          <a:chOff x="0" y="0"/>
          <a:chExt cx="0" cy="0"/>
        </a:xfrm>
      </p:grpSpPr>
      <p:grpSp>
        <p:nvGrpSpPr>
          <p:cNvPr id="858" name="Google Shape;858;p101"/>
          <p:cNvGrpSpPr/>
          <p:nvPr/>
        </p:nvGrpSpPr>
        <p:grpSpPr>
          <a:xfrm>
            <a:off x="0" y="0"/>
            <a:ext cx="9144001" cy="5143500"/>
            <a:chOff x="0" y="0"/>
            <a:chExt cx="9144001" cy="5143500"/>
          </a:xfrm>
        </p:grpSpPr>
        <p:pic>
          <p:nvPicPr>
            <p:cNvPr id="859" name="Google Shape;859;p10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60" name="Google Shape;860;p10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861" name="Google Shape;861;p101"/>
          <p:cNvGrpSpPr/>
          <p:nvPr/>
        </p:nvGrpSpPr>
        <p:grpSpPr>
          <a:xfrm rot="10800000">
            <a:off x="6704226" y="3811697"/>
            <a:ext cx="4574075" cy="3479350"/>
            <a:chOff x="1522650" y="1117750"/>
            <a:chExt cx="4574075" cy="3479350"/>
          </a:xfrm>
        </p:grpSpPr>
        <p:sp>
          <p:nvSpPr>
            <p:cNvPr id="862" name="Google Shape;862;p10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0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4" name="Google Shape;864;p10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865" name="Shape 865"/>
        <p:cNvGrpSpPr/>
        <p:nvPr/>
      </p:nvGrpSpPr>
      <p:grpSpPr>
        <a:xfrm>
          <a:off x="0" y="0"/>
          <a:ext cx="0" cy="0"/>
          <a:chOff x="0" y="0"/>
          <a:chExt cx="0" cy="0"/>
        </a:xfrm>
      </p:grpSpPr>
      <p:grpSp>
        <p:nvGrpSpPr>
          <p:cNvPr id="866" name="Google Shape;866;p102"/>
          <p:cNvGrpSpPr/>
          <p:nvPr/>
        </p:nvGrpSpPr>
        <p:grpSpPr>
          <a:xfrm>
            <a:off x="0" y="4"/>
            <a:ext cx="9144005" cy="5143496"/>
            <a:chOff x="0" y="4"/>
            <a:chExt cx="9144005" cy="5143496"/>
          </a:xfrm>
        </p:grpSpPr>
        <p:pic>
          <p:nvPicPr>
            <p:cNvPr id="867" name="Google Shape;867;p10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68" name="Google Shape;868;p10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69" name="Google Shape;869;p102"/>
          <p:cNvGrpSpPr/>
          <p:nvPr/>
        </p:nvGrpSpPr>
        <p:grpSpPr>
          <a:xfrm flipH="1" rot="-10539848">
            <a:off x="6108563" y="4049074"/>
            <a:ext cx="4573901" cy="3479217"/>
            <a:chOff x="1522650" y="1117750"/>
            <a:chExt cx="4574075" cy="3479350"/>
          </a:xfrm>
        </p:grpSpPr>
        <p:sp>
          <p:nvSpPr>
            <p:cNvPr id="870" name="Google Shape;870;p10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0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2" name="Google Shape;872;p102"/>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73" name="Google Shape;873;p102"/>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874" name="Shape 874"/>
        <p:cNvGrpSpPr/>
        <p:nvPr/>
      </p:nvGrpSpPr>
      <p:grpSpPr>
        <a:xfrm>
          <a:off x="0" y="0"/>
          <a:ext cx="0" cy="0"/>
          <a:chOff x="0" y="0"/>
          <a:chExt cx="0" cy="0"/>
        </a:xfrm>
      </p:grpSpPr>
      <p:grpSp>
        <p:nvGrpSpPr>
          <p:cNvPr id="875" name="Google Shape;875;p103"/>
          <p:cNvGrpSpPr/>
          <p:nvPr/>
        </p:nvGrpSpPr>
        <p:grpSpPr>
          <a:xfrm>
            <a:off x="0" y="0"/>
            <a:ext cx="9144001" cy="5143500"/>
            <a:chOff x="0" y="0"/>
            <a:chExt cx="9144001" cy="5143500"/>
          </a:xfrm>
        </p:grpSpPr>
        <p:pic>
          <p:nvPicPr>
            <p:cNvPr id="876" name="Google Shape;876;p10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77" name="Google Shape;877;p10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878" name="Google Shape;878;p103"/>
          <p:cNvGrpSpPr/>
          <p:nvPr/>
        </p:nvGrpSpPr>
        <p:grpSpPr>
          <a:xfrm rot="10800000">
            <a:off x="6704226" y="3811697"/>
            <a:ext cx="4574075" cy="3479350"/>
            <a:chOff x="1522650" y="1117750"/>
            <a:chExt cx="4574075" cy="3479350"/>
          </a:xfrm>
        </p:grpSpPr>
        <p:sp>
          <p:nvSpPr>
            <p:cNvPr id="879" name="Google Shape;879;p10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0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1" name="Google Shape;881;p103"/>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2" name="Google Shape;882;p103"/>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83" name="Google Shape;883;p103"/>
          <p:cNvSpPr/>
          <p:nvPr>
            <p:ph idx="2" type="pic"/>
          </p:nvPr>
        </p:nvSpPr>
        <p:spPr>
          <a:xfrm>
            <a:off x="5588500" y="539500"/>
            <a:ext cx="2801100" cy="4064700"/>
          </a:xfrm>
          <a:prstGeom prst="roundRect">
            <a:avLst>
              <a:gd fmla="val 16667" name="adj"/>
            </a:avLst>
          </a:prstGeom>
          <a:noFill/>
          <a:ln>
            <a:noFill/>
          </a:ln>
        </p:spPr>
      </p:sp>
      <p:sp>
        <p:nvSpPr>
          <p:cNvPr id="884" name="Google Shape;884;p103"/>
          <p:cNvSpPr/>
          <p:nvPr>
            <p:ph idx="3" type="pic"/>
          </p:nvPr>
        </p:nvSpPr>
        <p:spPr>
          <a:xfrm>
            <a:off x="3171450" y="539500"/>
            <a:ext cx="2304300" cy="2285700"/>
          </a:xfrm>
          <a:prstGeom prst="roundRect">
            <a:avLst>
              <a:gd fmla="val 16667" name="adj"/>
            </a:avLst>
          </a:prstGeom>
          <a:noFill/>
          <a:ln>
            <a:noFill/>
          </a:ln>
        </p:spPr>
      </p:sp>
      <p:sp>
        <p:nvSpPr>
          <p:cNvPr id="885" name="Google Shape;885;p103"/>
          <p:cNvSpPr/>
          <p:nvPr>
            <p:ph idx="4" type="pic"/>
          </p:nvPr>
        </p:nvSpPr>
        <p:spPr>
          <a:xfrm>
            <a:off x="3171450" y="2953775"/>
            <a:ext cx="2304300" cy="1650300"/>
          </a:xfrm>
          <a:prstGeom prst="roundRect">
            <a:avLst>
              <a:gd fmla="val 16667" name="adj"/>
            </a:avLst>
          </a:prstGeom>
          <a:noFill/>
          <a:ln>
            <a:noFill/>
          </a:ln>
        </p:spPr>
      </p:sp>
      <p:sp>
        <p:nvSpPr>
          <p:cNvPr id="886" name="Google Shape;886;p103"/>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887" name="Shape 887"/>
        <p:cNvGrpSpPr/>
        <p:nvPr/>
      </p:nvGrpSpPr>
      <p:grpSpPr>
        <a:xfrm>
          <a:off x="0" y="0"/>
          <a:ext cx="0" cy="0"/>
          <a:chOff x="0" y="0"/>
          <a:chExt cx="0" cy="0"/>
        </a:xfrm>
      </p:grpSpPr>
      <p:grpSp>
        <p:nvGrpSpPr>
          <p:cNvPr id="888" name="Google Shape;888;p104"/>
          <p:cNvGrpSpPr/>
          <p:nvPr/>
        </p:nvGrpSpPr>
        <p:grpSpPr>
          <a:xfrm>
            <a:off x="0" y="4"/>
            <a:ext cx="9144005" cy="5143496"/>
            <a:chOff x="0" y="4"/>
            <a:chExt cx="9144005" cy="5143496"/>
          </a:xfrm>
        </p:grpSpPr>
        <p:pic>
          <p:nvPicPr>
            <p:cNvPr id="889" name="Google Shape;889;p10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90" name="Google Shape;890;p10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91" name="Google Shape;891;p104"/>
          <p:cNvGrpSpPr/>
          <p:nvPr/>
        </p:nvGrpSpPr>
        <p:grpSpPr>
          <a:xfrm flipH="1" rot="-10539848">
            <a:off x="6108563" y="4049074"/>
            <a:ext cx="4573901" cy="3479217"/>
            <a:chOff x="1522650" y="1117750"/>
            <a:chExt cx="4574075" cy="3479350"/>
          </a:xfrm>
        </p:grpSpPr>
        <p:sp>
          <p:nvSpPr>
            <p:cNvPr id="892" name="Google Shape;892;p10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0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4" name="Google Shape;894;p10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5" name="Google Shape;895;p104"/>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896" name="Shape 896"/>
        <p:cNvGrpSpPr/>
        <p:nvPr/>
      </p:nvGrpSpPr>
      <p:grpSpPr>
        <a:xfrm>
          <a:off x="0" y="0"/>
          <a:ext cx="0" cy="0"/>
          <a:chOff x="0" y="0"/>
          <a:chExt cx="0" cy="0"/>
        </a:xfrm>
      </p:grpSpPr>
      <p:grpSp>
        <p:nvGrpSpPr>
          <p:cNvPr id="897" name="Google Shape;897;p105"/>
          <p:cNvGrpSpPr/>
          <p:nvPr/>
        </p:nvGrpSpPr>
        <p:grpSpPr>
          <a:xfrm>
            <a:off x="0" y="0"/>
            <a:ext cx="9144001" cy="5143500"/>
            <a:chOff x="0" y="0"/>
            <a:chExt cx="9144001" cy="5143500"/>
          </a:xfrm>
        </p:grpSpPr>
        <p:pic>
          <p:nvPicPr>
            <p:cNvPr id="898" name="Google Shape;898;p10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99" name="Google Shape;899;p10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00" name="Google Shape;900;p105"/>
          <p:cNvGrpSpPr/>
          <p:nvPr/>
        </p:nvGrpSpPr>
        <p:grpSpPr>
          <a:xfrm rot="10800000">
            <a:off x="6704226" y="3811697"/>
            <a:ext cx="4574075" cy="3479350"/>
            <a:chOff x="1522650" y="1117750"/>
            <a:chExt cx="4574075" cy="3479350"/>
          </a:xfrm>
        </p:grpSpPr>
        <p:sp>
          <p:nvSpPr>
            <p:cNvPr id="901" name="Google Shape;901;p10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0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3" name="Google Shape;903;p105"/>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904" name="Google Shape;904;p10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05" name="Shape 905"/>
        <p:cNvGrpSpPr/>
        <p:nvPr/>
      </p:nvGrpSpPr>
      <p:grpSpPr>
        <a:xfrm>
          <a:off x="0" y="0"/>
          <a:ext cx="0" cy="0"/>
          <a:chOff x="0" y="0"/>
          <a:chExt cx="0" cy="0"/>
        </a:xfrm>
      </p:grpSpPr>
      <p:grpSp>
        <p:nvGrpSpPr>
          <p:cNvPr id="906" name="Google Shape;906;p106"/>
          <p:cNvGrpSpPr/>
          <p:nvPr/>
        </p:nvGrpSpPr>
        <p:grpSpPr>
          <a:xfrm>
            <a:off x="0" y="0"/>
            <a:ext cx="9144001" cy="5143500"/>
            <a:chOff x="0" y="0"/>
            <a:chExt cx="9144001" cy="5143500"/>
          </a:xfrm>
        </p:grpSpPr>
        <p:pic>
          <p:nvPicPr>
            <p:cNvPr id="907" name="Google Shape;907;p10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08" name="Google Shape;908;p10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09" name="Google Shape;909;p106"/>
          <p:cNvGrpSpPr/>
          <p:nvPr/>
        </p:nvGrpSpPr>
        <p:grpSpPr>
          <a:xfrm rot="10800000">
            <a:off x="6704226" y="3811697"/>
            <a:ext cx="4574075" cy="3479350"/>
            <a:chOff x="1522650" y="1117750"/>
            <a:chExt cx="4574075" cy="3479350"/>
          </a:xfrm>
        </p:grpSpPr>
        <p:sp>
          <p:nvSpPr>
            <p:cNvPr id="910" name="Google Shape;910;p10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0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2" name="Google Shape;912;p10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13" name="Google Shape;913;p106"/>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4" name="Google Shape;914;p106"/>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5" name="Google Shape;915;p106"/>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6" name="Google Shape;916;p106"/>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7" name="Google Shape;917;p106"/>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8" name="Google Shape;918;p106"/>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19" name="Shape 919"/>
        <p:cNvGrpSpPr/>
        <p:nvPr/>
      </p:nvGrpSpPr>
      <p:grpSpPr>
        <a:xfrm>
          <a:off x="0" y="0"/>
          <a:ext cx="0" cy="0"/>
          <a:chOff x="0" y="0"/>
          <a:chExt cx="0" cy="0"/>
        </a:xfrm>
      </p:grpSpPr>
      <p:grpSp>
        <p:nvGrpSpPr>
          <p:cNvPr id="920" name="Google Shape;920;p107"/>
          <p:cNvGrpSpPr/>
          <p:nvPr/>
        </p:nvGrpSpPr>
        <p:grpSpPr>
          <a:xfrm>
            <a:off x="0" y="4"/>
            <a:ext cx="9144005" cy="5143496"/>
            <a:chOff x="0" y="4"/>
            <a:chExt cx="9144005" cy="5143496"/>
          </a:xfrm>
        </p:grpSpPr>
        <p:pic>
          <p:nvPicPr>
            <p:cNvPr id="921" name="Google Shape;921;p10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922" name="Google Shape;922;p10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923" name="Google Shape;923;p107"/>
          <p:cNvGrpSpPr/>
          <p:nvPr/>
        </p:nvGrpSpPr>
        <p:grpSpPr>
          <a:xfrm flipH="1" rot="-10539848">
            <a:off x="6108563" y="4049074"/>
            <a:ext cx="4573901" cy="3479217"/>
            <a:chOff x="1522650" y="1117750"/>
            <a:chExt cx="4574075" cy="3479350"/>
          </a:xfrm>
        </p:grpSpPr>
        <p:sp>
          <p:nvSpPr>
            <p:cNvPr id="924" name="Google Shape;924;p10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0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6" name="Google Shape;926;p10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27" name="Google Shape;927;p107"/>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28" name="Google Shape;928;p107"/>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29" name="Google Shape;929;p107"/>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0" name="Google Shape;930;p107"/>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1" name="Google Shape;931;p107"/>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2" name="Google Shape;932;p107"/>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3" name="Google Shape;933;p107"/>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4" name="Google Shape;934;p107"/>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35" name="Shape 935"/>
        <p:cNvGrpSpPr/>
        <p:nvPr/>
      </p:nvGrpSpPr>
      <p:grpSpPr>
        <a:xfrm>
          <a:off x="0" y="0"/>
          <a:ext cx="0" cy="0"/>
          <a:chOff x="0" y="0"/>
          <a:chExt cx="0" cy="0"/>
        </a:xfrm>
      </p:grpSpPr>
      <p:grpSp>
        <p:nvGrpSpPr>
          <p:cNvPr id="936" name="Google Shape;936;p108"/>
          <p:cNvGrpSpPr/>
          <p:nvPr/>
        </p:nvGrpSpPr>
        <p:grpSpPr>
          <a:xfrm>
            <a:off x="0" y="0"/>
            <a:ext cx="9144001" cy="5143500"/>
            <a:chOff x="0" y="0"/>
            <a:chExt cx="9144001" cy="5143500"/>
          </a:xfrm>
        </p:grpSpPr>
        <p:pic>
          <p:nvPicPr>
            <p:cNvPr id="937" name="Google Shape;937;p10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38" name="Google Shape;938;p10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39" name="Google Shape;939;p108"/>
          <p:cNvGrpSpPr/>
          <p:nvPr/>
        </p:nvGrpSpPr>
        <p:grpSpPr>
          <a:xfrm rot="10800000">
            <a:off x="6704226" y="3811697"/>
            <a:ext cx="4574075" cy="3479350"/>
            <a:chOff x="1522650" y="1117750"/>
            <a:chExt cx="4574075" cy="3479350"/>
          </a:xfrm>
        </p:grpSpPr>
        <p:sp>
          <p:nvSpPr>
            <p:cNvPr id="940" name="Google Shape;940;p10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0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2" name="Google Shape;942;p10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3" name="Google Shape;943;p108"/>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4" name="Google Shape;944;p108"/>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5" name="Google Shape;945;p108"/>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6" name="Google Shape;946;p108"/>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7" name="Google Shape;947;p108"/>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8" name="Google Shape;948;p108"/>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9" name="Google Shape;949;p108"/>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0" name="Google Shape;950;p108"/>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1" name="Google Shape;951;p108"/>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2" name="Google Shape;952;p108"/>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3" name="Google Shape;953;p108"/>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4" name="Google Shape;954;p108"/>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955" name="Shape 955"/>
        <p:cNvGrpSpPr/>
        <p:nvPr/>
      </p:nvGrpSpPr>
      <p:grpSpPr>
        <a:xfrm>
          <a:off x="0" y="0"/>
          <a:ext cx="0" cy="0"/>
          <a:chOff x="0" y="0"/>
          <a:chExt cx="0" cy="0"/>
        </a:xfrm>
      </p:grpSpPr>
      <p:sp>
        <p:nvSpPr>
          <p:cNvPr id="956" name="Google Shape;956;p109"/>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57" name="Google Shape;957;p109"/>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958" name="Google Shape;958;p109"/>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59" name="Google Shape;959;p109"/>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960" name="Google Shape;960;p109"/>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61" name="Google Shape;961;p109"/>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962" name="Google Shape;962;p109"/>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63" name="Shape 963"/>
        <p:cNvGrpSpPr/>
        <p:nvPr/>
      </p:nvGrpSpPr>
      <p:grpSpPr>
        <a:xfrm>
          <a:off x="0" y="0"/>
          <a:ext cx="0" cy="0"/>
          <a:chOff x="0" y="0"/>
          <a:chExt cx="0" cy="0"/>
        </a:xfrm>
      </p:grpSpPr>
      <p:sp>
        <p:nvSpPr>
          <p:cNvPr id="964" name="Google Shape;964;p110"/>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65" name="Google Shape;965;p110"/>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966" name="Google Shape;966;p110"/>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967" name="Google Shape;967;p110"/>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68" name="Shape 968"/>
        <p:cNvGrpSpPr/>
        <p:nvPr/>
      </p:nvGrpSpPr>
      <p:grpSpPr>
        <a:xfrm>
          <a:off x="0" y="0"/>
          <a:ext cx="0" cy="0"/>
          <a:chOff x="0" y="0"/>
          <a:chExt cx="0" cy="0"/>
        </a:xfrm>
      </p:grpSpPr>
      <p:grpSp>
        <p:nvGrpSpPr>
          <p:cNvPr id="969" name="Google Shape;969;p111"/>
          <p:cNvGrpSpPr/>
          <p:nvPr/>
        </p:nvGrpSpPr>
        <p:grpSpPr>
          <a:xfrm>
            <a:off x="0" y="0"/>
            <a:ext cx="9144001" cy="5143500"/>
            <a:chOff x="0" y="0"/>
            <a:chExt cx="9144001" cy="5143500"/>
          </a:xfrm>
        </p:grpSpPr>
        <p:pic>
          <p:nvPicPr>
            <p:cNvPr id="970" name="Google Shape;970;p11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971" name="Google Shape;971;p111"/>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972" name="Google Shape;972;p111"/>
          <p:cNvGrpSpPr/>
          <p:nvPr/>
        </p:nvGrpSpPr>
        <p:grpSpPr>
          <a:xfrm rot="756538">
            <a:off x="-1069834" y="-1842572"/>
            <a:ext cx="4574157" cy="3479412"/>
            <a:chOff x="1522650" y="1117750"/>
            <a:chExt cx="4574075" cy="3479350"/>
          </a:xfrm>
        </p:grpSpPr>
        <p:sp>
          <p:nvSpPr>
            <p:cNvPr id="973" name="Google Shape;973;p11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1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75" name="Shape 975"/>
        <p:cNvGrpSpPr/>
        <p:nvPr/>
      </p:nvGrpSpPr>
      <p:grpSpPr>
        <a:xfrm>
          <a:off x="0" y="0"/>
          <a:ext cx="0" cy="0"/>
          <a:chOff x="0" y="0"/>
          <a:chExt cx="0" cy="0"/>
        </a:xfrm>
      </p:grpSpPr>
      <p:grpSp>
        <p:nvGrpSpPr>
          <p:cNvPr id="976" name="Google Shape;976;p112"/>
          <p:cNvGrpSpPr/>
          <p:nvPr/>
        </p:nvGrpSpPr>
        <p:grpSpPr>
          <a:xfrm>
            <a:off x="0" y="0"/>
            <a:ext cx="9144001" cy="5143500"/>
            <a:chOff x="0" y="0"/>
            <a:chExt cx="9144001" cy="5143500"/>
          </a:xfrm>
        </p:grpSpPr>
        <p:pic>
          <p:nvPicPr>
            <p:cNvPr id="977" name="Google Shape;977;p11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78" name="Google Shape;978;p11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79" name="Google Shape;979;p112"/>
          <p:cNvGrpSpPr/>
          <p:nvPr/>
        </p:nvGrpSpPr>
        <p:grpSpPr>
          <a:xfrm>
            <a:off x="-1845124" y="-2180828"/>
            <a:ext cx="12652562" cy="9877041"/>
            <a:chOff x="-1845124" y="-2180828"/>
            <a:chExt cx="12652562" cy="9877041"/>
          </a:xfrm>
        </p:grpSpPr>
        <p:grpSp>
          <p:nvGrpSpPr>
            <p:cNvPr id="980" name="Google Shape;980;p112"/>
            <p:cNvGrpSpPr/>
            <p:nvPr/>
          </p:nvGrpSpPr>
          <p:grpSpPr>
            <a:xfrm>
              <a:off x="-1845124" y="-2180828"/>
              <a:ext cx="4574075" cy="3479350"/>
              <a:chOff x="1522650" y="1117750"/>
              <a:chExt cx="4574075" cy="3479350"/>
            </a:xfrm>
          </p:grpSpPr>
          <p:sp>
            <p:nvSpPr>
              <p:cNvPr id="981" name="Google Shape;981;p11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1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3" name="Google Shape;983;p112"/>
            <p:cNvGrpSpPr/>
            <p:nvPr/>
          </p:nvGrpSpPr>
          <p:grpSpPr>
            <a:xfrm flipH="1" rot="-10539848">
              <a:off x="6108563" y="4049074"/>
              <a:ext cx="4573901" cy="3479217"/>
              <a:chOff x="1522650" y="1117750"/>
              <a:chExt cx="4574075" cy="3479350"/>
            </a:xfrm>
          </p:grpSpPr>
          <p:sp>
            <p:nvSpPr>
              <p:cNvPr id="984" name="Google Shape;984;p11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 and body (h6e5cb4dda1302889_22_0)">
    <p:spTree>
      <p:nvGrpSpPr>
        <p:cNvPr id="986" name="Shape 986"/>
        <p:cNvGrpSpPr/>
        <p:nvPr/>
      </p:nvGrpSpPr>
      <p:grpSpPr>
        <a:xfrm>
          <a:off x="0" y="0"/>
          <a:ext cx="0" cy="0"/>
          <a:chOff x="0" y="0"/>
          <a:chExt cx="0" cy="0"/>
        </a:xfrm>
      </p:grpSpPr>
      <p:sp>
        <p:nvSpPr>
          <p:cNvPr id="987" name="Google Shape;987;p1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88" name="Google Shape;988;p113"/>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2" name="Shape 992"/>
        <p:cNvGrpSpPr/>
        <p:nvPr/>
      </p:nvGrpSpPr>
      <p:grpSpPr>
        <a:xfrm>
          <a:off x="0" y="0"/>
          <a:ext cx="0" cy="0"/>
          <a:chOff x="0" y="0"/>
          <a:chExt cx="0" cy="0"/>
        </a:xfrm>
      </p:grpSpPr>
      <p:grpSp>
        <p:nvGrpSpPr>
          <p:cNvPr id="993" name="Google Shape;993;p115"/>
          <p:cNvGrpSpPr/>
          <p:nvPr/>
        </p:nvGrpSpPr>
        <p:grpSpPr>
          <a:xfrm>
            <a:off x="0" y="0"/>
            <a:ext cx="9144001" cy="5143500"/>
            <a:chOff x="0" y="0"/>
            <a:chExt cx="9144001" cy="5143500"/>
          </a:xfrm>
        </p:grpSpPr>
        <p:pic>
          <p:nvPicPr>
            <p:cNvPr id="994" name="Google Shape;994;p11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95" name="Google Shape;995;p11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996" name="Google Shape;996;p1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97" name="Google Shape;997;p115"/>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998" name="Google Shape;998;p115"/>
          <p:cNvGrpSpPr/>
          <p:nvPr/>
        </p:nvGrpSpPr>
        <p:grpSpPr>
          <a:xfrm rot="10800000">
            <a:off x="6704226" y="3811697"/>
            <a:ext cx="4574075" cy="3479350"/>
            <a:chOff x="1522650" y="1117750"/>
            <a:chExt cx="4574075" cy="3479350"/>
          </a:xfrm>
        </p:grpSpPr>
        <p:sp>
          <p:nvSpPr>
            <p:cNvPr id="999" name="Google Shape;999;p11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1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1" name="Shape 1001"/>
        <p:cNvGrpSpPr/>
        <p:nvPr/>
      </p:nvGrpSpPr>
      <p:grpSpPr>
        <a:xfrm>
          <a:off x="0" y="0"/>
          <a:ext cx="0" cy="0"/>
          <a:chOff x="0" y="0"/>
          <a:chExt cx="0" cy="0"/>
        </a:xfrm>
      </p:grpSpPr>
      <p:sp>
        <p:nvSpPr>
          <p:cNvPr id="1002" name="Google Shape;1002;p1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003" name="Google Shape;1003;p116"/>
          <p:cNvGrpSpPr/>
          <p:nvPr/>
        </p:nvGrpSpPr>
        <p:grpSpPr>
          <a:xfrm>
            <a:off x="0" y="4"/>
            <a:ext cx="9144005" cy="5143496"/>
            <a:chOff x="0" y="4"/>
            <a:chExt cx="9144005" cy="5143496"/>
          </a:xfrm>
        </p:grpSpPr>
        <p:pic>
          <p:nvPicPr>
            <p:cNvPr id="1004" name="Google Shape;1004;p116"/>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05" name="Google Shape;1005;p116"/>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06" name="Google Shape;1006;p116"/>
          <p:cNvGrpSpPr/>
          <p:nvPr/>
        </p:nvGrpSpPr>
        <p:grpSpPr>
          <a:xfrm flipH="1" rot="-10539848">
            <a:off x="6108563" y="4049074"/>
            <a:ext cx="4573901" cy="3479217"/>
            <a:chOff x="1522650" y="1117750"/>
            <a:chExt cx="4574075" cy="3479350"/>
          </a:xfrm>
        </p:grpSpPr>
        <p:sp>
          <p:nvSpPr>
            <p:cNvPr id="1007" name="Google Shape;1007;p1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9" name="Shape 1009"/>
        <p:cNvGrpSpPr/>
        <p:nvPr/>
      </p:nvGrpSpPr>
      <p:grpSpPr>
        <a:xfrm>
          <a:off x="0" y="0"/>
          <a:ext cx="0" cy="0"/>
          <a:chOff x="0" y="0"/>
          <a:chExt cx="0" cy="0"/>
        </a:xfrm>
      </p:grpSpPr>
      <p:sp>
        <p:nvSpPr>
          <p:cNvPr id="1010" name="Google Shape;1010;p117"/>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11" name="Google Shape;1011;p117"/>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012" name="Google Shape;1012;p117"/>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3" name="Shape 1013"/>
        <p:cNvGrpSpPr/>
        <p:nvPr/>
      </p:nvGrpSpPr>
      <p:grpSpPr>
        <a:xfrm>
          <a:off x="0" y="0"/>
          <a:ext cx="0" cy="0"/>
          <a:chOff x="0" y="0"/>
          <a:chExt cx="0" cy="0"/>
        </a:xfrm>
      </p:grpSpPr>
      <p:sp>
        <p:nvSpPr>
          <p:cNvPr id="1014" name="Google Shape;1014;p118"/>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15" name="Google Shape;1015;p118"/>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1016" name="Google Shape;1016;p11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17" name="Shape 1017"/>
        <p:cNvGrpSpPr/>
        <p:nvPr/>
      </p:nvGrpSpPr>
      <p:grpSpPr>
        <a:xfrm>
          <a:off x="0" y="0"/>
          <a:ext cx="0" cy="0"/>
          <a:chOff x="0" y="0"/>
          <a:chExt cx="0" cy="0"/>
        </a:xfrm>
      </p:grpSpPr>
      <p:sp>
        <p:nvSpPr>
          <p:cNvPr id="1018" name="Google Shape;1018;p1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19" name="Google Shape;1019;p119"/>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20" name="Google Shape;1020;p119"/>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21" name="Google Shape;1021;p119"/>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22" name="Google Shape;1022;p119"/>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23" name="Google Shape;1023;p119"/>
          <p:cNvGrpSpPr/>
          <p:nvPr/>
        </p:nvGrpSpPr>
        <p:grpSpPr>
          <a:xfrm>
            <a:off x="0" y="4"/>
            <a:ext cx="9144005" cy="5143496"/>
            <a:chOff x="0" y="4"/>
            <a:chExt cx="9144005" cy="5143496"/>
          </a:xfrm>
        </p:grpSpPr>
        <p:pic>
          <p:nvPicPr>
            <p:cNvPr id="1024" name="Google Shape;1024;p119"/>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25" name="Google Shape;1025;p119"/>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26" name="Google Shape;1026;p119"/>
          <p:cNvGrpSpPr/>
          <p:nvPr/>
        </p:nvGrpSpPr>
        <p:grpSpPr>
          <a:xfrm flipH="1" rot="-10539848">
            <a:off x="6108563" y="4049074"/>
            <a:ext cx="4573901" cy="3479217"/>
            <a:chOff x="1522650" y="1117750"/>
            <a:chExt cx="4574075" cy="3479350"/>
          </a:xfrm>
        </p:grpSpPr>
        <p:sp>
          <p:nvSpPr>
            <p:cNvPr id="1027" name="Google Shape;1027;p1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9" name="Shape 1029"/>
        <p:cNvGrpSpPr/>
        <p:nvPr/>
      </p:nvGrpSpPr>
      <p:grpSpPr>
        <a:xfrm>
          <a:off x="0" y="0"/>
          <a:ext cx="0" cy="0"/>
          <a:chOff x="0" y="0"/>
          <a:chExt cx="0" cy="0"/>
        </a:xfrm>
      </p:grpSpPr>
      <p:sp>
        <p:nvSpPr>
          <p:cNvPr id="1030" name="Google Shape;1030;p120"/>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31" name="Google Shape;1031;p120"/>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032" name="Google Shape;1032;p120"/>
          <p:cNvSpPr/>
          <p:nvPr>
            <p:ph idx="2" type="pic"/>
          </p:nvPr>
        </p:nvSpPr>
        <p:spPr>
          <a:xfrm>
            <a:off x="5088475" y="770400"/>
            <a:ext cx="3081600" cy="3602700"/>
          </a:xfrm>
          <a:prstGeom prst="roundRect">
            <a:avLst>
              <a:gd fmla="val 16667" name="adj"/>
            </a:avLst>
          </a:prstGeom>
          <a:noFill/>
          <a:ln>
            <a:noFill/>
          </a:ln>
        </p:spPr>
      </p:sp>
      <p:grpSp>
        <p:nvGrpSpPr>
          <p:cNvPr id="1033" name="Google Shape;1033;p120"/>
          <p:cNvGrpSpPr/>
          <p:nvPr/>
        </p:nvGrpSpPr>
        <p:grpSpPr>
          <a:xfrm>
            <a:off x="0" y="0"/>
            <a:ext cx="9144001" cy="5143500"/>
            <a:chOff x="0" y="0"/>
            <a:chExt cx="9144001" cy="5143500"/>
          </a:xfrm>
        </p:grpSpPr>
        <p:pic>
          <p:nvPicPr>
            <p:cNvPr id="1034" name="Google Shape;1034;p12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035" name="Google Shape;1035;p12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036" name="Google Shape;1036;p120"/>
          <p:cNvGrpSpPr/>
          <p:nvPr/>
        </p:nvGrpSpPr>
        <p:grpSpPr>
          <a:xfrm rot="10800000">
            <a:off x="6704226" y="3811697"/>
            <a:ext cx="4574075" cy="3479350"/>
            <a:chOff x="1522650" y="1117750"/>
            <a:chExt cx="4574075" cy="3479350"/>
          </a:xfrm>
        </p:grpSpPr>
        <p:sp>
          <p:nvSpPr>
            <p:cNvPr id="1037" name="Google Shape;1037;p1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9" name="Shape 1039"/>
        <p:cNvGrpSpPr/>
        <p:nvPr/>
      </p:nvGrpSpPr>
      <p:grpSpPr>
        <a:xfrm>
          <a:off x="0" y="0"/>
          <a:ext cx="0" cy="0"/>
          <a:chOff x="0" y="0"/>
          <a:chExt cx="0" cy="0"/>
        </a:xfrm>
      </p:grpSpPr>
      <p:grpSp>
        <p:nvGrpSpPr>
          <p:cNvPr id="1040" name="Google Shape;1040;p121"/>
          <p:cNvGrpSpPr/>
          <p:nvPr/>
        </p:nvGrpSpPr>
        <p:grpSpPr>
          <a:xfrm>
            <a:off x="10" y="0"/>
            <a:ext cx="9143991" cy="5143500"/>
            <a:chOff x="10" y="0"/>
            <a:chExt cx="9143991" cy="5143500"/>
          </a:xfrm>
        </p:grpSpPr>
        <p:pic>
          <p:nvPicPr>
            <p:cNvPr id="1041" name="Google Shape;1041;p121"/>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1042" name="Google Shape;1042;p121"/>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1043" name="Google Shape;1043;p121"/>
          <p:cNvGrpSpPr/>
          <p:nvPr/>
        </p:nvGrpSpPr>
        <p:grpSpPr>
          <a:xfrm rot="756538">
            <a:off x="5159566" y="-1927047"/>
            <a:ext cx="4574157" cy="3479412"/>
            <a:chOff x="1522650" y="1117750"/>
            <a:chExt cx="4574075" cy="3479350"/>
          </a:xfrm>
        </p:grpSpPr>
        <p:sp>
          <p:nvSpPr>
            <p:cNvPr id="1044" name="Google Shape;1044;p1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6" name="Google Shape;1046;p121"/>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7" name="Shape 1047"/>
        <p:cNvGrpSpPr/>
        <p:nvPr/>
      </p:nvGrpSpPr>
      <p:grpSpPr>
        <a:xfrm>
          <a:off x="0" y="0"/>
          <a:ext cx="0" cy="0"/>
          <a:chOff x="0" y="0"/>
          <a:chExt cx="0" cy="0"/>
        </a:xfrm>
      </p:grpSpPr>
      <p:grpSp>
        <p:nvGrpSpPr>
          <p:cNvPr id="1048" name="Google Shape;1048;p122"/>
          <p:cNvGrpSpPr/>
          <p:nvPr/>
        </p:nvGrpSpPr>
        <p:grpSpPr>
          <a:xfrm rot="756538">
            <a:off x="-714809" y="-2409347"/>
            <a:ext cx="4574157" cy="3479412"/>
            <a:chOff x="1522650" y="1117750"/>
            <a:chExt cx="4574075" cy="3479350"/>
          </a:xfrm>
        </p:grpSpPr>
        <p:sp>
          <p:nvSpPr>
            <p:cNvPr id="1049" name="Google Shape;1049;p1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1" name="Google Shape;1051;p122"/>
          <p:cNvGrpSpPr/>
          <p:nvPr/>
        </p:nvGrpSpPr>
        <p:grpSpPr>
          <a:xfrm>
            <a:off x="0" y="0"/>
            <a:ext cx="9144001" cy="5143500"/>
            <a:chOff x="0" y="0"/>
            <a:chExt cx="9144001" cy="5143500"/>
          </a:xfrm>
        </p:grpSpPr>
        <p:pic>
          <p:nvPicPr>
            <p:cNvPr id="1052" name="Google Shape;1052;p122"/>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1053" name="Google Shape;1053;p122"/>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1054" name="Google Shape;1054;p122"/>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055" name="Google Shape;1055;p122"/>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6" name="Shape 1056"/>
        <p:cNvGrpSpPr/>
        <p:nvPr/>
      </p:nvGrpSpPr>
      <p:grpSpPr>
        <a:xfrm>
          <a:off x="0" y="0"/>
          <a:ext cx="0" cy="0"/>
          <a:chOff x="0" y="0"/>
          <a:chExt cx="0" cy="0"/>
        </a:xfrm>
      </p:grpSpPr>
      <p:sp>
        <p:nvSpPr>
          <p:cNvPr id="1057" name="Google Shape;1057;p123"/>
          <p:cNvSpPr/>
          <p:nvPr>
            <p:ph idx="2" type="pic"/>
          </p:nvPr>
        </p:nvSpPr>
        <p:spPr>
          <a:xfrm>
            <a:off x="0" y="0"/>
            <a:ext cx="9144000" cy="5143500"/>
          </a:xfrm>
          <a:prstGeom prst="rect">
            <a:avLst/>
          </a:prstGeom>
          <a:noFill/>
          <a:ln>
            <a:noFill/>
          </a:ln>
        </p:spPr>
      </p:sp>
      <p:sp>
        <p:nvSpPr>
          <p:cNvPr id="1058" name="Google Shape;1058;p123"/>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1059" name="Google Shape;1059;p123"/>
          <p:cNvGrpSpPr/>
          <p:nvPr/>
        </p:nvGrpSpPr>
        <p:grpSpPr>
          <a:xfrm>
            <a:off x="0" y="4"/>
            <a:ext cx="9144005" cy="5143496"/>
            <a:chOff x="0" y="4"/>
            <a:chExt cx="9144005" cy="5143496"/>
          </a:xfrm>
        </p:grpSpPr>
        <p:pic>
          <p:nvPicPr>
            <p:cNvPr id="1060" name="Google Shape;1060;p12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61" name="Google Shape;1061;p12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62" name="Google Shape;1062;p123"/>
          <p:cNvGrpSpPr/>
          <p:nvPr/>
        </p:nvGrpSpPr>
        <p:grpSpPr>
          <a:xfrm>
            <a:off x="-896231" y="-2525369"/>
            <a:ext cx="11703669" cy="10221582"/>
            <a:chOff x="-896231" y="-2525369"/>
            <a:chExt cx="11703669" cy="10221582"/>
          </a:xfrm>
        </p:grpSpPr>
        <p:grpSp>
          <p:nvGrpSpPr>
            <p:cNvPr id="1063" name="Google Shape;1063;p123"/>
            <p:cNvGrpSpPr/>
            <p:nvPr/>
          </p:nvGrpSpPr>
          <p:grpSpPr>
            <a:xfrm flipH="1" rot="-10539848">
              <a:off x="6108563" y="4049074"/>
              <a:ext cx="4573901" cy="3479217"/>
              <a:chOff x="1522650" y="1117750"/>
              <a:chExt cx="4574075" cy="3479350"/>
            </a:xfrm>
          </p:grpSpPr>
          <p:sp>
            <p:nvSpPr>
              <p:cNvPr id="1064" name="Google Shape;1064;p12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2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6" name="Google Shape;1066;p123"/>
            <p:cNvGrpSpPr/>
            <p:nvPr/>
          </p:nvGrpSpPr>
          <p:grpSpPr>
            <a:xfrm>
              <a:off x="-896231" y="-2525369"/>
              <a:ext cx="4573618" cy="3479002"/>
              <a:chOff x="1522650" y="1117750"/>
              <a:chExt cx="4574075" cy="3479350"/>
            </a:xfrm>
          </p:grpSpPr>
          <p:sp>
            <p:nvSpPr>
              <p:cNvPr id="1067" name="Google Shape;1067;p12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2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9" name="Shape 1069"/>
        <p:cNvGrpSpPr/>
        <p:nvPr/>
      </p:nvGrpSpPr>
      <p:grpSpPr>
        <a:xfrm>
          <a:off x="0" y="0"/>
          <a:ext cx="0" cy="0"/>
          <a:chOff x="0" y="0"/>
          <a:chExt cx="0" cy="0"/>
        </a:xfrm>
      </p:grpSpPr>
      <p:sp>
        <p:nvSpPr>
          <p:cNvPr id="1070" name="Google Shape;1070;p124"/>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071" name="Google Shape;1071;p124"/>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072" name="Google Shape;1072;p124"/>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3" name="Shape 1073"/>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74" name="Shape 1074"/>
        <p:cNvGrpSpPr/>
        <p:nvPr/>
      </p:nvGrpSpPr>
      <p:grpSpPr>
        <a:xfrm>
          <a:off x="0" y="0"/>
          <a:ext cx="0" cy="0"/>
          <a:chOff x="0" y="0"/>
          <a:chExt cx="0" cy="0"/>
        </a:xfrm>
      </p:grpSpPr>
      <p:sp>
        <p:nvSpPr>
          <p:cNvPr id="1075" name="Google Shape;1075;p1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76" name="Google Shape;1076;p126"/>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7" name="Google Shape;1077;p126"/>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8" name="Google Shape;1078;p126"/>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9" name="Google Shape;1079;p126"/>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0" name="Google Shape;1080;p126"/>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1" name="Google Shape;1081;p126"/>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2" name="Google Shape;1082;p126"/>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3" name="Google Shape;1083;p126"/>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4" name="Google Shape;1084;p126"/>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5" name="Google Shape;1085;p126"/>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6" name="Google Shape;1086;p126"/>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7" name="Google Shape;1087;p126"/>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88" name="Google Shape;1088;p126"/>
          <p:cNvGrpSpPr/>
          <p:nvPr/>
        </p:nvGrpSpPr>
        <p:grpSpPr>
          <a:xfrm>
            <a:off x="0" y="4"/>
            <a:ext cx="9144005" cy="5143496"/>
            <a:chOff x="0" y="4"/>
            <a:chExt cx="9144005" cy="5143496"/>
          </a:xfrm>
        </p:grpSpPr>
        <p:pic>
          <p:nvPicPr>
            <p:cNvPr id="1089" name="Google Shape;1089;p126"/>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90" name="Google Shape;1090;p126"/>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91" name="Google Shape;1091;p126"/>
          <p:cNvGrpSpPr/>
          <p:nvPr/>
        </p:nvGrpSpPr>
        <p:grpSpPr>
          <a:xfrm flipH="1" rot="-10539848">
            <a:off x="6108563" y="4049074"/>
            <a:ext cx="4573901" cy="3479217"/>
            <a:chOff x="1522650" y="1117750"/>
            <a:chExt cx="4574075" cy="3479350"/>
          </a:xfrm>
        </p:grpSpPr>
        <p:sp>
          <p:nvSpPr>
            <p:cNvPr id="1092" name="Google Shape;1092;p1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4" name="Shape 1094"/>
        <p:cNvGrpSpPr/>
        <p:nvPr/>
      </p:nvGrpSpPr>
      <p:grpSpPr>
        <a:xfrm>
          <a:off x="0" y="0"/>
          <a:ext cx="0" cy="0"/>
          <a:chOff x="0" y="0"/>
          <a:chExt cx="0" cy="0"/>
        </a:xfrm>
      </p:grpSpPr>
      <p:grpSp>
        <p:nvGrpSpPr>
          <p:cNvPr id="1095" name="Google Shape;1095;p127"/>
          <p:cNvGrpSpPr/>
          <p:nvPr/>
        </p:nvGrpSpPr>
        <p:grpSpPr>
          <a:xfrm>
            <a:off x="0" y="0"/>
            <a:ext cx="9144001" cy="5143500"/>
            <a:chOff x="0" y="0"/>
            <a:chExt cx="9144001" cy="5143500"/>
          </a:xfrm>
        </p:grpSpPr>
        <p:pic>
          <p:nvPicPr>
            <p:cNvPr id="1096" name="Google Shape;1096;p12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097" name="Google Shape;1097;p12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098" name="Google Shape;1098;p127"/>
          <p:cNvGrpSpPr/>
          <p:nvPr/>
        </p:nvGrpSpPr>
        <p:grpSpPr>
          <a:xfrm rot="10800000">
            <a:off x="6704226" y="3811697"/>
            <a:ext cx="4574075" cy="3479350"/>
            <a:chOff x="1522650" y="1117750"/>
            <a:chExt cx="4574075" cy="3479350"/>
          </a:xfrm>
        </p:grpSpPr>
        <p:sp>
          <p:nvSpPr>
            <p:cNvPr id="1099" name="Google Shape;1099;p1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1" name="Google Shape;1101;p1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102" name="Shape 1102"/>
        <p:cNvGrpSpPr/>
        <p:nvPr/>
      </p:nvGrpSpPr>
      <p:grpSpPr>
        <a:xfrm>
          <a:off x="0" y="0"/>
          <a:ext cx="0" cy="0"/>
          <a:chOff x="0" y="0"/>
          <a:chExt cx="0" cy="0"/>
        </a:xfrm>
      </p:grpSpPr>
      <p:grpSp>
        <p:nvGrpSpPr>
          <p:cNvPr id="1103" name="Google Shape;1103;p128"/>
          <p:cNvGrpSpPr/>
          <p:nvPr/>
        </p:nvGrpSpPr>
        <p:grpSpPr>
          <a:xfrm>
            <a:off x="0" y="4"/>
            <a:ext cx="9144005" cy="5143496"/>
            <a:chOff x="0" y="4"/>
            <a:chExt cx="9144005" cy="5143496"/>
          </a:xfrm>
        </p:grpSpPr>
        <p:pic>
          <p:nvPicPr>
            <p:cNvPr id="1104" name="Google Shape;1104;p12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05" name="Google Shape;1105;p12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06" name="Google Shape;1106;p128"/>
          <p:cNvGrpSpPr/>
          <p:nvPr/>
        </p:nvGrpSpPr>
        <p:grpSpPr>
          <a:xfrm flipH="1" rot="-10539848">
            <a:off x="6108563" y="4049074"/>
            <a:ext cx="4573901" cy="3479217"/>
            <a:chOff x="1522650" y="1117750"/>
            <a:chExt cx="4574075" cy="3479350"/>
          </a:xfrm>
        </p:grpSpPr>
        <p:sp>
          <p:nvSpPr>
            <p:cNvPr id="1107" name="Google Shape;1107;p1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9" name="Google Shape;1109;p128"/>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0" name="Google Shape;1110;p128"/>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111" name="Shape 1111"/>
        <p:cNvGrpSpPr/>
        <p:nvPr/>
      </p:nvGrpSpPr>
      <p:grpSpPr>
        <a:xfrm>
          <a:off x="0" y="0"/>
          <a:ext cx="0" cy="0"/>
          <a:chOff x="0" y="0"/>
          <a:chExt cx="0" cy="0"/>
        </a:xfrm>
      </p:grpSpPr>
      <p:grpSp>
        <p:nvGrpSpPr>
          <p:cNvPr id="1112" name="Google Shape;1112;p129"/>
          <p:cNvGrpSpPr/>
          <p:nvPr/>
        </p:nvGrpSpPr>
        <p:grpSpPr>
          <a:xfrm>
            <a:off x="0" y="0"/>
            <a:ext cx="9144001" cy="5143500"/>
            <a:chOff x="0" y="0"/>
            <a:chExt cx="9144001" cy="5143500"/>
          </a:xfrm>
        </p:grpSpPr>
        <p:pic>
          <p:nvPicPr>
            <p:cNvPr id="1113" name="Google Shape;1113;p12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14" name="Google Shape;1114;p12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15" name="Google Shape;1115;p129"/>
          <p:cNvGrpSpPr/>
          <p:nvPr/>
        </p:nvGrpSpPr>
        <p:grpSpPr>
          <a:xfrm rot="10800000">
            <a:off x="6704226" y="3811697"/>
            <a:ext cx="4574075" cy="3479350"/>
            <a:chOff x="1522650" y="1117750"/>
            <a:chExt cx="4574075" cy="3479350"/>
          </a:xfrm>
        </p:grpSpPr>
        <p:sp>
          <p:nvSpPr>
            <p:cNvPr id="1116" name="Google Shape;1116;p12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2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8" name="Google Shape;1118;p129"/>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9" name="Google Shape;1119;p129"/>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20" name="Google Shape;1120;p129"/>
          <p:cNvSpPr/>
          <p:nvPr>
            <p:ph idx="2" type="pic"/>
          </p:nvPr>
        </p:nvSpPr>
        <p:spPr>
          <a:xfrm>
            <a:off x="5588500" y="539500"/>
            <a:ext cx="2801100" cy="4064700"/>
          </a:xfrm>
          <a:prstGeom prst="roundRect">
            <a:avLst>
              <a:gd fmla="val 16667" name="adj"/>
            </a:avLst>
          </a:prstGeom>
          <a:noFill/>
          <a:ln>
            <a:noFill/>
          </a:ln>
        </p:spPr>
      </p:sp>
      <p:sp>
        <p:nvSpPr>
          <p:cNvPr id="1121" name="Google Shape;1121;p129"/>
          <p:cNvSpPr/>
          <p:nvPr>
            <p:ph idx="3" type="pic"/>
          </p:nvPr>
        </p:nvSpPr>
        <p:spPr>
          <a:xfrm>
            <a:off x="3171450" y="539500"/>
            <a:ext cx="2304300" cy="2285700"/>
          </a:xfrm>
          <a:prstGeom prst="roundRect">
            <a:avLst>
              <a:gd fmla="val 16667" name="adj"/>
            </a:avLst>
          </a:prstGeom>
          <a:noFill/>
          <a:ln>
            <a:noFill/>
          </a:ln>
        </p:spPr>
      </p:sp>
      <p:sp>
        <p:nvSpPr>
          <p:cNvPr id="1122" name="Google Shape;1122;p129"/>
          <p:cNvSpPr/>
          <p:nvPr>
            <p:ph idx="4" type="pic"/>
          </p:nvPr>
        </p:nvSpPr>
        <p:spPr>
          <a:xfrm>
            <a:off x="3171450" y="2953775"/>
            <a:ext cx="2304300" cy="1650300"/>
          </a:xfrm>
          <a:prstGeom prst="roundRect">
            <a:avLst>
              <a:gd fmla="val 16667" name="adj"/>
            </a:avLst>
          </a:prstGeom>
          <a:noFill/>
          <a:ln>
            <a:noFill/>
          </a:ln>
        </p:spPr>
      </p:sp>
      <p:sp>
        <p:nvSpPr>
          <p:cNvPr id="1123" name="Google Shape;1123;p129"/>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124" name="Shape 1124"/>
        <p:cNvGrpSpPr/>
        <p:nvPr/>
      </p:nvGrpSpPr>
      <p:grpSpPr>
        <a:xfrm>
          <a:off x="0" y="0"/>
          <a:ext cx="0" cy="0"/>
          <a:chOff x="0" y="0"/>
          <a:chExt cx="0" cy="0"/>
        </a:xfrm>
      </p:grpSpPr>
      <p:grpSp>
        <p:nvGrpSpPr>
          <p:cNvPr id="1125" name="Google Shape;1125;p130"/>
          <p:cNvGrpSpPr/>
          <p:nvPr/>
        </p:nvGrpSpPr>
        <p:grpSpPr>
          <a:xfrm>
            <a:off x="0" y="4"/>
            <a:ext cx="9144005" cy="5143496"/>
            <a:chOff x="0" y="4"/>
            <a:chExt cx="9144005" cy="5143496"/>
          </a:xfrm>
        </p:grpSpPr>
        <p:pic>
          <p:nvPicPr>
            <p:cNvPr id="1126" name="Google Shape;1126;p13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27" name="Google Shape;1127;p13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28" name="Google Shape;1128;p130"/>
          <p:cNvGrpSpPr/>
          <p:nvPr/>
        </p:nvGrpSpPr>
        <p:grpSpPr>
          <a:xfrm flipH="1" rot="-10539848">
            <a:off x="6108563" y="4049074"/>
            <a:ext cx="4573901" cy="3479217"/>
            <a:chOff x="1522650" y="1117750"/>
            <a:chExt cx="4574075" cy="3479350"/>
          </a:xfrm>
        </p:grpSpPr>
        <p:sp>
          <p:nvSpPr>
            <p:cNvPr id="1129" name="Google Shape;1129;p1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1" name="Google Shape;1131;p1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32" name="Google Shape;1132;p130"/>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133" name="Shape 1133"/>
        <p:cNvGrpSpPr/>
        <p:nvPr/>
      </p:nvGrpSpPr>
      <p:grpSpPr>
        <a:xfrm>
          <a:off x="0" y="0"/>
          <a:ext cx="0" cy="0"/>
          <a:chOff x="0" y="0"/>
          <a:chExt cx="0" cy="0"/>
        </a:xfrm>
      </p:grpSpPr>
      <p:grpSp>
        <p:nvGrpSpPr>
          <p:cNvPr id="1134" name="Google Shape;1134;p131"/>
          <p:cNvGrpSpPr/>
          <p:nvPr/>
        </p:nvGrpSpPr>
        <p:grpSpPr>
          <a:xfrm>
            <a:off x="0" y="0"/>
            <a:ext cx="9144001" cy="5143500"/>
            <a:chOff x="0" y="0"/>
            <a:chExt cx="9144001" cy="5143500"/>
          </a:xfrm>
        </p:grpSpPr>
        <p:pic>
          <p:nvPicPr>
            <p:cNvPr id="1135" name="Google Shape;1135;p13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36" name="Google Shape;1136;p13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37" name="Google Shape;1137;p131"/>
          <p:cNvGrpSpPr/>
          <p:nvPr/>
        </p:nvGrpSpPr>
        <p:grpSpPr>
          <a:xfrm rot="10800000">
            <a:off x="6704226" y="3811697"/>
            <a:ext cx="4574075" cy="3479350"/>
            <a:chOff x="1522650" y="1117750"/>
            <a:chExt cx="4574075" cy="3479350"/>
          </a:xfrm>
        </p:grpSpPr>
        <p:sp>
          <p:nvSpPr>
            <p:cNvPr id="1138" name="Google Shape;1138;p13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3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0" name="Google Shape;1140;p131"/>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1141" name="Google Shape;1141;p1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42" name="Shape 1142"/>
        <p:cNvGrpSpPr/>
        <p:nvPr/>
      </p:nvGrpSpPr>
      <p:grpSpPr>
        <a:xfrm>
          <a:off x="0" y="0"/>
          <a:ext cx="0" cy="0"/>
          <a:chOff x="0" y="0"/>
          <a:chExt cx="0" cy="0"/>
        </a:xfrm>
      </p:grpSpPr>
      <p:grpSp>
        <p:nvGrpSpPr>
          <p:cNvPr id="1143" name="Google Shape;1143;p132"/>
          <p:cNvGrpSpPr/>
          <p:nvPr/>
        </p:nvGrpSpPr>
        <p:grpSpPr>
          <a:xfrm>
            <a:off x="0" y="0"/>
            <a:ext cx="9144001" cy="5143500"/>
            <a:chOff x="0" y="0"/>
            <a:chExt cx="9144001" cy="5143500"/>
          </a:xfrm>
        </p:grpSpPr>
        <p:pic>
          <p:nvPicPr>
            <p:cNvPr id="1144" name="Google Shape;1144;p13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45" name="Google Shape;1145;p13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46" name="Google Shape;1146;p132"/>
          <p:cNvGrpSpPr/>
          <p:nvPr/>
        </p:nvGrpSpPr>
        <p:grpSpPr>
          <a:xfrm rot="10800000">
            <a:off x="6704226" y="3811697"/>
            <a:ext cx="4574075" cy="3479350"/>
            <a:chOff x="1522650" y="1117750"/>
            <a:chExt cx="4574075" cy="3479350"/>
          </a:xfrm>
        </p:grpSpPr>
        <p:sp>
          <p:nvSpPr>
            <p:cNvPr id="1147" name="Google Shape;1147;p13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3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9" name="Google Shape;1149;p1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50" name="Google Shape;1150;p132"/>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1" name="Google Shape;1151;p132"/>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2" name="Google Shape;1152;p132"/>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3" name="Google Shape;1153;p132"/>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54" name="Google Shape;1154;p132"/>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55" name="Google Shape;1155;p132"/>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56" name="Shape 1156"/>
        <p:cNvGrpSpPr/>
        <p:nvPr/>
      </p:nvGrpSpPr>
      <p:grpSpPr>
        <a:xfrm>
          <a:off x="0" y="0"/>
          <a:ext cx="0" cy="0"/>
          <a:chOff x="0" y="0"/>
          <a:chExt cx="0" cy="0"/>
        </a:xfrm>
      </p:grpSpPr>
      <p:grpSp>
        <p:nvGrpSpPr>
          <p:cNvPr id="1157" name="Google Shape;1157;p133"/>
          <p:cNvGrpSpPr/>
          <p:nvPr/>
        </p:nvGrpSpPr>
        <p:grpSpPr>
          <a:xfrm>
            <a:off x="0" y="4"/>
            <a:ext cx="9144005" cy="5143496"/>
            <a:chOff x="0" y="4"/>
            <a:chExt cx="9144005" cy="5143496"/>
          </a:xfrm>
        </p:grpSpPr>
        <p:pic>
          <p:nvPicPr>
            <p:cNvPr id="1158" name="Google Shape;1158;p13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59" name="Google Shape;1159;p13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60" name="Google Shape;1160;p133"/>
          <p:cNvGrpSpPr/>
          <p:nvPr/>
        </p:nvGrpSpPr>
        <p:grpSpPr>
          <a:xfrm flipH="1" rot="-10539848">
            <a:off x="6108563" y="4049074"/>
            <a:ext cx="4573901" cy="3479217"/>
            <a:chOff x="1522650" y="1117750"/>
            <a:chExt cx="4574075" cy="3479350"/>
          </a:xfrm>
        </p:grpSpPr>
        <p:sp>
          <p:nvSpPr>
            <p:cNvPr id="1161" name="Google Shape;1161;p13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3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3" name="Google Shape;1163;p1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64" name="Google Shape;1164;p133"/>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5" name="Google Shape;1165;p133"/>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6" name="Google Shape;1166;p133"/>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7" name="Google Shape;1167;p133"/>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8" name="Google Shape;1168;p133"/>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9" name="Google Shape;1169;p133"/>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0" name="Google Shape;1170;p133"/>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1" name="Google Shape;1171;p133"/>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72" name="Shape 1172"/>
        <p:cNvGrpSpPr/>
        <p:nvPr/>
      </p:nvGrpSpPr>
      <p:grpSpPr>
        <a:xfrm>
          <a:off x="0" y="0"/>
          <a:ext cx="0" cy="0"/>
          <a:chOff x="0" y="0"/>
          <a:chExt cx="0" cy="0"/>
        </a:xfrm>
      </p:grpSpPr>
      <p:grpSp>
        <p:nvGrpSpPr>
          <p:cNvPr id="1173" name="Google Shape;1173;p134"/>
          <p:cNvGrpSpPr/>
          <p:nvPr/>
        </p:nvGrpSpPr>
        <p:grpSpPr>
          <a:xfrm>
            <a:off x="0" y="0"/>
            <a:ext cx="9144001" cy="5143500"/>
            <a:chOff x="0" y="0"/>
            <a:chExt cx="9144001" cy="5143500"/>
          </a:xfrm>
        </p:grpSpPr>
        <p:pic>
          <p:nvPicPr>
            <p:cNvPr id="1174" name="Google Shape;1174;p13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75" name="Google Shape;1175;p13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76" name="Google Shape;1176;p134"/>
          <p:cNvGrpSpPr/>
          <p:nvPr/>
        </p:nvGrpSpPr>
        <p:grpSpPr>
          <a:xfrm rot="10800000">
            <a:off x="6704226" y="3811697"/>
            <a:ext cx="4574075" cy="3479350"/>
            <a:chOff x="1522650" y="1117750"/>
            <a:chExt cx="4574075" cy="3479350"/>
          </a:xfrm>
        </p:grpSpPr>
        <p:sp>
          <p:nvSpPr>
            <p:cNvPr id="1177" name="Google Shape;1177;p13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3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9" name="Google Shape;1179;p1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80" name="Google Shape;1180;p134"/>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1" name="Google Shape;1181;p134"/>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2" name="Google Shape;1182;p134"/>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3" name="Google Shape;1183;p134"/>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4" name="Google Shape;1184;p134"/>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5" name="Google Shape;1185;p134"/>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6" name="Google Shape;1186;p134"/>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7" name="Google Shape;1187;p134"/>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8" name="Google Shape;1188;p134"/>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9" name="Google Shape;1189;p134"/>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0" name="Google Shape;1190;p134"/>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1" name="Google Shape;1191;p134"/>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92" name="Shape 1192"/>
        <p:cNvGrpSpPr/>
        <p:nvPr/>
      </p:nvGrpSpPr>
      <p:grpSpPr>
        <a:xfrm>
          <a:off x="0" y="0"/>
          <a:ext cx="0" cy="0"/>
          <a:chOff x="0" y="0"/>
          <a:chExt cx="0" cy="0"/>
        </a:xfrm>
      </p:grpSpPr>
      <p:sp>
        <p:nvSpPr>
          <p:cNvPr id="1193" name="Google Shape;1193;p135"/>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4" name="Google Shape;1194;p135"/>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5" name="Google Shape;1195;p135"/>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6" name="Google Shape;1196;p135"/>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7" name="Google Shape;1197;p135"/>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8" name="Google Shape;1198;p135"/>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1199" name="Google Shape;1199;p135"/>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00" name="Shape 1200"/>
        <p:cNvGrpSpPr/>
        <p:nvPr/>
      </p:nvGrpSpPr>
      <p:grpSpPr>
        <a:xfrm>
          <a:off x="0" y="0"/>
          <a:ext cx="0" cy="0"/>
          <a:chOff x="0" y="0"/>
          <a:chExt cx="0" cy="0"/>
        </a:xfrm>
      </p:grpSpPr>
      <p:sp>
        <p:nvSpPr>
          <p:cNvPr id="1201" name="Google Shape;1201;p136"/>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02" name="Google Shape;1202;p136"/>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203" name="Google Shape;1203;p13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1204" name="Google Shape;1204;p136"/>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05" name="Shape 1205"/>
        <p:cNvGrpSpPr/>
        <p:nvPr/>
      </p:nvGrpSpPr>
      <p:grpSpPr>
        <a:xfrm>
          <a:off x="0" y="0"/>
          <a:ext cx="0" cy="0"/>
          <a:chOff x="0" y="0"/>
          <a:chExt cx="0" cy="0"/>
        </a:xfrm>
      </p:grpSpPr>
      <p:grpSp>
        <p:nvGrpSpPr>
          <p:cNvPr id="1206" name="Google Shape;1206;p137"/>
          <p:cNvGrpSpPr/>
          <p:nvPr/>
        </p:nvGrpSpPr>
        <p:grpSpPr>
          <a:xfrm>
            <a:off x="0" y="0"/>
            <a:ext cx="9144001" cy="5143500"/>
            <a:chOff x="0" y="0"/>
            <a:chExt cx="9144001" cy="5143500"/>
          </a:xfrm>
        </p:grpSpPr>
        <p:pic>
          <p:nvPicPr>
            <p:cNvPr id="1207" name="Google Shape;1207;p137"/>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1208" name="Google Shape;1208;p137"/>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1209" name="Google Shape;1209;p137"/>
          <p:cNvGrpSpPr/>
          <p:nvPr/>
        </p:nvGrpSpPr>
        <p:grpSpPr>
          <a:xfrm rot="756538">
            <a:off x="-1069834" y="-1842572"/>
            <a:ext cx="4574157" cy="3479412"/>
            <a:chOff x="1522650" y="1117750"/>
            <a:chExt cx="4574075" cy="3479350"/>
          </a:xfrm>
        </p:grpSpPr>
        <p:sp>
          <p:nvSpPr>
            <p:cNvPr id="1210" name="Google Shape;1210;p1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12" name="Shape 1212"/>
        <p:cNvGrpSpPr/>
        <p:nvPr/>
      </p:nvGrpSpPr>
      <p:grpSpPr>
        <a:xfrm>
          <a:off x="0" y="0"/>
          <a:ext cx="0" cy="0"/>
          <a:chOff x="0" y="0"/>
          <a:chExt cx="0" cy="0"/>
        </a:xfrm>
      </p:grpSpPr>
      <p:grpSp>
        <p:nvGrpSpPr>
          <p:cNvPr id="1213" name="Google Shape;1213;p138"/>
          <p:cNvGrpSpPr/>
          <p:nvPr/>
        </p:nvGrpSpPr>
        <p:grpSpPr>
          <a:xfrm>
            <a:off x="0" y="0"/>
            <a:ext cx="9144001" cy="5143500"/>
            <a:chOff x="0" y="0"/>
            <a:chExt cx="9144001" cy="5143500"/>
          </a:xfrm>
        </p:grpSpPr>
        <p:pic>
          <p:nvPicPr>
            <p:cNvPr id="1214" name="Google Shape;1214;p13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215" name="Google Shape;1215;p13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216" name="Google Shape;1216;p138"/>
          <p:cNvGrpSpPr/>
          <p:nvPr/>
        </p:nvGrpSpPr>
        <p:grpSpPr>
          <a:xfrm>
            <a:off x="-1845124" y="-2180828"/>
            <a:ext cx="12652562" cy="9877041"/>
            <a:chOff x="-1845124" y="-2180828"/>
            <a:chExt cx="12652562" cy="9877041"/>
          </a:xfrm>
        </p:grpSpPr>
        <p:grpSp>
          <p:nvGrpSpPr>
            <p:cNvPr id="1217" name="Google Shape;1217;p138"/>
            <p:cNvGrpSpPr/>
            <p:nvPr/>
          </p:nvGrpSpPr>
          <p:grpSpPr>
            <a:xfrm>
              <a:off x="-1845124" y="-2180828"/>
              <a:ext cx="4574075" cy="3479350"/>
              <a:chOff x="1522650" y="1117750"/>
              <a:chExt cx="4574075" cy="3479350"/>
            </a:xfrm>
          </p:grpSpPr>
          <p:sp>
            <p:nvSpPr>
              <p:cNvPr id="1218" name="Google Shape;1218;p13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3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0" name="Google Shape;1220;p138"/>
            <p:cNvGrpSpPr/>
            <p:nvPr/>
          </p:nvGrpSpPr>
          <p:grpSpPr>
            <a:xfrm flipH="1" rot="-10539848">
              <a:off x="6108563" y="4049074"/>
              <a:ext cx="4573901" cy="3479217"/>
              <a:chOff x="1522650" y="1117750"/>
              <a:chExt cx="4574075" cy="3479350"/>
            </a:xfrm>
          </p:grpSpPr>
          <p:sp>
            <p:nvSpPr>
              <p:cNvPr id="1221" name="Google Shape;1221;p13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3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26" name="Shape 1226"/>
        <p:cNvGrpSpPr/>
        <p:nvPr/>
      </p:nvGrpSpPr>
      <p:grpSpPr>
        <a:xfrm>
          <a:off x="0" y="0"/>
          <a:ext cx="0" cy="0"/>
          <a:chOff x="0" y="0"/>
          <a:chExt cx="0" cy="0"/>
        </a:xfrm>
      </p:grpSpPr>
      <p:sp>
        <p:nvSpPr>
          <p:cNvPr id="1227" name="Google Shape;1227;p140"/>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28" name="Google Shape;1228;p140"/>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29" name="Shape 1229"/>
        <p:cNvGrpSpPr/>
        <p:nvPr/>
      </p:nvGrpSpPr>
      <p:grpSpPr>
        <a:xfrm>
          <a:off x="0" y="0"/>
          <a:ext cx="0" cy="0"/>
          <a:chOff x="0" y="0"/>
          <a:chExt cx="0" cy="0"/>
        </a:xfrm>
      </p:grpSpPr>
      <p:sp>
        <p:nvSpPr>
          <p:cNvPr id="1230" name="Google Shape;1230;p141"/>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31" name="Google Shape;1231;p141"/>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232" name="Google Shape;1232;p141"/>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33" name="Shape 1233"/>
        <p:cNvGrpSpPr/>
        <p:nvPr/>
      </p:nvGrpSpPr>
      <p:grpSpPr>
        <a:xfrm>
          <a:off x="0" y="0"/>
          <a:ext cx="0" cy="0"/>
          <a:chOff x="0" y="0"/>
          <a:chExt cx="0" cy="0"/>
        </a:xfrm>
      </p:grpSpPr>
      <p:grpSp>
        <p:nvGrpSpPr>
          <p:cNvPr id="1234" name="Google Shape;1234;p142"/>
          <p:cNvGrpSpPr/>
          <p:nvPr/>
        </p:nvGrpSpPr>
        <p:grpSpPr>
          <a:xfrm>
            <a:off x="-247298" y="-446215"/>
            <a:ext cx="9638600" cy="6030088"/>
            <a:chOff x="-247298" y="-446215"/>
            <a:chExt cx="9638600" cy="6030088"/>
          </a:xfrm>
        </p:grpSpPr>
        <p:sp>
          <p:nvSpPr>
            <p:cNvPr id="1235" name="Google Shape;1235;p14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4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4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4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4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4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4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4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3" name="Google Shape;1243;p1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44" name="Google Shape;1244;p142"/>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45" name="Shape 1245"/>
        <p:cNvGrpSpPr/>
        <p:nvPr/>
      </p:nvGrpSpPr>
      <p:grpSpPr>
        <a:xfrm>
          <a:off x="0" y="0"/>
          <a:ext cx="0" cy="0"/>
          <a:chOff x="0" y="0"/>
          <a:chExt cx="0" cy="0"/>
        </a:xfrm>
      </p:grpSpPr>
      <p:grpSp>
        <p:nvGrpSpPr>
          <p:cNvPr id="1246" name="Google Shape;1246;p143"/>
          <p:cNvGrpSpPr/>
          <p:nvPr/>
        </p:nvGrpSpPr>
        <p:grpSpPr>
          <a:xfrm>
            <a:off x="-247298" y="-446215"/>
            <a:ext cx="9638600" cy="6030088"/>
            <a:chOff x="-247298" y="-446215"/>
            <a:chExt cx="9638600" cy="6030088"/>
          </a:xfrm>
        </p:grpSpPr>
        <p:sp>
          <p:nvSpPr>
            <p:cNvPr id="1247" name="Google Shape;1247;p143"/>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43"/>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43"/>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43"/>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4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43"/>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43"/>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43"/>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5" name="Google Shape;1255;p1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56" name="Google Shape;1256;p143"/>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57" name="Google Shape;1257;p143"/>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58" name="Google Shape;1258;p143"/>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259" name="Google Shape;1259;p143"/>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0" name="Shape 1260"/>
        <p:cNvGrpSpPr/>
        <p:nvPr/>
      </p:nvGrpSpPr>
      <p:grpSpPr>
        <a:xfrm>
          <a:off x="0" y="0"/>
          <a:ext cx="0" cy="0"/>
          <a:chOff x="0" y="0"/>
          <a:chExt cx="0" cy="0"/>
        </a:xfrm>
      </p:grpSpPr>
      <p:grpSp>
        <p:nvGrpSpPr>
          <p:cNvPr id="1261" name="Google Shape;1261;p144"/>
          <p:cNvGrpSpPr/>
          <p:nvPr/>
        </p:nvGrpSpPr>
        <p:grpSpPr>
          <a:xfrm>
            <a:off x="-247298" y="-284290"/>
            <a:ext cx="9638600" cy="5868163"/>
            <a:chOff x="-247298" y="-284290"/>
            <a:chExt cx="9638600" cy="5868163"/>
          </a:xfrm>
        </p:grpSpPr>
        <p:sp>
          <p:nvSpPr>
            <p:cNvPr id="1262" name="Google Shape;1262;p14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4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4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4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44"/>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44"/>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44"/>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44"/>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0" name="Google Shape;1270;p1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71" name="Shape 1271"/>
        <p:cNvGrpSpPr/>
        <p:nvPr/>
      </p:nvGrpSpPr>
      <p:grpSpPr>
        <a:xfrm>
          <a:off x="0" y="0"/>
          <a:ext cx="0" cy="0"/>
          <a:chOff x="0" y="0"/>
          <a:chExt cx="0" cy="0"/>
        </a:xfrm>
      </p:grpSpPr>
      <p:sp>
        <p:nvSpPr>
          <p:cNvPr id="1272" name="Google Shape;1272;p145"/>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73" name="Google Shape;1273;p145"/>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4" name="Shape 1274"/>
        <p:cNvGrpSpPr/>
        <p:nvPr/>
      </p:nvGrpSpPr>
      <p:grpSpPr>
        <a:xfrm>
          <a:off x="0" y="0"/>
          <a:ext cx="0" cy="0"/>
          <a:chOff x="0" y="0"/>
          <a:chExt cx="0" cy="0"/>
        </a:xfrm>
      </p:grpSpPr>
      <p:sp>
        <p:nvSpPr>
          <p:cNvPr id="1275" name="Google Shape;1275;p146"/>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6" name="Shape 1276"/>
        <p:cNvGrpSpPr/>
        <p:nvPr/>
      </p:nvGrpSpPr>
      <p:grpSpPr>
        <a:xfrm>
          <a:off x="0" y="0"/>
          <a:ext cx="0" cy="0"/>
          <a:chOff x="0" y="0"/>
          <a:chExt cx="0" cy="0"/>
        </a:xfrm>
      </p:grpSpPr>
      <p:sp>
        <p:nvSpPr>
          <p:cNvPr id="1277" name="Google Shape;1277;p147"/>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278" name="Google Shape;1278;p147"/>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9" name="Shape 1279"/>
        <p:cNvGrpSpPr/>
        <p:nvPr/>
      </p:nvGrpSpPr>
      <p:grpSpPr>
        <a:xfrm>
          <a:off x="0" y="0"/>
          <a:ext cx="0" cy="0"/>
          <a:chOff x="0" y="0"/>
          <a:chExt cx="0" cy="0"/>
        </a:xfrm>
      </p:grpSpPr>
      <p:sp>
        <p:nvSpPr>
          <p:cNvPr id="1280" name="Google Shape;1280;p148"/>
          <p:cNvSpPr/>
          <p:nvPr>
            <p:ph idx="2" type="pic"/>
          </p:nvPr>
        </p:nvSpPr>
        <p:spPr>
          <a:xfrm>
            <a:off x="-25" y="-13725"/>
            <a:ext cx="9144000" cy="5157300"/>
          </a:xfrm>
          <a:prstGeom prst="rect">
            <a:avLst/>
          </a:prstGeom>
          <a:noFill/>
          <a:ln>
            <a:noFill/>
          </a:ln>
        </p:spPr>
      </p:sp>
      <p:sp>
        <p:nvSpPr>
          <p:cNvPr id="1281" name="Google Shape;1281;p148"/>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82" name="Shape 1282"/>
        <p:cNvGrpSpPr/>
        <p:nvPr/>
      </p:nvGrpSpPr>
      <p:grpSpPr>
        <a:xfrm>
          <a:off x="0" y="0"/>
          <a:ext cx="0" cy="0"/>
          <a:chOff x="0" y="0"/>
          <a:chExt cx="0" cy="0"/>
        </a:xfrm>
      </p:grpSpPr>
      <p:sp>
        <p:nvSpPr>
          <p:cNvPr id="1283" name="Google Shape;1283;p149"/>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84" name="Google Shape;1284;p149"/>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5" name="Shape 1285"/>
        <p:cNvGrpSpPr/>
        <p:nvPr/>
      </p:nvGrpSpPr>
      <p:grpSpPr>
        <a:xfrm>
          <a:off x="0" y="0"/>
          <a:ext cx="0" cy="0"/>
          <a:chOff x="0" y="0"/>
          <a:chExt cx="0" cy="0"/>
        </a:xfrm>
      </p:grpSpPr>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86" name="Shape 1286"/>
        <p:cNvGrpSpPr/>
        <p:nvPr/>
      </p:nvGrpSpPr>
      <p:grpSpPr>
        <a:xfrm>
          <a:off x="0" y="0"/>
          <a:ext cx="0" cy="0"/>
          <a:chOff x="0" y="0"/>
          <a:chExt cx="0" cy="0"/>
        </a:xfrm>
      </p:grpSpPr>
      <p:grpSp>
        <p:nvGrpSpPr>
          <p:cNvPr id="1287" name="Google Shape;1287;p151"/>
          <p:cNvGrpSpPr/>
          <p:nvPr/>
        </p:nvGrpSpPr>
        <p:grpSpPr>
          <a:xfrm>
            <a:off x="-417711" y="-428628"/>
            <a:ext cx="9979385" cy="6000759"/>
            <a:chOff x="-417711" y="-428628"/>
            <a:chExt cx="9979385" cy="6000759"/>
          </a:xfrm>
        </p:grpSpPr>
        <p:sp>
          <p:nvSpPr>
            <p:cNvPr id="1288" name="Google Shape;1288;p151"/>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51"/>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51"/>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51"/>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51"/>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51"/>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51"/>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51"/>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6" name="Google Shape;1296;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97" name="Google Shape;1297;p151"/>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8" name="Google Shape;1298;p151"/>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9" name="Google Shape;1299;p151"/>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0" name="Google Shape;1300;p151"/>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1" name="Google Shape;1301;p151"/>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2" name="Google Shape;1302;p151"/>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3" name="Google Shape;1303;p151"/>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4" name="Google Shape;1304;p151"/>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5" name="Google Shape;1305;p151"/>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6" name="Google Shape;1306;p151"/>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7" name="Google Shape;1307;p151"/>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8" name="Google Shape;1308;p151"/>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9" name="Google Shape;1309;p151"/>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10" name="Google Shape;1310;p151"/>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11" name="Google Shape;1311;p151"/>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12" name="Google Shape;1312;p151"/>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13" name="Google Shape;1313;p151"/>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14" name="Google Shape;1314;p151"/>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315" name="Shape 1315"/>
        <p:cNvGrpSpPr/>
        <p:nvPr/>
      </p:nvGrpSpPr>
      <p:grpSpPr>
        <a:xfrm>
          <a:off x="0" y="0"/>
          <a:ext cx="0" cy="0"/>
          <a:chOff x="0" y="0"/>
          <a:chExt cx="0" cy="0"/>
        </a:xfrm>
      </p:grpSpPr>
      <p:grpSp>
        <p:nvGrpSpPr>
          <p:cNvPr id="1316" name="Google Shape;1316;p152"/>
          <p:cNvGrpSpPr/>
          <p:nvPr/>
        </p:nvGrpSpPr>
        <p:grpSpPr>
          <a:xfrm>
            <a:off x="-247298" y="-446215"/>
            <a:ext cx="9638600" cy="6030088"/>
            <a:chOff x="-247298" y="-446215"/>
            <a:chExt cx="9638600" cy="6030088"/>
          </a:xfrm>
        </p:grpSpPr>
        <p:sp>
          <p:nvSpPr>
            <p:cNvPr id="1317" name="Google Shape;1317;p15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5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5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5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5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5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5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5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5" name="Google Shape;1325;p152"/>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326" name="Google Shape;1326;p152"/>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27" name="Shape 1327"/>
        <p:cNvGrpSpPr/>
        <p:nvPr/>
      </p:nvGrpSpPr>
      <p:grpSpPr>
        <a:xfrm>
          <a:off x="0" y="0"/>
          <a:ext cx="0" cy="0"/>
          <a:chOff x="0" y="0"/>
          <a:chExt cx="0" cy="0"/>
        </a:xfrm>
      </p:grpSpPr>
      <p:grpSp>
        <p:nvGrpSpPr>
          <p:cNvPr id="1328" name="Google Shape;1328;p153"/>
          <p:cNvGrpSpPr/>
          <p:nvPr/>
        </p:nvGrpSpPr>
        <p:grpSpPr>
          <a:xfrm>
            <a:off x="-535133" y="-37823"/>
            <a:ext cx="10207495" cy="5621696"/>
            <a:chOff x="-535133" y="-37823"/>
            <a:chExt cx="10207495" cy="5621696"/>
          </a:xfrm>
        </p:grpSpPr>
        <p:sp>
          <p:nvSpPr>
            <p:cNvPr id="1329" name="Google Shape;1329;p15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5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5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5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5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5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5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5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7" name="Google Shape;1337;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338" name="Shape 1338"/>
        <p:cNvGrpSpPr/>
        <p:nvPr/>
      </p:nvGrpSpPr>
      <p:grpSpPr>
        <a:xfrm>
          <a:off x="0" y="0"/>
          <a:ext cx="0" cy="0"/>
          <a:chOff x="0" y="0"/>
          <a:chExt cx="0" cy="0"/>
        </a:xfrm>
      </p:grpSpPr>
      <p:grpSp>
        <p:nvGrpSpPr>
          <p:cNvPr id="1339" name="Google Shape;1339;p154"/>
          <p:cNvGrpSpPr/>
          <p:nvPr/>
        </p:nvGrpSpPr>
        <p:grpSpPr>
          <a:xfrm>
            <a:off x="-247298" y="-446215"/>
            <a:ext cx="9638610" cy="6030088"/>
            <a:chOff x="-247298" y="-446215"/>
            <a:chExt cx="9638610" cy="6030088"/>
          </a:xfrm>
        </p:grpSpPr>
        <p:sp>
          <p:nvSpPr>
            <p:cNvPr id="1340" name="Google Shape;1340;p154"/>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54"/>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5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54"/>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54"/>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54"/>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54"/>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54"/>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8" name="Google Shape;1348;p1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49" name="Shape 1349"/>
        <p:cNvGrpSpPr/>
        <p:nvPr/>
      </p:nvGrpSpPr>
      <p:grpSpPr>
        <a:xfrm>
          <a:off x="0" y="0"/>
          <a:ext cx="0" cy="0"/>
          <a:chOff x="0" y="0"/>
          <a:chExt cx="0" cy="0"/>
        </a:xfrm>
      </p:grpSpPr>
      <p:grpSp>
        <p:nvGrpSpPr>
          <p:cNvPr id="1350" name="Google Shape;1350;p155"/>
          <p:cNvGrpSpPr/>
          <p:nvPr/>
        </p:nvGrpSpPr>
        <p:grpSpPr>
          <a:xfrm>
            <a:off x="-548808" y="-584898"/>
            <a:ext cx="10241610" cy="6168779"/>
            <a:chOff x="-548808" y="-584898"/>
            <a:chExt cx="10241610" cy="6168779"/>
          </a:xfrm>
        </p:grpSpPr>
        <p:sp>
          <p:nvSpPr>
            <p:cNvPr id="1351" name="Google Shape;1351;p155"/>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5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55"/>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55"/>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55"/>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55"/>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55"/>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55"/>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9" name="Google Shape;1359;p1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360" name="Shape 1360"/>
        <p:cNvGrpSpPr/>
        <p:nvPr/>
      </p:nvGrpSpPr>
      <p:grpSpPr>
        <a:xfrm>
          <a:off x="0" y="0"/>
          <a:ext cx="0" cy="0"/>
          <a:chOff x="0" y="0"/>
          <a:chExt cx="0" cy="0"/>
        </a:xfrm>
      </p:grpSpPr>
      <p:sp>
        <p:nvSpPr>
          <p:cNvPr id="1361" name="Google Shape;1361;p1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362" name="Google Shape;1362;p156"/>
          <p:cNvGrpSpPr/>
          <p:nvPr/>
        </p:nvGrpSpPr>
        <p:grpSpPr>
          <a:xfrm>
            <a:off x="-476796" y="2900252"/>
            <a:ext cx="10097585" cy="2865204"/>
            <a:chOff x="-476796" y="2900252"/>
            <a:chExt cx="10097585" cy="2865204"/>
          </a:xfrm>
        </p:grpSpPr>
        <p:grpSp>
          <p:nvGrpSpPr>
            <p:cNvPr id="1363" name="Google Shape;1363;p156"/>
            <p:cNvGrpSpPr/>
            <p:nvPr/>
          </p:nvGrpSpPr>
          <p:grpSpPr>
            <a:xfrm>
              <a:off x="-476796" y="2900252"/>
              <a:ext cx="10097585" cy="2865204"/>
              <a:chOff x="-476796" y="2900252"/>
              <a:chExt cx="10097585" cy="2865204"/>
            </a:xfrm>
          </p:grpSpPr>
          <p:sp>
            <p:nvSpPr>
              <p:cNvPr id="1364" name="Google Shape;1364;p156"/>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56"/>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56"/>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56"/>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56"/>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56"/>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56"/>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1" name="Google Shape;1371;p156"/>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372" name="Shape 1372"/>
        <p:cNvGrpSpPr/>
        <p:nvPr/>
      </p:nvGrpSpPr>
      <p:grpSpPr>
        <a:xfrm>
          <a:off x="0" y="0"/>
          <a:ext cx="0" cy="0"/>
          <a:chOff x="0" y="0"/>
          <a:chExt cx="0" cy="0"/>
        </a:xfrm>
      </p:grpSpPr>
      <p:grpSp>
        <p:nvGrpSpPr>
          <p:cNvPr id="1373" name="Google Shape;1373;p157"/>
          <p:cNvGrpSpPr/>
          <p:nvPr/>
        </p:nvGrpSpPr>
        <p:grpSpPr>
          <a:xfrm>
            <a:off x="-145083" y="-503840"/>
            <a:ext cx="9434170" cy="6151188"/>
            <a:chOff x="-145083" y="-503840"/>
            <a:chExt cx="9434170" cy="6151188"/>
          </a:xfrm>
        </p:grpSpPr>
        <p:sp>
          <p:nvSpPr>
            <p:cNvPr id="1374" name="Google Shape;1374;p157"/>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57"/>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57"/>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57"/>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57"/>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57"/>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57"/>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57"/>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2" name="Google Shape;1382;p157"/>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83" name="Google Shape;1383;p157"/>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84" name="Google Shape;1384;p157"/>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385" name="Shape 1385"/>
        <p:cNvGrpSpPr/>
        <p:nvPr/>
      </p:nvGrpSpPr>
      <p:grpSpPr>
        <a:xfrm>
          <a:off x="0" y="0"/>
          <a:ext cx="0" cy="0"/>
          <a:chOff x="0" y="0"/>
          <a:chExt cx="0" cy="0"/>
        </a:xfrm>
      </p:grpSpPr>
      <p:grpSp>
        <p:nvGrpSpPr>
          <p:cNvPr id="1386" name="Google Shape;1386;p158"/>
          <p:cNvGrpSpPr/>
          <p:nvPr/>
        </p:nvGrpSpPr>
        <p:grpSpPr>
          <a:xfrm>
            <a:off x="-247298" y="-446215"/>
            <a:ext cx="9638600" cy="6030088"/>
            <a:chOff x="-247298" y="-446215"/>
            <a:chExt cx="9638600" cy="6030088"/>
          </a:xfrm>
        </p:grpSpPr>
        <p:sp>
          <p:nvSpPr>
            <p:cNvPr id="1387" name="Google Shape;1387;p158"/>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58"/>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58"/>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58"/>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58"/>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58"/>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58"/>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58"/>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5" name="Google Shape;1395;p158"/>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96" name="Google Shape;1396;p158"/>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397" name="Shape 1397"/>
        <p:cNvGrpSpPr/>
        <p:nvPr/>
      </p:nvGrpSpPr>
      <p:grpSpPr>
        <a:xfrm>
          <a:off x="0" y="0"/>
          <a:ext cx="0" cy="0"/>
          <a:chOff x="0" y="0"/>
          <a:chExt cx="0" cy="0"/>
        </a:xfrm>
      </p:grpSpPr>
      <p:grpSp>
        <p:nvGrpSpPr>
          <p:cNvPr id="1398" name="Google Shape;1398;p159"/>
          <p:cNvGrpSpPr/>
          <p:nvPr/>
        </p:nvGrpSpPr>
        <p:grpSpPr>
          <a:xfrm flipH="1">
            <a:off x="-247298" y="-446215"/>
            <a:ext cx="9638600" cy="6030088"/>
            <a:chOff x="-247298" y="-446215"/>
            <a:chExt cx="9638600" cy="6030088"/>
          </a:xfrm>
        </p:grpSpPr>
        <p:sp>
          <p:nvSpPr>
            <p:cNvPr id="1399" name="Google Shape;1399;p159"/>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59"/>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59"/>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59"/>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59"/>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59"/>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59"/>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59"/>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7" name="Google Shape;1407;p159"/>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08" name="Google Shape;1408;p159"/>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409" name="Shape 1409"/>
        <p:cNvGrpSpPr/>
        <p:nvPr/>
      </p:nvGrpSpPr>
      <p:grpSpPr>
        <a:xfrm>
          <a:off x="0" y="0"/>
          <a:ext cx="0" cy="0"/>
          <a:chOff x="0" y="0"/>
          <a:chExt cx="0" cy="0"/>
        </a:xfrm>
      </p:grpSpPr>
      <p:grpSp>
        <p:nvGrpSpPr>
          <p:cNvPr id="1410" name="Google Shape;1410;p160"/>
          <p:cNvGrpSpPr/>
          <p:nvPr/>
        </p:nvGrpSpPr>
        <p:grpSpPr>
          <a:xfrm>
            <a:off x="-247298" y="-446215"/>
            <a:ext cx="9638600" cy="6030088"/>
            <a:chOff x="-247298" y="-446215"/>
            <a:chExt cx="9638600" cy="6030088"/>
          </a:xfrm>
        </p:grpSpPr>
        <p:sp>
          <p:nvSpPr>
            <p:cNvPr id="1411" name="Google Shape;1411;p160"/>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60"/>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6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6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6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6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60"/>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60"/>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9" name="Google Shape;1419;p1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20" name="Google Shape;1420;p160"/>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1421" name="Shape 1421"/>
        <p:cNvGrpSpPr/>
        <p:nvPr/>
      </p:nvGrpSpPr>
      <p:grpSpPr>
        <a:xfrm>
          <a:off x="0" y="0"/>
          <a:ext cx="0" cy="0"/>
          <a:chOff x="0" y="0"/>
          <a:chExt cx="0" cy="0"/>
        </a:xfrm>
      </p:grpSpPr>
      <p:grpSp>
        <p:nvGrpSpPr>
          <p:cNvPr id="1422" name="Google Shape;1422;p161"/>
          <p:cNvGrpSpPr/>
          <p:nvPr/>
        </p:nvGrpSpPr>
        <p:grpSpPr>
          <a:xfrm>
            <a:off x="-535133" y="-37823"/>
            <a:ext cx="10207495" cy="5621696"/>
            <a:chOff x="-535133" y="-37823"/>
            <a:chExt cx="10207495" cy="5621696"/>
          </a:xfrm>
        </p:grpSpPr>
        <p:sp>
          <p:nvSpPr>
            <p:cNvPr id="1423" name="Google Shape;1423;p161"/>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61"/>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61"/>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61"/>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61"/>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61"/>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61"/>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61"/>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1" name="Google Shape;1431;p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32" name="Google Shape;1432;p161"/>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33" name="Shape 1433"/>
        <p:cNvGrpSpPr/>
        <p:nvPr/>
      </p:nvGrpSpPr>
      <p:grpSpPr>
        <a:xfrm>
          <a:off x="0" y="0"/>
          <a:ext cx="0" cy="0"/>
          <a:chOff x="0" y="0"/>
          <a:chExt cx="0" cy="0"/>
        </a:xfrm>
      </p:grpSpPr>
      <p:grpSp>
        <p:nvGrpSpPr>
          <p:cNvPr id="1434" name="Google Shape;1434;p162"/>
          <p:cNvGrpSpPr/>
          <p:nvPr/>
        </p:nvGrpSpPr>
        <p:grpSpPr>
          <a:xfrm>
            <a:off x="-310473" y="3500727"/>
            <a:ext cx="9764950" cy="2327954"/>
            <a:chOff x="-310473" y="3500727"/>
            <a:chExt cx="9764950" cy="2327954"/>
          </a:xfrm>
        </p:grpSpPr>
        <p:sp>
          <p:nvSpPr>
            <p:cNvPr id="1435" name="Google Shape;1435;p162"/>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62"/>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62"/>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62"/>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62"/>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62"/>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62"/>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62"/>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3" name="Google Shape;1443;p1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44" name="Google Shape;1444;p162"/>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5" name="Google Shape;1445;p162"/>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6" name="Google Shape;1446;p162"/>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47" name="Google Shape;1447;p162"/>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448" name="Shape 1448"/>
        <p:cNvGrpSpPr/>
        <p:nvPr/>
      </p:nvGrpSpPr>
      <p:grpSpPr>
        <a:xfrm>
          <a:off x="0" y="0"/>
          <a:ext cx="0" cy="0"/>
          <a:chOff x="0" y="0"/>
          <a:chExt cx="0" cy="0"/>
        </a:xfrm>
      </p:grpSpPr>
      <p:grpSp>
        <p:nvGrpSpPr>
          <p:cNvPr id="1449" name="Google Shape;1449;p163"/>
          <p:cNvGrpSpPr/>
          <p:nvPr/>
        </p:nvGrpSpPr>
        <p:grpSpPr>
          <a:xfrm>
            <a:off x="-655296" y="3436585"/>
            <a:ext cx="10454595" cy="2311221"/>
            <a:chOff x="-655296" y="3436585"/>
            <a:chExt cx="10454595" cy="2311221"/>
          </a:xfrm>
        </p:grpSpPr>
        <p:sp>
          <p:nvSpPr>
            <p:cNvPr id="1450" name="Google Shape;1450;p163"/>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63"/>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63"/>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63"/>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63"/>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63"/>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63"/>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63"/>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8" name="Google Shape;1458;p1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59" name="Google Shape;1459;p163"/>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60" name="Google Shape;1460;p163"/>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461" name="Shape 1461"/>
        <p:cNvGrpSpPr/>
        <p:nvPr/>
      </p:nvGrpSpPr>
      <p:grpSpPr>
        <a:xfrm>
          <a:off x="0" y="0"/>
          <a:ext cx="0" cy="0"/>
          <a:chOff x="0" y="0"/>
          <a:chExt cx="0" cy="0"/>
        </a:xfrm>
      </p:grpSpPr>
      <p:grpSp>
        <p:nvGrpSpPr>
          <p:cNvPr id="1462" name="Google Shape;1462;p164"/>
          <p:cNvGrpSpPr/>
          <p:nvPr/>
        </p:nvGrpSpPr>
        <p:grpSpPr>
          <a:xfrm>
            <a:off x="-512036" y="-358023"/>
            <a:ext cx="10169413" cy="5930154"/>
            <a:chOff x="-512036" y="-358023"/>
            <a:chExt cx="10169413" cy="5930154"/>
          </a:xfrm>
        </p:grpSpPr>
        <p:sp>
          <p:nvSpPr>
            <p:cNvPr id="1463" name="Google Shape;1463;p164"/>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64"/>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64"/>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64"/>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64"/>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64"/>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64"/>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64"/>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1" name="Google Shape;1471;p1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2" name="Google Shape;1472;p164"/>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3" name="Google Shape;1473;p164"/>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4" name="Google Shape;1474;p164"/>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5" name="Google Shape;1475;p164"/>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76" name="Google Shape;1476;p164"/>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77" name="Google Shape;1477;p164"/>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78" name="Shape 1478"/>
        <p:cNvGrpSpPr/>
        <p:nvPr/>
      </p:nvGrpSpPr>
      <p:grpSpPr>
        <a:xfrm>
          <a:off x="0" y="0"/>
          <a:ext cx="0" cy="0"/>
          <a:chOff x="0" y="0"/>
          <a:chExt cx="0" cy="0"/>
        </a:xfrm>
      </p:grpSpPr>
      <p:grpSp>
        <p:nvGrpSpPr>
          <p:cNvPr id="1479" name="Google Shape;1479;p165"/>
          <p:cNvGrpSpPr/>
          <p:nvPr/>
        </p:nvGrpSpPr>
        <p:grpSpPr>
          <a:xfrm>
            <a:off x="-519458" y="2674710"/>
            <a:ext cx="10224210" cy="2744938"/>
            <a:chOff x="-519458" y="2674710"/>
            <a:chExt cx="10224210" cy="2744938"/>
          </a:xfrm>
        </p:grpSpPr>
        <p:sp>
          <p:nvSpPr>
            <p:cNvPr id="1480" name="Google Shape;1480;p165"/>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65"/>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65"/>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65"/>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65"/>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65"/>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65"/>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65"/>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8" name="Google Shape;1488;p1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89" name="Google Shape;1489;p165"/>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0" name="Google Shape;1490;p165"/>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1" name="Google Shape;1491;p165"/>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2" name="Google Shape;1492;p165"/>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3" name="Google Shape;1493;p165"/>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94" name="Google Shape;1494;p165"/>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95" name="Google Shape;1495;p165"/>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96" name="Google Shape;1496;p165"/>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497" name="Shape 1497"/>
        <p:cNvGrpSpPr/>
        <p:nvPr/>
      </p:nvGrpSpPr>
      <p:grpSpPr>
        <a:xfrm>
          <a:off x="0" y="0"/>
          <a:ext cx="0" cy="0"/>
          <a:chOff x="0" y="0"/>
          <a:chExt cx="0" cy="0"/>
        </a:xfrm>
      </p:grpSpPr>
      <p:grpSp>
        <p:nvGrpSpPr>
          <p:cNvPr id="1498" name="Google Shape;1498;p166"/>
          <p:cNvGrpSpPr/>
          <p:nvPr/>
        </p:nvGrpSpPr>
        <p:grpSpPr>
          <a:xfrm>
            <a:off x="-266473" y="3341397"/>
            <a:ext cx="9676960" cy="2321921"/>
            <a:chOff x="-266473" y="3341397"/>
            <a:chExt cx="9676960" cy="2321921"/>
          </a:xfrm>
        </p:grpSpPr>
        <p:sp>
          <p:nvSpPr>
            <p:cNvPr id="1499" name="Google Shape;1499;p166"/>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66"/>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66"/>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66"/>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66"/>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66"/>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66"/>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66"/>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7" name="Google Shape;1507;p1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08" name="Google Shape;1508;p166"/>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9" name="Google Shape;1509;p166"/>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0" name="Google Shape;1510;p166"/>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1" name="Google Shape;1511;p166"/>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2" name="Google Shape;1512;p166"/>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3" name="Google Shape;1513;p166"/>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4" name="Google Shape;1514;p166"/>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5" name="Google Shape;1515;p166"/>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6" name="Google Shape;1516;p166"/>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7" name="Google Shape;1517;p166"/>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8" name="Google Shape;1518;p166"/>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9" name="Google Shape;1519;p166"/>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520" name="Shape 1520"/>
        <p:cNvGrpSpPr/>
        <p:nvPr/>
      </p:nvGrpSpPr>
      <p:grpSpPr>
        <a:xfrm>
          <a:off x="0" y="0"/>
          <a:ext cx="0" cy="0"/>
          <a:chOff x="0" y="0"/>
          <a:chExt cx="0" cy="0"/>
        </a:xfrm>
      </p:grpSpPr>
      <p:sp>
        <p:nvSpPr>
          <p:cNvPr id="1521" name="Google Shape;1521;p167"/>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22" name="Google Shape;1522;p167"/>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523" name="Google Shape;1523;p167"/>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24" name="Google Shape;1524;p167"/>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525" name="Google Shape;1525;p167"/>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26" name="Google Shape;1526;p167"/>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27" name="Shape 1527"/>
        <p:cNvGrpSpPr/>
        <p:nvPr/>
      </p:nvGrpSpPr>
      <p:grpSpPr>
        <a:xfrm>
          <a:off x="0" y="0"/>
          <a:ext cx="0" cy="0"/>
          <a:chOff x="0" y="0"/>
          <a:chExt cx="0" cy="0"/>
        </a:xfrm>
      </p:grpSpPr>
      <p:sp>
        <p:nvSpPr>
          <p:cNvPr id="1528" name="Google Shape;1528;p168"/>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29" name="Google Shape;1529;p168"/>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0" name="Google Shape;1530;p168"/>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531" name="Shape 1531"/>
        <p:cNvGrpSpPr/>
        <p:nvPr/>
      </p:nvGrpSpPr>
      <p:grpSpPr>
        <a:xfrm>
          <a:off x="0" y="0"/>
          <a:ext cx="0" cy="0"/>
          <a:chOff x="0" y="0"/>
          <a:chExt cx="0" cy="0"/>
        </a:xfrm>
      </p:grpSpPr>
      <p:grpSp>
        <p:nvGrpSpPr>
          <p:cNvPr id="1532" name="Google Shape;1532;p169"/>
          <p:cNvGrpSpPr/>
          <p:nvPr/>
        </p:nvGrpSpPr>
        <p:grpSpPr>
          <a:xfrm>
            <a:off x="-247298" y="-446215"/>
            <a:ext cx="9638610" cy="6030088"/>
            <a:chOff x="-247298" y="-446215"/>
            <a:chExt cx="9638610" cy="6030088"/>
          </a:xfrm>
        </p:grpSpPr>
        <p:sp>
          <p:nvSpPr>
            <p:cNvPr id="1533" name="Google Shape;1533;p169"/>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69"/>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69"/>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69"/>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69"/>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69"/>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69"/>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69"/>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541" name="Shape 1541"/>
        <p:cNvGrpSpPr/>
        <p:nvPr/>
      </p:nvGrpSpPr>
      <p:grpSpPr>
        <a:xfrm>
          <a:off x="0" y="0"/>
          <a:ext cx="0" cy="0"/>
          <a:chOff x="0" y="0"/>
          <a:chExt cx="0" cy="0"/>
        </a:xfrm>
      </p:grpSpPr>
      <p:grpSp>
        <p:nvGrpSpPr>
          <p:cNvPr id="1542" name="Google Shape;1542;p170"/>
          <p:cNvGrpSpPr/>
          <p:nvPr/>
        </p:nvGrpSpPr>
        <p:grpSpPr>
          <a:xfrm>
            <a:off x="-476796" y="2900252"/>
            <a:ext cx="10097585" cy="2865204"/>
            <a:chOff x="-476796" y="2900252"/>
            <a:chExt cx="10097585" cy="2865204"/>
          </a:xfrm>
        </p:grpSpPr>
        <p:grpSp>
          <p:nvGrpSpPr>
            <p:cNvPr id="1543" name="Google Shape;1543;p170"/>
            <p:cNvGrpSpPr/>
            <p:nvPr/>
          </p:nvGrpSpPr>
          <p:grpSpPr>
            <a:xfrm>
              <a:off x="-476796" y="2900252"/>
              <a:ext cx="10097585" cy="2865204"/>
              <a:chOff x="-476796" y="2900252"/>
              <a:chExt cx="10097585" cy="2865204"/>
            </a:xfrm>
          </p:grpSpPr>
          <p:sp>
            <p:nvSpPr>
              <p:cNvPr id="1544" name="Google Shape;1544;p170"/>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70"/>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70"/>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70"/>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70"/>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70"/>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70"/>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1" name="Google Shape;1551;p170"/>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55" name="Shape 1555"/>
        <p:cNvGrpSpPr/>
        <p:nvPr/>
      </p:nvGrpSpPr>
      <p:grpSpPr>
        <a:xfrm>
          <a:off x="0" y="0"/>
          <a:ext cx="0" cy="0"/>
          <a:chOff x="0" y="0"/>
          <a:chExt cx="0" cy="0"/>
        </a:xfrm>
      </p:grpSpPr>
      <p:sp>
        <p:nvSpPr>
          <p:cNvPr id="1556" name="Google Shape;1556;p172"/>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557" name="Google Shape;1557;p172"/>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58" name="Shape 1558"/>
        <p:cNvGrpSpPr/>
        <p:nvPr/>
      </p:nvGrpSpPr>
      <p:grpSpPr>
        <a:xfrm>
          <a:off x="0" y="0"/>
          <a:ext cx="0" cy="0"/>
          <a:chOff x="0" y="0"/>
          <a:chExt cx="0" cy="0"/>
        </a:xfrm>
      </p:grpSpPr>
      <p:sp>
        <p:nvSpPr>
          <p:cNvPr id="1559" name="Google Shape;1559;p173"/>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60" name="Google Shape;1560;p173"/>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61" name="Google Shape;1561;p173"/>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62" name="Shape 1562"/>
        <p:cNvGrpSpPr/>
        <p:nvPr/>
      </p:nvGrpSpPr>
      <p:grpSpPr>
        <a:xfrm>
          <a:off x="0" y="0"/>
          <a:ext cx="0" cy="0"/>
          <a:chOff x="0" y="0"/>
          <a:chExt cx="0" cy="0"/>
        </a:xfrm>
      </p:grpSpPr>
      <p:grpSp>
        <p:nvGrpSpPr>
          <p:cNvPr id="1563" name="Google Shape;1563;p174"/>
          <p:cNvGrpSpPr/>
          <p:nvPr/>
        </p:nvGrpSpPr>
        <p:grpSpPr>
          <a:xfrm>
            <a:off x="-247298" y="-446215"/>
            <a:ext cx="9638600" cy="6030088"/>
            <a:chOff x="-247298" y="-446215"/>
            <a:chExt cx="9638600" cy="6030088"/>
          </a:xfrm>
        </p:grpSpPr>
        <p:sp>
          <p:nvSpPr>
            <p:cNvPr id="1564" name="Google Shape;1564;p17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7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7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7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7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7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7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7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2" name="Google Shape;1572;p1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73" name="Google Shape;1573;p174"/>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74" name="Shape 1574"/>
        <p:cNvGrpSpPr/>
        <p:nvPr/>
      </p:nvGrpSpPr>
      <p:grpSpPr>
        <a:xfrm>
          <a:off x="0" y="0"/>
          <a:ext cx="0" cy="0"/>
          <a:chOff x="0" y="0"/>
          <a:chExt cx="0" cy="0"/>
        </a:xfrm>
      </p:grpSpPr>
      <p:grpSp>
        <p:nvGrpSpPr>
          <p:cNvPr id="1575" name="Google Shape;1575;p175"/>
          <p:cNvGrpSpPr/>
          <p:nvPr/>
        </p:nvGrpSpPr>
        <p:grpSpPr>
          <a:xfrm>
            <a:off x="-247298" y="-446215"/>
            <a:ext cx="9638600" cy="6030088"/>
            <a:chOff x="-247298" y="-446215"/>
            <a:chExt cx="9638600" cy="6030088"/>
          </a:xfrm>
        </p:grpSpPr>
        <p:sp>
          <p:nvSpPr>
            <p:cNvPr id="1576" name="Google Shape;1576;p17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7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7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7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7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7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7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17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4" name="Google Shape;1584;p1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85" name="Google Shape;1585;p175"/>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86" name="Google Shape;1586;p175"/>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87" name="Google Shape;1587;p17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88" name="Google Shape;1588;p17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89" name="Shape 1589"/>
        <p:cNvGrpSpPr/>
        <p:nvPr/>
      </p:nvGrpSpPr>
      <p:grpSpPr>
        <a:xfrm>
          <a:off x="0" y="0"/>
          <a:ext cx="0" cy="0"/>
          <a:chOff x="0" y="0"/>
          <a:chExt cx="0" cy="0"/>
        </a:xfrm>
      </p:grpSpPr>
      <p:grpSp>
        <p:nvGrpSpPr>
          <p:cNvPr id="1590" name="Google Shape;1590;p176"/>
          <p:cNvGrpSpPr/>
          <p:nvPr/>
        </p:nvGrpSpPr>
        <p:grpSpPr>
          <a:xfrm>
            <a:off x="-247298" y="-284290"/>
            <a:ext cx="9638600" cy="5868163"/>
            <a:chOff x="-247298" y="-284290"/>
            <a:chExt cx="9638600" cy="5868163"/>
          </a:xfrm>
        </p:grpSpPr>
        <p:sp>
          <p:nvSpPr>
            <p:cNvPr id="1591" name="Google Shape;1591;p17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7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7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7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76"/>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76"/>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76"/>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76"/>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9" name="Google Shape;1599;p1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00" name="Shape 1600"/>
        <p:cNvGrpSpPr/>
        <p:nvPr/>
      </p:nvGrpSpPr>
      <p:grpSpPr>
        <a:xfrm>
          <a:off x="0" y="0"/>
          <a:ext cx="0" cy="0"/>
          <a:chOff x="0" y="0"/>
          <a:chExt cx="0" cy="0"/>
        </a:xfrm>
      </p:grpSpPr>
      <p:sp>
        <p:nvSpPr>
          <p:cNvPr id="1601" name="Google Shape;1601;p17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02" name="Google Shape;1602;p177"/>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03" name="Shape 1603"/>
        <p:cNvGrpSpPr/>
        <p:nvPr/>
      </p:nvGrpSpPr>
      <p:grpSpPr>
        <a:xfrm>
          <a:off x="0" y="0"/>
          <a:ext cx="0" cy="0"/>
          <a:chOff x="0" y="0"/>
          <a:chExt cx="0" cy="0"/>
        </a:xfrm>
      </p:grpSpPr>
      <p:sp>
        <p:nvSpPr>
          <p:cNvPr id="1604" name="Google Shape;1604;p17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05" name="Shape 1605"/>
        <p:cNvGrpSpPr/>
        <p:nvPr/>
      </p:nvGrpSpPr>
      <p:grpSpPr>
        <a:xfrm>
          <a:off x="0" y="0"/>
          <a:ext cx="0" cy="0"/>
          <a:chOff x="0" y="0"/>
          <a:chExt cx="0" cy="0"/>
        </a:xfrm>
      </p:grpSpPr>
      <p:sp>
        <p:nvSpPr>
          <p:cNvPr id="1606" name="Google Shape;1606;p179"/>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607" name="Google Shape;1607;p179"/>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08" name="Shape 1608"/>
        <p:cNvGrpSpPr/>
        <p:nvPr/>
      </p:nvGrpSpPr>
      <p:grpSpPr>
        <a:xfrm>
          <a:off x="0" y="0"/>
          <a:ext cx="0" cy="0"/>
          <a:chOff x="0" y="0"/>
          <a:chExt cx="0" cy="0"/>
        </a:xfrm>
      </p:grpSpPr>
      <p:sp>
        <p:nvSpPr>
          <p:cNvPr id="1609" name="Google Shape;1609;p180"/>
          <p:cNvSpPr/>
          <p:nvPr>
            <p:ph idx="2" type="pic"/>
          </p:nvPr>
        </p:nvSpPr>
        <p:spPr>
          <a:xfrm>
            <a:off x="-25" y="-13725"/>
            <a:ext cx="9144000" cy="5157300"/>
          </a:xfrm>
          <a:prstGeom prst="rect">
            <a:avLst/>
          </a:prstGeom>
          <a:noFill/>
          <a:ln>
            <a:noFill/>
          </a:ln>
        </p:spPr>
      </p:sp>
      <p:sp>
        <p:nvSpPr>
          <p:cNvPr id="1610" name="Google Shape;1610;p180"/>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11" name="Shape 1611"/>
        <p:cNvGrpSpPr/>
        <p:nvPr/>
      </p:nvGrpSpPr>
      <p:grpSpPr>
        <a:xfrm>
          <a:off x="0" y="0"/>
          <a:ext cx="0" cy="0"/>
          <a:chOff x="0" y="0"/>
          <a:chExt cx="0" cy="0"/>
        </a:xfrm>
      </p:grpSpPr>
      <p:sp>
        <p:nvSpPr>
          <p:cNvPr id="1612" name="Google Shape;1612;p181"/>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13" name="Google Shape;1613;p181"/>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4" name="Shape 1614"/>
        <p:cNvGrpSpPr/>
        <p:nvPr/>
      </p:nvGrpSpPr>
      <p:grpSpPr>
        <a:xfrm>
          <a:off x="0" y="0"/>
          <a:ext cx="0" cy="0"/>
          <a:chOff x="0" y="0"/>
          <a:chExt cx="0" cy="0"/>
        </a:xfrm>
      </p:grpSpPr>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15" name="Shape 1615"/>
        <p:cNvGrpSpPr/>
        <p:nvPr/>
      </p:nvGrpSpPr>
      <p:grpSpPr>
        <a:xfrm>
          <a:off x="0" y="0"/>
          <a:ext cx="0" cy="0"/>
          <a:chOff x="0" y="0"/>
          <a:chExt cx="0" cy="0"/>
        </a:xfrm>
      </p:grpSpPr>
      <p:grpSp>
        <p:nvGrpSpPr>
          <p:cNvPr id="1616" name="Google Shape;1616;p183"/>
          <p:cNvGrpSpPr/>
          <p:nvPr/>
        </p:nvGrpSpPr>
        <p:grpSpPr>
          <a:xfrm>
            <a:off x="-417711" y="-428628"/>
            <a:ext cx="9979385" cy="6000759"/>
            <a:chOff x="-417711" y="-428628"/>
            <a:chExt cx="9979385" cy="6000759"/>
          </a:xfrm>
        </p:grpSpPr>
        <p:sp>
          <p:nvSpPr>
            <p:cNvPr id="1617" name="Google Shape;1617;p183"/>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83"/>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83"/>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83"/>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83"/>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83"/>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83"/>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83"/>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5" name="Google Shape;1625;p1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26" name="Google Shape;1626;p183"/>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7" name="Google Shape;1627;p183"/>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8" name="Google Shape;1628;p183"/>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9" name="Google Shape;1629;p183"/>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0" name="Google Shape;1630;p183"/>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1" name="Google Shape;1631;p183"/>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2" name="Google Shape;1632;p183"/>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3" name="Google Shape;1633;p183"/>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4" name="Google Shape;1634;p183"/>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5" name="Google Shape;1635;p183"/>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6" name="Google Shape;1636;p183"/>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7" name="Google Shape;1637;p183"/>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638" name="Google Shape;1638;p183"/>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39" name="Google Shape;1639;p183"/>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0" name="Google Shape;1640;p183"/>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1" name="Google Shape;1641;p183"/>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2" name="Google Shape;1642;p183"/>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3" name="Google Shape;1643;p183"/>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44" name="Shape 1644"/>
        <p:cNvGrpSpPr/>
        <p:nvPr/>
      </p:nvGrpSpPr>
      <p:grpSpPr>
        <a:xfrm>
          <a:off x="0" y="0"/>
          <a:ext cx="0" cy="0"/>
          <a:chOff x="0" y="0"/>
          <a:chExt cx="0" cy="0"/>
        </a:xfrm>
      </p:grpSpPr>
      <p:grpSp>
        <p:nvGrpSpPr>
          <p:cNvPr id="1645" name="Google Shape;1645;p184"/>
          <p:cNvGrpSpPr/>
          <p:nvPr/>
        </p:nvGrpSpPr>
        <p:grpSpPr>
          <a:xfrm>
            <a:off x="-247298" y="-446215"/>
            <a:ext cx="9638600" cy="6030088"/>
            <a:chOff x="-247298" y="-446215"/>
            <a:chExt cx="9638600" cy="6030088"/>
          </a:xfrm>
        </p:grpSpPr>
        <p:sp>
          <p:nvSpPr>
            <p:cNvPr id="1646" name="Google Shape;1646;p18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8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8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8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8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8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8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8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4" name="Google Shape;1654;p184"/>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655" name="Google Shape;1655;p184"/>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56" name="Shape 1656"/>
        <p:cNvGrpSpPr/>
        <p:nvPr/>
      </p:nvGrpSpPr>
      <p:grpSpPr>
        <a:xfrm>
          <a:off x="0" y="0"/>
          <a:ext cx="0" cy="0"/>
          <a:chOff x="0" y="0"/>
          <a:chExt cx="0" cy="0"/>
        </a:xfrm>
      </p:grpSpPr>
      <p:grpSp>
        <p:nvGrpSpPr>
          <p:cNvPr id="1657" name="Google Shape;1657;p185"/>
          <p:cNvGrpSpPr/>
          <p:nvPr/>
        </p:nvGrpSpPr>
        <p:grpSpPr>
          <a:xfrm>
            <a:off x="-535133" y="-37823"/>
            <a:ext cx="10207495" cy="5621696"/>
            <a:chOff x="-535133" y="-37823"/>
            <a:chExt cx="10207495" cy="5621696"/>
          </a:xfrm>
        </p:grpSpPr>
        <p:sp>
          <p:nvSpPr>
            <p:cNvPr id="1658" name="Google Shape;1658;p18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8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8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8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8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8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8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8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6" name="Google Shape;1666;p18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667" name="Shape 1667"/>
        <p:cNvGrpSpPr/>
        <p:nvPr/>
      </p:nvGrpSpPr>
      <p:grpSpPr>
        <a:xfrm>
          <a:off x="0" y="0"/>
          <a:ext cx="0" cy="0"/>
          <a:chOff x="0" y="0"/>
          <a:chExt cx="0" cy="0"/>
        </a:xfrm>
      </p:grpSpPr>
      <p:grpSp>
        <p:nvGrpSpPr>
          <p:cNvPr id="1668" name="Google Shape;1668;p186"/>
          <p:cNvGrpSpPr/>
          <p:nvPr/>
        </p:nvGrpSpPr>
        <p:grpSpPr>
          <a:xfrm>
            <a:off x="-247298" y="-446215"/>
            <a:ext cx="9638610" cy="6030088"/>
            <a:chOff x="-247298" y="-446215"/>
            <a:chExt cx="9638610" cy="6030088"/>
          </a:xfrm>
        </p:grpSpPr>
        <p:sp>
          <p:nvSpPr>
            <p:cNvPr id="1669" name="Google Shape;1669;p186"/>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86"/>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8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86"/>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86"/>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86"/>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86"/>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86"/>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7" name="Google Shape;1677;p1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678" name="Shape 1678"/>
        <p:cNvGrpSpPr/>
        <p:nvPr/>
      </p:nvGrpSpPr>
      <p:grpSpPr>
        <a:xfrm>
          <a:off x="0" y="0"/>
          <a:ext cx="0" cy="0"/>
          <a:chOff x="0" y="0"/>
          <a:chExt cx="0" cy="0"/>
        </a:xfrm>
      </p:grpSpPr>
      <p:grpSp>
        <p:nvGrpSpPr>
          <p:cNvPr id="1679" name="Google Shape;1679;p187"/>
          <p:cNvGrpSpPr/>
          <p:nvPr/>
        </p:nvGrpSpPr>
        <p:grpSpPr>
          <a:xfrm>
            <a:off x="-548808" y="-584898"/>
            <a:ext cx="10241610" cy="6168779"/>
            <a:chOff x="-548808" y="-584898"/>
            <a:chExt cx="10241610" cy="6168779"/>
          </a:xfrm>
        </p:grpSpPr>
        <p:sp>
          <p:nvSpPr>
            <p:cNvPr id="1680" name="Google Shape;1680;p187"/>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8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87"/>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87"/>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87"/>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87"/>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87"/>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87"/>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8" name="Google Shape;1688;p1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689" name="Shape 1689"/>
        <p:cNvGrpSpPr/>
        <p:nvPr/>
      </p:nvGrpSpPr>
      <p:grpSpPr>
        <a:xfrm>
          <a:off x="0" y="0"/>
          <a:ext cx="0" cy="0"/>
          <a:chOff x="0" y="0"/>
          <a:chExt cx="0" cy="0"/>
        </a:xfrm>
      </p:grpSpPr>
      <p:sp>
        <p:nvSpPr>
          <p:cNvPr id="1690" name="Google Shape;1690;p1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91" name="Google Shape;1691;p188"/>
          <p:cNvGrpSpPr/>
          <p:nvPr/>
        </p:nvGrpSpPr>
        <p:grpSpPr>
          <a:xfrm>
            <a:off x="-476796" y="2900252"/>
            <a:ext cx="10097585" cy="2865204"/>
            <a:chOff x="-476796" y="2900252"/>
            <a:chExt cx="10097585" cy="2865204"/>
          </a:xfrm>
        </p:grpSpPr>
        <p:grpSp>
          <p:nvGrpSpPr>
            <p:cNvPr id="1692" name="Google Shape;1692;p188"/>
            <p:cNvGrpSpPr/>
            <p:nvPr/>
          </p:nvGrpSpPr>
          <p:grpSpPr>
            <a:xfrm>
              <a:off x="-476796" y="2900252"/>
              <a:ext cx="10097585" cy="2865204"/>
              <a:chOff x="-476796" y="2900252"/>
              <a:chExt cx="10097585" cy="2865204"/>
            </a:xfrm>
          </p:grpSpPr>
          <p:sp>
            <p:nvSpPr>
              <p:cNvPr id="1693" name="Google Shape;1693;p188"/>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88"/>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88"/>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88"/>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88"/>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88"/>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88"/>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0" name="Google Shape;1700;p188"/>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701" name="Shape 1701"/>
        <p:cNvGrpSpPr/>
        <p:nvPr/>
      </p:nvGrpSpPr>
      <p:grpSpPr>
        <a:xfrm>
          <a:off x="0" y="0"/>
          <a:ext cx="0" cy="0"/>
          <a:chOff x="0" y="0"/>
          <a:chExt cx="0" cy="0"/>
        </a:xfrm>
      </p:grpSpPr>
      <p:grpSp>
        <p:nvGrpSpPr>
          <p:cNvPr id="1702" name="Google Shape;1702;p189"/>
          <p:cNvGrpSpPr/>
          <p:nvPr/>
        </p:nvGrpSpPr>
        <p:grpSpPr>
          <a:xfrm>
            <a:off x="-145083" y="-503840"/>
            <a:ext cx="9434170" cy="6151188"/>
            <a:chOff x="-145083" y="-503840"/>
            <a:chExt cx="9434170" cy="6151188"/>
          </a:xfrm>
        </p:grpSpPr>
        <p:sp>
          <p:nvSpPr>
            <p:cNvPr id="1703" name="Google Shape;1703;p189"/>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89"/>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89"/>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89"/>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89"/>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89"/>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89"/>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89"/>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1" name="Google Shape;1711;p189"/>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12" name="Google Shape;1712;p189"/>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3" name="Google Shape;1713;p189"/>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714" name="Shape 1714"/>
        <p:cNvGrpSpPr/>
        <p:nvPr/>
      </p:nvGrpSpPr>
      <p:grpSpPr>
        <a:xfrm>
          <a:off x="0" y="0"/>
          <a:ext cx="0" cy="0"/>
          <a:chOff x="0" y="0"/>
          <a:chExt cx="0" cy="0"/>
        </a:xfrm>
      </p:grpSpPr>
      <p:grpSp>
        <p:nvGrpSpPr>
          <p:cNvPr id="1715" name="Google Shape;1715;p190"/>
          <p:cNvGrpSpPr/>
          <p:nvPr/>
        </p:nvGrpSpPr>
        <p:grpSpPr>
          <a:xfrm>
            <a:off x="-247298" y="-446215"/>
            <a:ext cx="9638600" cy="6030088"/>
            <a:chOff x="-247298" y="-446215"/>
            <a:chExt cx="9638600" cy="6030088"/>
          </a:xfrm>
        </p:grpSpPr>
        <p:sp>
          <p:nvSpPr>
            <p:cNvPr id="1716" name="Google Shape;1716;p19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9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9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9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9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9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9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9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4" name="Google Shape;1724;p19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25" name="Google Shape;1725;p19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26" name="Shape 1726"/>
        <p:cNvGrpSpPr/>
        <p:nvPr/>
      </p:nvGrpSpPr>
      <p:grpSpPr>
        <a:xfrm>
          <a:off x="0" y="0"/>
          <a:ext cx="0" cy="0"/>
          <a:chOff x="0" y="0"/>
          <a:chExt cx="0" cy="0"/>
        </a:xfrm>
      </p:grpSpPr>
      <p:grpSp>
        <p:nvGrpSpPr>
          <p:cNvPr id="1727" name="Google Shape;1727;p191"/>
          <p:cNvGrpSpPr/>
          <p:nvPr/>
        </p:nvGrpSpPr>
        <p:grpSpPr>
          <a:xfrm flipH="1">
            <a:off x="-247298" y="-446215"/>
            <a:ext cx="9638600" cy="6030088"/>
            <a:chOff x="-247298" y="-446215"/>
            <a:chExt cx="9638600" cy="6030088"/>
          </a:xfrm>
        </p:grpSpPr>
        <p:sp>
          <p:nvSpPr>
            <p:cNvPr id="1728" name="Google Shape;1728;p19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9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9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9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9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9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9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9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6" name="Google Shape;1736;p191"/>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37" name="Google Shape;1737;p191"/>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738" name="Shape 1738"/>
        <p:cNvGrpSpPr/>
        <p:nvPr/>
      </p:nvGrpSpPr>
      <p:grpSpPr>
        <a:xfrm>
          <a:off x="0" y="0"/>
          <a:ext cx="0" cy="0"/>
          <a:chOff x="0" y="0"/>
          <a:chExt cx="0" cy="0"/>
        </a:xfrm>
      </p:grpSpPr>
      <p:grpSp>
        <p:nvGrpSpPr>
          <p:cNvPr id="1739" name="Google Shape;1739;p192"/>
          <p:cNvGrpSpPr/>
          <p:nvPr/>
        </p:nvGrpSpPr>
        <p:grpSpPr>
          <a:xfrm>
            <a:off x="-247298" y="-446215"/>
            <a:ext cx="9638600" cy="6030088"/>
            <a:chOff x="-247298" y="-446215"/>
            <a:chExt cx="9638600" cy="6030088"/>
          </a:xfrm>
        </p:grpSpPr>
        <p:sp>
          <p:nvSpPr>
            <p:cNvPr id="1740" name="Google Shape;1740;p19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9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9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9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9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9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9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9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8" name="Google Shape;1748;p1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49" name="Google Shape;1749;p192"/>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1750" name="Shape 1750"/>
        <p:cNvGrpSpPr/>
        <p:nvPr/>
      </p:nvGrpSpPr>
      <p:grpSpPr>
        <a:xfrm>
          <a:off x="0" y="0"/>
          <a:ext cx="0" cy="0"/>
          <a:chOff x="0" y="0"/>
          <a:chExt cx="0" cy="0"/>
        </a:xfrm>
      </p:grpSpPr>
      <p:grpSp>
        <p:nvGrpSpPr>
          <p:cNvPr id="1751" name="Google Shape;1751;p193"/>
          <p:cNvGrpSpPr/>
          <p:nvPr/>
        </p:nvGrpSpPr>
        <p:grpSpPr>
          <a:xfrm>
            <a:off x="-535133" y="-37823"/>
            <a:ext cx="10207495" cy="5621696"/>
            <a:chOff x="-535133" y="-37823"/>
            <a:chExt cx="10207495" cy="5621696"/>
          </a:xfrm>
        </p:grpSpPr>
        <p:sp>
          <p:nvSpPr>
            <p:cNvPr id="1752" name="Google Shape;1752;p19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9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9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9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9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19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9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9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0" name="Google Shape;1760;p1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61" name="Google Shape;1761;p193"/>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762" name="Shape 1762"/>
        <p:cNvGrpSpPr/>
        <p:nvPr/>
      </p:nvGrpSpPr>
      <p:grpSpPr>
        <a:xfrm>
          <a:off x="0" y="0"/>
          <a:ext cx="0" cy="0"/>
          <a:chOff x="0" y="0"/>
          <a:chExt cx="0" cy="0"/>
        </a:xfrm>
      </p:grpSpPr>
      <p:grpSp>
        <p:nvGrpSpPr>
          <p:cNvPr id="1763" name="Google Shape;1763;p194"/>
          <p:cNvGrpSpPr/>
          <p:nvPr/>
        </p:nvGrpSpPr>
        <p:grpSpPr>
          <a:xfrm>
            <a:off x="-310473" y="3500727"/>
            <a:ext cx="9764950" cy="2327954"/>
            <a:chOff x="-310473" y="3500727"/>
            <a:chExt cx="9764950" cy="2327954"/>
          </a:xfrm>
        </p:grpSpPr>
        <p:sp>
          <p:nvSpPr>
            <p:cNvPr id="1764" name="Google Shape;1764;p194"/>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94"/>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94"/>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94"/>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94"/>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94"/>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94"/>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94"/>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2" name="Google Shape;1772;p1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73" name="Google Shape;1773;p194"/>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4" name="Google Shape;1774;p194"/>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5" name="Google Shape;1775;p194"/>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76" name="Google Shape;1776;p194"/>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777" name="Shape 1777"/>
        <p:cNvGrpSpPr/>
        <p:nvPr/>
      </p:nvGrpSpPr>
      <p:grpSpPr>
        <a:xfrm>
          <a:off x="0" y="0"/>
          <a:ext cx="0" cy="0"/>
          <a:chOff x="0" y="0"/>
          <a:chExt cx="0" cy="0"/>
        </a:xfrm>
      </p:grpSpPr>
      <p:grpSp>
        <p:nvGrpSpPr>
          <p:cNvPr id="1778" name="Google Shape;1778;p195"/>
          <p:cNvGrpSpPr/>
          <p:nvPr/>
        </p:nvGrpSpPr>
        <p:grpSpPr>
          <a:xfrm>
            <a:off x="-655296" y="3436585"/>
            <a:ext cx="10454595" cy="2311221"/>
            <a:chOff x="-655296" y="3436585"/>
            <a:chExt cx="10454595" cy="2311221"/>
          </a:xfrm>
        </p:grpSpPr>
        <p:sp>
          <p:nvSpPr>
            <p:cNvPr id="1779" name="Google Shape;1779;p195"/>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95"/>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95"/>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95"/>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95"/>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95"/>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95"/>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95"/>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7" name="Google Shape;1787;p1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88" name="Google Shape;1788;p195"/>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89" name="Google Shape;1789;p195"/>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90" name="Shape 1790"/>
        <p:cNvGrpSpPr/>
        <p:nvPr/>
      </p:nvGrpSpPr>
      <p:grpSpPr>
        <a:xfrm>
          <a:off x="0" y="0"/>
          <a:ext cx="0" cy="0"/>
          <a:chOff x="0" y="0"/>
          <a:chExt cx="0" cy="0"/>
        </a:xfrm>
      </p:grpSpPr>
      <p:grpSp>
        <p:nvGrpSpPr>
          <p:cNvPr id="1791" name="Google Shape;1791;p196"/>
          <p:cNvGrpSpPr/>
          <p:nvPr/>
        </p:nvGrpSpPr>
        <p:grpSpPr>
          <a:xfrm>
            <a:off x="-512036" y="-358023"/>
            <a:ext cx="10169413" cy="5930154"/>
            <a:chOff x="-512036" y="-358023"/>
            <a:chExt cx="10169413" cy="5930154"/>
          </a:xfrm>
        </p:grpSpPr>
        <p:sp>
          <p:nvSpPr>
            <p:cNvPr id="1792" name="Google Shape;1792;p196"/>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96"/>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96"/>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96"/>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96"/>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96"/>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96"/>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96"/>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0" name="Google Shape;1800;p1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01" name="Google Shape;1801;p19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2" name="Google Shape;1802;p19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3" name="Google Shape;1803;p19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4" name="Google Shape;1804;p19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05" name="Google Shape;1805;p19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06" name="Google Shape;1806;p19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07" name="Shape 1807"/>
        <p:cNvGrpSpPr/>
        <p:nvPr/>
      </p:nvGrpSpPr>
      <p:grpSpPr>
        <a:xfrm>
          <a:off x="0" y="0"/>
          <a:ext cx="0" cy="0"/>
          <a:chOff x="0" y="0"/>
          <a:chExt cx="0" cy="0"/>
        </a:xfrm>
      </p:grpSpPr>
      <p:grpSp>
        <p:nvGrpSpPr>
          <p:cNvPr id="1808" name="Google Shape;1808;p197"/>
          <p:cNvGrpSpPr/>
          <p:nvPr/>
        </p:nvGrpSpPr>
        <p:grpSpPr>
          <a:xfrm>
            <a:off x="-519458" y="2674710"/>
            <a:ext cx="10224210" cy="2744938"/>
            <a:chOff x="-519458" y="2674710"/>
            <a:chExt cx="10224210" cy="2744938"/>
          </a:xfrm>
        </p:grpSpPr>
        <p:sp>
          <p:nvSpPr>
            <p:cNvPr id="1809" name="Google Shape;1809;p197"/>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97"/>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97"/>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97"/>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97"/>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97"/>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97"/>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97"/>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7" name="Google Shape;1817;p1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18" name="Google Shape;1818;p197"/>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9" name="Google Shape;1819;p197"/>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0" name="Google Shape;1820;p197"/>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1" name="Google Shape;1821;p197"/>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2" name="Google Shape;1822;p197"/>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23" name="Google Shape;1823;p197"/>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24" name="Google Shape;1824;p197"/>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25" name="Google Shape;1825;p197"/>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26" name="Shape 1826"/>
        <p:cNvGrpSpPr/>
        <p:nvPr/>
      </p:nvGrpSpPr>
      <p:grpSpPr>
        <a:xfrm>
          <a:off x="0" y="0"/>
          <a:ext cx="0" cy="0"/>
          <a:chOff x="0" y="0"/>
          <a:chExt cx="0" cy="0"/>
        </a:xfrm>
      </p:grpSpPr>
      <p:grpSp>
        <p:nvGrpSpPr>
          <p:cNvPr id="1827" name="Google Shape;1827;p198"/>
          <p:cNvGrpSpPr/>
          <p:nvPr/>
        </p:nvGrpSpPr>
        <p:grpSpPr>
          <a:xfrm>
            <a:off x="-266473" y="3341397"/>
            <a:ext cx="9676960" cy="2321921"/>
            <a:chOff x="-266473" y="3341397"/>
            <a:chExt cx="9676960" cy="2321921"/>
          </a:xfrm>
        </p:grpSpPr>
        <p:sp>
          <p:nvSpPr>
            <p:cNvPr id="1828" name="Google Shape;1828;p198"/>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98"/>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98"/>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98"/>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98"/>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98"/>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98"/>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98"/>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19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37" name="Google Shape;1837;p198"/>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8" name="Google Shape;1838;p198"/>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9" name="Google Shape;1839;p198"/>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0" name="Google Shape;1840;p198"/>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1" name="Google Shape;1841;p198"/>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2" name="Google Shape;1842;p198"/>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3" name="Google Shape;1843;p198"/>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44" name="Google Shape;1844;p198"/>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45" name="Google Shape;1845;p198"/>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46" name="Google Shape;1846;p198"/>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47" name="Google Shape;1847;p198"/>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848" name="Google Shape;1848;p198"/>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849" name="Shape 1849"/>
        <p:cNvGrpSpPr/>
        <p:nvPr/>
      </p:nvGrpSpPr>
      <p:grpSpPr>
        <a:xfrm>
          <a:off x="0" y="0"/>
          <a:ext cx="0" cy="0"/>
          <a:chOff x="0" y="0"/>
          <a:chExt cx="0" cy="0"/>
        </a:xfrm>
      </p:grpSpPr>
      <p:sp>
        <p:nvSpPr>
          <p:cNvPr id="1850" name="Google Shape;1850;p199"/>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851" name="Google Shape;1851;p199"/>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852" name="Google Shape;1852;p199"/>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853" name="Google Shape;1853;p199"/>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854" name="Google Shape;1854;p199"/>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855" name="Google Shape;1855;p199"/>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856" name="Shape 1856"/>
        <p:cNvGrpSpPr/>
        <p:nvPr/>
      </p:nvGrpSpPr>
      <p:grpSpPr>
        <a:xfrm>
          <a:off x="0" y="0"/>
          <a:ext cx="0" cy="0"/>
          <a:chOff x="0" y="0"/>
          <a:chExt cx="0" cy="0"/>
        </a:xfrm>
      </p:grpSpPr>
      <p:sp>
        <p:nvSpPr>
          <p:cNvPr id="1857" name="Google Shape;1857;p200"/>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58" name="Google Shape;1858;p200"/>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59" name="Google Shape;1859;p200"/>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60" name="Shape 1860"/>
        <p:cNvGrpSpPr/>
        <p:nvPr/>
      </p:nvGrpSpPr>
      <p:grpSpPr>
        <a:xfrm>
          <a:off x="0" y="0"/>
          <a:ext cx="0" cy="0"/>
          <a:chOff x="0" y="0"/>
          <a:chExt cx="0" cy="0"/>
        </a:xfrm>
      </p:grpSpPr>
      <p:grpSp>
        <p:nvGrpSpPr>
          <p:cNvPr id="1861" name="Google Shape;1861;p201"/>
          <p:cNvGrpSpPr/>
          <p:nvPr/>
        </p:nvGrpSpPr>
        <p:grpSpPr>
          <a:xfrm>
            <a:off x="-247298" y="-446215"/>
            <a:ext cx="9638610" cy="6030088"/>
            <a:chOff x="-247298" y="-446215"/>
            <a:chExt cx="9638610" cy="6030088"/>
          </a:xfrm>
        </p:grpSpPr>
        <p:sp>
          <p:nvSpPr>
            <p:cNvPr id="1862" name="Google Shape;1862;p201"/>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01"/>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0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01"/>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01"/>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01"/>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01"/>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01"/>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870" name="Shape 1870"/>
        <p:cNvGrpSpPr/>
        <p:nvPr/>
      </p:nvGrpSpPr>
      <p:grpSpPr>
        <a:xfrm>
          <a:off x="0" y="0"/>
          <a:ext cx="0" cy="0"/>
          <a:chOff x="0" y="0"/>
          <a:chExt cx="0" cy="0"/>
        </a:xfrm>
      </p:grpSpPr>
      <p:grpSp>
        <p:nvGrpSpPr>
          <p:cNvPr id="1871" name="Google Shape;1871;p202"/>
          <p:cNvGrpSpPr/>
          <p:nvPr/>
        </p:nvGrpSpPr>
        <p:grpSpPr>
          <a:xfrm>
            <a:off x="-476796" y="2900252"/>
            <a:ext cx="10097585" cy="2865204"/>
            <a:chOff x="-476796" y="2900252"/>
            <a:chExt cx="10097585" cy="2865204"/>
          </a:xfrm>
        </p:grpSpPr>
        <p:grpSp>
          <p:nvGrpSpPr>
            <p:cNvPr id="1872" name="Google Shape;1872;p202"/>
            <p:cNvGrpSpPr/>
            <p:nvPr/>
          </p:nvGrpSpPr>
          <p:grpSpPr>
            <a:xfrm>
              <a:off x="-476796" y="2900252"/>
              <a:ext cx="10097585" cy="2865204"/>
              <a:chOff x="-476796" y="2900252"/>
              <a:chExt cx="10097585" cy="2865204"/>
            </a:xfrm>
          </p:grpSpPr>
          <p:sp>
            <p:nvSpPr>
              <p:cNvPr id="1873" name="Google Shape;1873;p202"/>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02"/>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02"/>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02"/>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02"/>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02"/>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02"/>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0" name="Google Shape;1880;p202"/>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84" name="Shape 1884"/>
        <p:cNvGrpSpPr/>
        <p:nvPr/>
      </p:nvGrpSpPr>
      <p:grpSpPr>
        <a:xfrm>
          <a:off x="0" y="0"/>
          <a:ext cx="0" cy="0"/>
          <a:chOff x="0" y="0"/>
          <a:chExt cx="0" cy="0"/>
        </a:xfrm>
      </p:grpSpPr>
      <p:sp>
        <p:nvSpPr>
          <p:cNvPr id="1885" name="Google Shape;1885;p204"/>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886" name="Google Shape;1886;p204"/>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87" name="Shape 1887"/>
        <p:cNvGrpSpPr/>
        <p:nvPr/>
      </p:nvGrpSpPr>
      <p:grpSpPr>
        <a:xfrm>
          <a:off x="0" y="0"/>
          <a:ext cx="0" cy="0"/>
          <a:chOff x="0" y="0"/>
          <a:chExt cx="0" cy="0"/>
        </a:xfrm>
      </p:grpSpPr>
      <p:sp>
        <p:nvSpPr>
          <p:cNvPr id="1888" name="Google Shape;1888;p205"/>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9" name="Google Shape;1889;p205"/>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890" name="Google Shape;1890;p205"/>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91" name="Shape 1891"/>
        <p:cNvGrpSpPr/>
        <p:nvPr/>
      </p:nvGrpSpPr>
      <p:grpSpPr>
        <a:xfrm>
          <a:off x="0" y="0"/>
          <a:ext cx="0" cy="0"/>
          <a:chOff x="0" y="0"/>
          <a:chExt cx="0" cy="0"/>
        </a:xfrm>
      </p:grpSpPr>
      <p:grpSp>
        <p:nvGrpSpPr>
          <p:cNvPr id="1892" name="Google Shape;1892;p206"/>
          <p:cNvGrpSpPr/>
          <p:nvPr/>
        </p:nvGrpSpPr>
        <p:grpSpPr>
          <a:xfrm>
            <a:off x="-247298" y="-446215"/>
            <a:ext cx="9638600" cy="6030088"/>
            <a:chOff x="-247298" y="-446215"/>
            <a:chExt cx="9638600" cy="6030088"/>
          </a:xfrm>
        </p:grpSpPr>
        <p:sp>
          <p:nvSpPr>
            <p:cNvPr id="1893" name="Google Shape;1893;p20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0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0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0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0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06"/>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06"/>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06"/>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1" name="Google Shape;1901;p2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02" name="Google Shape;1902;p206"/>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03" name="Shape 1903"/>
        <p:cNvGrpSpPr/>
        <p:nvPr/>
      </p:nvGrpSpPr>
      <p:grpSpPr>
        <a:xfrm>
          <a:off x="0" y="0"/>
          <a:ext cx="0" cy="0"/>
          <a:chOff x="0" y="0"/>
          <a:chExt cx="0" cy="0"/>
        </a:xfrm>
      </p:grpSpPr>
      <p:grpSp>
        <p:nvGrpSpPr>
          <p:cNvPr id="1904" name="Google Shape;1904;p207"/>
          <p:cNvGrpSpPr/>
          <p:nvPr/>
        </p:nvGrpSpPr>
        <p:grpSpPr>
          <a:xfrm>
            <a:off x="-247298" y="-446215"/>
            <a:ext cx="9638600" cy="6030088"/>
            <a:chOff x="-247298" y="-446215"/>
            <a:chExt cx="9638600" cy="6030088"/>
          </a:xfrm>
        </p:grpSpPr>
        <p:sp>
          <p:nvSpPr>
            <p:cNvPr id="1905" name="Google Shape;1905;p207"/>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07"/>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07"/>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0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07"/>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07"/>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07"/>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07"/>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3" name="Google Shape;1913;p2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14" name="Google Shape;1914;p207"/>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15" name="Google Shape;1915;p207"/>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16" name="Google Shape;1916;p207"/>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17" name="Google Shape;1917;p207"/>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18" name="Shape 1918"/>
        <p:cNvGrpSpPr/>
        <p:nvPr/>
      </p:nvGrpSpPr>
      <p:grpSpPr>
        <a:xfrm>
          <a:off x="0" y="0"/>
          <a:ext cx="0" cy="0"/>
          <a:chOff x="0" y="0"/>
          <a:chExt cx="0" cy="0"/>
        </a:xfrm>
      </p:grpSpPr>
      <p:grpSp>
        <p:nvGrpSpPr>
          <p:cNvPr id="1919" name="Google Shape;1919;p208"/>
          <p:cNvGrpSpPr/>
          <p:nvPr/>
        </p:nvGrpSpPr>
        <p:grpSpPr>
          <a:xfrm>
            <a:off x="-247298" y="-284290"/>
            <a:ext cx="9638600" cy="5868163"/>
            <a:chOff x="-247298" y="-284290"/>
            <a:chExt cx="9638600" cy="5868163"/>
          </a:xfrm>
        </p:grpSpPr>
        <p:sp>
          <p:nvSpPr>
            <p:cNvPr id="1920" name="Google Shape;1920;p208"/>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08"/>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08"/>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08"/>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08"/>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08"/>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08"/>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08"/>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8" name="Google Shape;1928;p2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29" name="Shape 1929"/>
        <p:cNvGrpSpPr/>
        <p:nvPr/>
      </p:nvGrpSpPr>
      <p:grpSpPr>
        <a:xfrm>
          <a:off x="0" y="0"/>
          <a:ext cx="0" cy="0"/>
          <a:chOff x="0" y="0"/>
          <a:chExt cx="0" cy="0"/>
        </a:xfrm>
      </p:grpSpPr>
      <p:sp>
        <p:nvSpPr>
          <p:cNvPr id="1930" name="Google Shape;1930;p209"/>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31" name="Google Shape;1931;p209"/>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32" name="Shape 1932"/>
        <p:cNvGrpSpPr/>
        <p:nvPr/>
      </p:nvGrpSpPr>
      <p:grpSpPr>
        <a:xfrm>
          <a:off x="0" y="0"/>
          <a:ext cx="0" cy="0"/>
          <a:chOff x="0" y="0"/>
          <a:chExt cx="0" cy="0"/>
        </a:xfrm>
      </p:grpSpPr>
      <p:sp>
        <p:nvSpPr>
          <p:cNvPr id="1933" name="Google Shape;1933;p210"/>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34" name="Shape 1934"/>
        <p:cNvGrpSpPr/>
        <p:nvPr/>
      </p:nvGrpSpPr>
      <p:grpSpPr>
        <a:xfrm>
          <a:off x="0" y="0"/>
          <a:ext cx="0" cy="0"/>
          <a:chOff x="0" y="0"/>
          <a:chExt cx="0" cy="0"/>
        </a:xfrm>
      </p:grpSpPr>
      <p:sp>
        <p:nvSpPr>
          <p:cNvPr id="1935" name="Google Shape;1935;p211"/>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936" name="Google Shape;1936;p211"/>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37" name="Shape 1937"/>
        <p:cNvGrpSpPr/>
        <p:nvPr/>
      </p:nvGrpSpPr>
      <p:grpSpPr>
        <a:xfrm>
          <a:off x="0" y="0"/>
          <a:ext cx="0" cy="0"/>
          <a:chOff x="0" y="0"/>
          <a:chExt cx="0" cy="0"/>
        </a:xfrm>
      </p:grpSpPr>
      <p:sp>
        <p:nvSpPr>
          <p:cNvPr id="1938" name="Google Shape;1938;p212"/>
          <p:cNvSpPr/>
          <p:nvPr>
            <p:ph idx="2" type="pic"/>
          </p:nvPr>
        </p:nvSpPr>
        <p:spPr>
          <a:xfrm>
            <a:off x="-25" y="-13725"/>
            <a:ext cx="9144000" cy="5157300"/>
          </a:xfrm>
          <a:prstGeom prst="rect">
            <a:avLst/>
          </a:prstGeom>
          <a:noFill/>
          <a:ln>
            <a:noFill/>
          </a:ln>
        </p:spPr>
      </p:sp>
      <p:sp>
        <p:nvSpPr>
          <p:cNvPr id="1939" name="Google Shape;1939;p212"/>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40" name="Shape 1940"/>
        <p:cNvGrpSpPr/>
        <p:nvPr/>
      </p:nvGrpSpPr>
      <p:grpSpPr>
        <a:xfrm>
          <a:off x="0" y="0"/>
          <a:ext cx="0" cy="0"/>
          <a:chOff x="0" y="0"/>
          <a:chExt cx="0" cy="0"/>
        </a:xfrm>
      </p:grpSpPr>
      <p:sp>
        <p:nvSpPr>
          <p:cNvPr id="1941" name="Google Shape;1941;p213"/>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942" name="Google Shape;1942;p213"/>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43" name="Shape 1943"/>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44" name="Shape 1944"/>
        <p:cNvGrpSpPr/>
        <p:nvPr/>
      </p:nvGrpSpPr>
      <p:grpSpPr>
        <a:xfrm>
          <a:off x="0" y="0"/>
          <a:ext cx="0" cy="0"/>
          <a:chOff x="0" y="0"/>
          <a:chExt cx="0" cy="0"/>
        </a:xfrm>
      </p:grpSpPr>
      <p:grpSp>
        <p:nvGrpSpPr>
          <p:cNvPr id="1945" name="Google Shape;1945;p215"/>
          <p:cNvGrpSpPr/>
          <p:nvPr/>
        </p:nvGrpSpPr>
        <p:grpSpPr>
          <a:xfrm>
            <a:off x="-417711" y="-428628"/>
            <a:ext cx="9979385" cy="6000759"/>
            <a:chOff x="-417711" y="-428628"/>
            <a:chExt cx="9979385" cy="6000759"/>
          </a:xfrm>
        </p:grpSpPr>
        <p:sp>
          <p:nvSpPr>
            <p:cNvPr id="1946" name="Google Shape;1946;p215"/>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15"/>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15"/>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15"/>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15"/>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15"/>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15"/>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15"/>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4" name="Google Shape;1954;p2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55" name="Google Shape;1955;p215"/>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6" name="Google Shape;1956;p215"/>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7" name="Google Shape;1957;p215"/>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8" name="Google Shape;1958;p215"/>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9" name="Google Shape;1959;p215"/>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0" name="Google Shape;1960;p215"/>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1" name="Google Shape;1961;p215"/>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2" name="Google Shape;1962;p215"/>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3" name="Google Shape;1963;p215"/>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4" name="Google Shape;1964;p215"/>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5" name="Google Shape;1965;p215"/>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6" name="Google Shape;1966;p215"/>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67" name="Google Shape;1967;p215"/>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68" name="Google Shape;1968;p215"/>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69" name="Google Shape;1969;p215"/>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0" name="Google Shape;1970;p215"/>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1" name="Google Shape;1971;p215"/>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2" name="Google Shape;1972;p215"/>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973" name="Shape 1973"/>
        <p:cNvGrpSpPr/>
        <p:nvPr/>
      </p:nvGrpSpPr>
      <p:grpSpPr>
        <a:xfrm>
          <a:off x="0" y="0"/>
          <a:ext cx="0" cy="0"/>
          <a:chOff x="0" y="0"/>
          <a:chExt cx="0" cy="0"/>
        </a:xfrm>
      </p:grpSpPr>
      <p:grpSp>
        <p:nvGrpSpPr>
          <p:cNvPr id="1974" name="Google Shape;1974;p216"/>
          <p:cNvGrpSpPr/>
          <p:nvPr/>
        </p:nvGrpSpPr>
        <p:grpSpPr>
          <a:xfrm>
            <a:off x="-247298" y="-446215"/>
            <a:ext cx="9638600" cy="6030088"/>
            <a:chOff x="-247298" y="-446215"/>
            <a:chExt cx="9638600" cy="6030088"/>
          </a:xfrm>
        </p:grpSpPr>
        <p:sp>
          <p:nvSpPr>
            <p:cNvPr id="1975" name="Google Shape;1975;p21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1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1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1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1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16"/>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16"/>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16"/>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3" name="Google Shape;1983;p216"/>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984" name="Google Shape;1984;p216"/>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985" name="Shape 1985"/>
        <p:cNvGrpSpPr/>
        <p:nvPr/>
      </p:nvGrpSpPr>
      <p:grpSpPr>
        <a:xfrm>
          <a:off x="0" y="0"/>
          <a:ext cx="0" cy="0"/>
          <a:chOff x="0" y="0"/>
          <a:chExt cx="0" cy="0"/>
        </a:xfrm>
      </p:grpSpPr>
      <p:grpSp>
        <p:nvGrpSpPr>
          <p:cNvPr id="1986" name="Google Shape;1986;p217"/>
          <p:cNvGrpSpPr/>
          <p:nvPr/>
        </p:nvGrpSpPr>
        <p:grpSpPr>
          <a:xfrm>
            <a:off x="-535133" y="-37823"/>
            <a:ext cx="10207495" cy="5621696"/>
            <a:chOff x="-535133" y="-37823"/>
            <a:chExt cx="10207495" cy="5621696"/>
          </a:xfrm>
        </p:grpSpPr>
        <p:sp>
          <p:nvSpPr>
            <p:cNvPr id="1987" name="Google Shape;1987;p217"/>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17"/>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17"/>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17"/>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17"/>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17"/>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17"/>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17"/>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5" name="Google Shape;1995;p2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996" name="Shape 1996"/>
        <p:cNvGrpSpPr/>
        <p:nvPr/>
      </p:nvGrpSpPr>
      <p:grpSpPr>
        <a:xfrm>
          <a:off x="0" y="0"/>
          <a:ext cx="0" cy="0"/>
          <a:chOff x="0" y="0"/>
          <a:chExt cx="0" cy="0"/>
        </a:xfrm>
      </p:grpSpPr>
      <p:grpSp>
        <p:nvGrpSpPr>
          <p:cNvPr id="1997" name="Google Shape;1997;p218"/>
          <p:cNvGrpSpPr/>
          <p:nvPr/>
        </p:nvGrpSpPr>
        <p:grpSpPr>
          <a:xfrm>
            <a:off x="-247298" y="-446215"/>
            <a:ext cx="9638610" cy="6030088"/>
            <a:chOff x="-247298" y="-446215"/>
            <a:chExt cx="9638610" cy="6030088"/>
          </a:xfrm>
        </p:grpSpPr>
        <p:sp>
          <p:nvSpPr>
            <p:cNvPr id="1998" name="Google Shape;1998;p218"/>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18"/>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18"/>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18"/>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18"/>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18"/>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18"/>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18"/>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6" name="Google Shape;2006;p2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007" name="Shape 2007"/>
        <p:cNvGrpSpPr/>
        <p:nvPr/>
      </p:nvGrpSpPr>
      <p:grpSpPr>
        <a:xfrm>
          <a:off x="0" y="0"/>
          <a:ext cx="0" cy="0"/>
          <a:chOff x="0" y="0"/>
          <a:chExt cx="0" cy="0"/>
        </a:xfrm>
      </p:grpSpPr>
      <p:grpSp>
        <p:nvGrpSpPr>
          <p:cNvPr id="2008" name="Google Shape;2008;p219"/>
          <p:cNvGrpSpPr/>
          <p:nvPr/>
        </p:nvGrpSpPr>
        <p:grpSpPr>
          <a:xfrm>
            <a:off x="-548808" y="-584898"/>
            <a:ext cx="10241610" cy="6168779"/>
            <a:chOff x="-548808" y="-584898"/>
            <a:chExt cx="10241610" cy="6168779"/>
          </a:xfrm>
        </p:grpSpPr>
        <p:sp>
          <p:nvSpPr>
            <p:cNvPr id="2009" name="Google Shape;2009;p219"/>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19"/>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19"/>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19"/>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19"/>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19"/>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19"/>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19"/>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7" name="Google Shape;2017;p2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018" name="Shape 2018"/>
        <p:cNvGrpSpPr/>
        <p:nvPr/>
      </p:nvGrpSpPr>
      <p:grpSpPr>
        <a:xfrm>
          <a:off x="0" y="0"/>
          <a:ext cx="0" cy="0"/>
          <a:chOff x="0" y="0"/>
          <a:chExt cx="0" cy="0"/>
        </a:xfrm>
      </p:grpSpPr>
      <p:sp>
        <p:nvSpPr>
          <p:cNvPr id="2019" name="Google Shape;2019;p2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20" name="Google Shape;2020;p220"/>
          <p:cNvGrpSpPr/>
          <p:nvPr/>
        </p:nvGrpSpPr>
        <p:grpSpPr>
          <a:xfrm>
            <a:off x="-476796" y="2900252"/>
            <a:ext cx="10097585" cy="2865204"/>
            <a:chOff x="-476796" y="2900252"/>
            <a:chExt cx="10097585" cy="2865204"/>
          </a:xfrm>
        </p:grpSpPr>
        <p:grpSp>
          <p:nvGrpSpPr>
            <p:cNvPr id="2021" name="Google Shape;2021;p220"/>
            <p:cNvGrpSpPr/>
            <p:nvPr/>
          </p:nvGrpSpPr>
          <p:grpSpPr>
            <a:xfrm>
              <a:off x="-476796" y="2900252"/>
              <a:ext cx="10097585" cy="2865204"/>
              <a:chOff x="-476796" y="2900252"/>
              <a:chExt cx="10097585" cy="2865204"/>
            </a:xfrm>
          </p:grpSpPr>
          <p:sp>
            <p:nvSpPr>
              <p:cNvPr id="2022" name="Google Shape;2022;p220"/>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20"/>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20"/>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20"/>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20"/>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20"/>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20"/>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9" name="Google Shape;2029;p220"/>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030" name="Shape 2030"/>
        <p:cNvGrpSpPr/>
        <p:nvPr/>
      </p:nvGrpSpPr>
      <p:grpSpPr>
        <a:xfrm>
          <a:off x="0" y="0"/>
          <a:ext cx="0" cy="0"/>
          <a:chOff x="0" y="0"/>
          <a:chExt cx="0" cy="0"/>
        </a:xfrm>
      </p:grpSpPr>
      <p:grpSp>
        <p:nvGrpSpPr>
          <p:cNvPr id="2031" name="Google Shape;2031;p221"/>
          <p:cNvGrpSpPr/>
          <p:nvPr/>
        </p:nvGrpSpPr>
        <p:grpSpPr>
          <a:xfrm>
            <a:off x="-145083" y="-503840"/>
            <a:ext cx="9434170" cy="6151188"/>
            <a:chOff x="-145083" y="-503840"/>
            <a:chExt cx="9434170" cy="6151188"/>
          </a:xfrm>
        </p:grpSpPr>
        <p:sp>
          <p:nvSpPr>
            <p:cNvPr id="2032" name="Google Shape;2032;p221"/>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21"/>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21"/>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21"/>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21"/>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21"/>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21"/>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21"/>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0" name="Google Shape;2040;p221"/>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41" name="Google Shape;2041;p221"/>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42" name="Google Shape;2042;p221"/>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043" name="Shape 2043"/>
        <p:cNvGrpSpPr/>
        <p:nvPr/>
      </p:nvGrpSpPr>
      <p:grpSpPr>
        <a:xfrm>
          <a:off x="0" y="0"/>
          <a:ext cx="0" cy="0"/>
          <a:chOff x="0" y="0"/>
          <a:chExt cx="0" cy="0"/>
        </a:xfrm>
      </p:grpSpPr>
      <p:grpSp>
        <p:nvGrpSpPr>
          <p:cNvPr id="2044" name="Google Shape;2044;p222"/>
          <p:cNvGrpSpPr/>
          <p:nvPr/>
        </p:nvGrpSpPr>
        <p:grpSpPr>
          <a:xfrm>
            <a:off x="-247298" y="-446215"/>
            <a:ext cx="9638600" cy="6030088"/>
            <a:chOff x="-247298" y="-446215"/>
            <a:chExt cx="9638600" cy="6030088"/>
          </a:xfrm>
        </p:grpSpPr>
        <p:sp>
          <p:nvSpPr>
            <p:cNvPr id="2045" name="Google Shape;2045;p222"/>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2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2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2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22"/>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22"/>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22"/>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3" name="Google Shape;2053;p222"/>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54" name="Google Shape;2054;p222"/>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055" name="Shape 2055"/>
        <p:cNvGrpSpPr/>
        <p:nvPr/>
      </p:nvGrpSpPr>
      <p:grpSpPr>
        <a:xfrm>
          <a:off x="0" y="0"/>
          <a:ext cx="0" cy="0"/>
          <a:chOff x="0" y="0"/>
          <a:chExt cx="0" cy="0"/>
        </a:xfrm>
      </p:grpSpPr>
      <p:grpSp>
        <p:nvGrpSpPr>
          <p:cNvPr id="2056" name="Google Shape;2056;p223"/>
          <p:cNvGrpSpPr/>
          <p:nvPr/>
        </p:nvGrpSpPr>
        <p:grpSpPr>
          <a:xfrm flipH="1">
            <a:off x="-247298" y="-446215"/>
            <a:ext cx="9638600" cy="6030088"/>
            <a:chOff x="-247298" y="-446215"/>
            <a:chExt cx="9638600" cy="6030088"/>
          </a:xfrm>
        </p:grpSpPr>
        <p:sp>
          <p:nvSpPr>
            <p:cNvPr id="2057" name="Google Shape;2057;p223"/>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23"/>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23"/>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2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23"/>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23"/>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23"/>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23"/>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5" name="Google Shape;2065;p223"/>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66" name="Google Shape;2066;p223"/>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2067" name="Shape 2067"/>
        <p:cNvGrpSpPr/>
        <p:nvPr/>
      </p:nvGrpSpPr>
      <p:grpSpPr>
        <a:xfrm>
          <a:off x="0" y="0"/>
          <a:ext cx="0" cy="0"/>
          <a:chOff x="0" y="0"/>
          <a:chExt cx="0" cy="0"/>
        </a:xfrm>
      </p:grpSpPr>
      <p:grpSp>
        <p:nvGrpSpPr>
          <p:cNvPr id="2068" name="Google Shape;2068;p224"/>
          <p:cNvGrpSpPr/>
          <p:nvPr/>
        </p:nvGrpSpPr>
        <p:grpSpPr>
          <a:xfrm>
            <a:off x="-247298" y="-446215"/>
            <a:ext cx="9638600" cy="6030088"/>
            <a:chOff x="-247298" y="-446215"/>
            <a:chExt cx="9638600" cy="6030088"/>
          </a:xfrm>
        </p:grpSpPr>
        <p:sp>
          <p:nvSpPr>
            <p:cNvPr id="2069" name="Google Shape;2069;p22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2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2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2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2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2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2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2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7" name="Google Shape;2077;p2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78" name="Google Shape;2078;p224"/>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079" name="Shape 2079"/>
        <p:cNvGrpSpPr/>
        <p:nvPr/>
      </p:nvGrpSpPr>
      <p:grpSpPr>
        <a:xfrm>
          <a:off x="0" y="0"/>
          <a:ext cx="0" cy="0"/>
          <a:chOff x="0" y="0"/>
          <a:chExt cx="0" cy="0"/>
        </a:xfrm>
      </p:grpSpPr>
      <p:grpSp>
        <p:nvGrpSpPr>
          <p:cNvPr id="2080" name="Google Shape;2080;p225"/>
          <p:cNvGrpSpPr/>
          <p:nvPr/>
        </p:nvGrpSpPr>
        <p:grpSpPr>
          <a:xfrm>
            <a:off x="-535133" y="-37823"/>
            <a:ext cx="10207495" cy="5621696"/>
            <a:chOff x="-535133" y="-37823"/>
            <a:chExt cx="10207495" cy="5621696"/>
          </a:xfrm>
        </p:grpSpPr>
        <p:sp>
          <p:nvSpPr>
            <p:cNvPr id="2081" name="Google Shape;2081;p22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2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2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2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2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2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2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2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9" name="Google Shape;2089;p2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90" name="Google Shape;2090;p225"/>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91" name="Shape 2091"/>
        <p:cNvGrpSpPr/>
        <p:nvPr/>
      </p:nvGrpSpPr>
      <p:grpSpPr>
        <a:xfrm>
          <a:off x="0" y="0"/>
          <a:ext cx="0" cy="0"/>
          <a:chOff x="0" y="0"/>
          <a:chExt cx="0" cy="0"/>
        </a:xfrm>
      </p:grpSpPr>
      <p:grpSp>
        <p:nvGrpSpPr>
          <p:cNvPr id="2092" name="Google Shape;2092;p226"/>
          <p:cNvGrpSpPr/>
          <p:nvPr/>
        </p:nvGrpSpPr>
        <p:grpSpPr>
          <a:xfrm>
            <a:off x="-310473" y="3500727"/>
            <a:ext cx="9764950" cy="2327954"/>
            <a:chOff x="-310473" y="3500727"/>
            <a:chExt cx="9764950" cy="2327954"/>
          </a:xfrm>
        </p:grpSpPr>
        <p:sp>
          <p:nvSpPr>
            <p:cNvPr id="2093" name="Google Shape;2093;p226"/>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26"/>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26"/>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26"/>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26"/>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26"/>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26"/>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26"/>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1" name="Google Shape;2101;p2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02" name="Google Shape;2102;p226"/>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03" name="Google Shape;2103;p226"/>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04" name="Google Shape;2104;p226"/>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05" name="Google Shape;2105;p226"/>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106" name="Shape 2106"/>
        <p:cNvGrpSpPr/>
        <p:nvPr/>
      </p:nvGrpSpPr>
      <p:grpSpPr>
        <a:xfrm>
          <a:off x="0" y="0"/>
          <a:ext cx="0" cy="0"/>
          <a:chOff x="0" y="0"/>
          <a:chExt cx="0" cy="0"/>
        </a:xfrm>
      </p:grpSpPr>
      <p:grpSp>
        <p:nvGrpSpPr>
          <p:cNvPr id="2107" name="Google Shape;2107;p227"/>
          <p:cNvGrpSpPr/>
          <p:nvPr/>
        </p:nvGrpSpPr>
        <p:grpSpPr>
          <a:xfrm>
            <a:off x="-655296" y="3436585"/>
            <a:ext cx="10454595" cy="2311221"/>
            <a:chOff x="-655296" y="3436585"/>
            <a:chExt cx="10454595" cy="2311221"/>
          </a:xfrm>
        </p:grpSpPr>
        <p:sp>
          <p:nvSpPr>
            <p:cNvPr id="2108" name="Google Shape;2108;p227"/>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27"/>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27"/>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27"/>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27"/>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27"/>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27"/>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27"/>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6" name="Google Shape;2116;p2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17" name="Google Shape;2117;p227"/>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18" name="Google Shape;2118;p227"/>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19" name="Shape 2119"/>
        <p:cNvGrpSpPr/>
        <p:nvPr/>
      </p:nvGrpSpPr>
      <p:grpSpPr>
        <a:xfrm>
          <a:off x="0" y="0"/>
          <a:ext cx="0" cy="0"/>
          <a:chOff x="0" y="0"/>
          <a:chExt cx="0" cy="0"/>
        </a:xfrm>
      </p:grpSpPr>
      <p:grpSp>
        <p:nvGrpSpPr>
          <p:cNvPr id="2120" name="Google Shape;2120;p228"/>
          <p:cNvGrpSpPr/>
          <p:nvPr/>
        </p:nvGrpSpPr>
        <p:grpSpPr>
          <a:xfrm>
            <a:off x="-512036" y="-358023"/>
            <a:ext cx="10169413" cy="5930154"/>
            <a:chOff x="-512036" y="-358023"/>
            <a:chExt cx="10169413" cy="5930154"/>
          </a:xfrm>
        </p:grpSpPr>
        <p:sp>
          <p:nvSpPr>
            <p:cNvPr id="2121" name="Google Shape;2121;p228"/>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28"/>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28"/>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28"/>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28"/>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28"/>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28"/>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28"/>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9" name="Google Shape;2129;p2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30" name="Google Shape;2130;p228"/>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1" name="Google Shape;2131;p228"/>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2" name="Google Shape;2132;p228"/>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3" name="Google Shape;2133;p228"/>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34" name="Google Shape;2134;p228"/>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35" name="Google Shape;2135;p228"/>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36" name="Shape 2136"/>
        <p:cNvGrpSpPr/>
        <p:nvPr/>
      </p:nvGrpSpPr>
      <p:grpSpPr>
        <a:xfrm>
          <a:off x="0" y="0"/>
          <a:ext cx="0" cy="0"/>
          <a:chOff x="0" y="0"/>
          <a:chExt cx="0" cy="0"/>
        </a:xfrm>
      </p:grpSpPr>
      <p:grpSp>
        <p:nvGrpSpPr>
          <p:cNvPr id="2137" name="Google Shape;2137;p229"/>
          <p:cNvGrpSpPr/>
          <p:nvPr/>
        </p:nvGrpSpPr>
        <p:grpSpPr>
          <a:xfrm>
            <a:off x="-519458" y="2674710"/>
            <a:ext cx="10224210" cy="2744938"/>
            <a:chOff x="-519458" y="2674710"/>
            <a:chExt cx="10224210" cy="2744938"/>
          </a:xfrm>
        </p:grpSpPr>
        <p:sp>
          <p:nvSpPr>
            <p:cNvPr id="2138" name="Google Shape;2138;p229"/>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29"/>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29"/>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29"/>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29"/>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29"/>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29"/>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29"/>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6" name="Google Shape;2146;p2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7" name="Google Shape;2147;p229"/>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48" name="Google Shape;2148;p229"/>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49" name="Google Shape;2149;p229"/>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0" name="Google Shape;2150;p229"/>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1" name="Google Shape;2151;p229"/>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2" name="Google Shape;2152;p229"/>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3" name="Google Shape;2153;p229"/>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4" name="Google Shape;2154;p229"/>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155" name="Shape 2155"/>
        <p:cNvGrpSpPr/>
        <p:nvPr/>
      </p:nvGrpSpPr>
      <p:grpSpPr>
        <a:xfrm>
          <a:off x="0" y="0"/>
          <a:ext cx="0" cy="0"/>
          <a:chOff x="0" y="0"/>
          <a:chExt cx="0" cy="0"/>
        </a:xfrm>
      </p:grpSpPr>
      <p:grpSp>
        <p:nvGrpSpPr>
          <p:cNvPr id="2156" name="Google Shape;2156;p230"/>
          <p:cNvGrpSpPr/>
          <p:nvPr/>
        </p:nvGrpSpPr>
        <p:grpSpPr>
          <a:xfrm>
            <a:off x="-266473" y="3341397"/>
            <a:ext cx="9676960" cy="2321921"/>
            <a:chOff x="-266473" y="3341397"/>
            <a:chExt cx="9676960" cy="2321921"/>
          </a:xfrm>
        </p:grpSpPr>
        <p:sp>
          <p:nvSpPr>
            <p:cNvPr id="2157" name="Google Shape;2157;p230"/>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30"/>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30"/>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30"/>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30"/>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30"/>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30"/>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30"/>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5" name="Google Shape;2165;p2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66" name="Google Shape;2166;p230"/>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67" name="Google Shape;2167;p230"/>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68" name="Google Shape;2168;p230"/>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69" name="Google Shape;2169;p230"/>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0" name="Google Shape;2170;p230"/>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1" name="Google Shape;2171;p230"/>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2" name="Google Shape;2172;p230"/>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3" name="Google Shape;2173;p230"/>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4" name="Google Shape;2174;p230"/>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5" name="Google Shape;2175;p230"/>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6" name="Google Shape;2176;p230"/>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7" name="Google Shape;2177;p230"/>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178" name="Shape 2178"/>
        <p:cNvGrpSpPr/>
        <p:nvPr/>
      </p:nvGrpSpPr>
      <p:grpSpPr>
        <a:xfrm>
          <a:off x="0" y="0"/>
          <a:ext cx="0" cy="0"/>
          <a:chOff x="0" y="0"/>
          <a:chExt cx="0" cy="0"/>
        </a:xfrm>
      </p:grpSpPr>
      <p:sp>
        <p:nvSpPr>
          <p:cNvPr id="2179" name="Google Shape;2179;p231"/>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180" name="Google Shape;2180;p231"/>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181" name="Google Shape;2181;p231"/>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182" name="Google Shape;2182;p231"/>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183" name="Google Shape;2183;p231"/>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184" name="Google Shape;2184;p231"/>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85" name="Shape 2185"/>
        <p:cNvGrpSpPr/>
        <p:nvPr/>
      </p:nvGrpSpPr>
      <p:grpSpPr>
        <a:xfrm>
          <a:off x="0" y="0"/>
          <a:ext cx="0" cy="0"/>
          <a:chOff x="0" y="0"/>
          <a:chExt cx="0" cy="0"/>
        </a:xfrm>
      </p:grpSpPr>
      <p:sp>
        <p:nvSpPr>
          <p:cNvPr id="2186" name="Google Shape;2186;p232"/>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87" name="Google Shape;2187;p232"/>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88" name="Google Shape;2188;p232"/>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189" name="Shape 2189"/>
        <p:cNvGrpSpPr/>
        <p:nvPr/>
      </p:nvGrpSpPr>
      <p:grpSpPr>
        <a:xfrm>
          <a:off x="0" y="0"/>
          <a:ext cx="0" cy="0"/>
          <a:chOff x="0" y="0"/>
          <a:chExt cx="0" cy="0"/>
        </a:xfrm>
      </p:grpSpPr>
      <p:grpSp>
        <p:nvGrpSpPr>
          <p:cNvPr id="2190" name="Google Shape;2190;p233"/>
          <p:cNvGrpSpPr/>
          <p:nvPr/>
        </p:nvGrpSpPr>
        <p:grpSpPr>
          <a:xfrm>
            <a:off x="-247298" y="-446215"/>
            <a:ext cx="9638610" cy="6030088"/>
            <a:chOff x="-247298" y="-446215"/>
            <a:chExt cx="9638610" cy="6030088"/>
          </a:xfrm>
        </p:grpSpPr>
        <p:sp>
          <p:nvSpPr>
            <p:cNvPr id="2191" name="Google Shape;2191;p233"/>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33"/>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3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33"/>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33"/>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33"/>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33"/>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33"/>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99" name="Shape 2199"/>
        <p:cNvGrpSpPr/>
        <p:nvPr/>
      </p:nvGrpSpPr>
      <p:grpSpPr>
        <a:xfrm>
          <a:off x="0" y="0"/>
          <a:ext cx="0" cy="0"/>
          <a:chOff x="0" y="0"/>
          <a:chExt cx="0" cy="0"/>
        </a:xfrm>
      </p:grpSpPr>
      <p:grpSp>
        <p:nvGrpSpPr>
          <p:cNvPr id="2200" name="Google Shape;2200;p234"/>
          <p:cNvGrpSpPr/>
          <p:nvPr/>
        </p:nvGrpSpPr>
        <p:grpSpPr>
          <a:xfrm>
            <a:off x="-476796" y="2900252"/>
            <a:ext cx="10097585" cy="2865204"/>
            <a:chOff x="-476796" y="2900252"/>
            <a:chExt cx="10097585" cy="2865204"/>
          </a:xfrm>
        </p:grpSpPr>
        <p:grpSp>
          <p:nvGrpSpPr>
            <p:cNvPr id="2201" name="Google Shape;2201;p234"/>
            <p:cNvGrpSpPr/>
            <p:nvPr/>
          </p:nvGrpSpPr>
          <p:grpSpPr>
            <a:xfrm>
              <a:off x="-476796" y="2900252"/>
              <a:ext cx="10097585" cy="2865204"/>
              <a:chOff x="-476796" y="2900252"/>
              <a:chExt cx="10097585" cy="2865204"/>
            </a:xfrm>
          </p:grpSpPr>
          <p:sp>
            <p:nvSpPr>
              <p:cNvPr id="2202" name="Google Shape;2202;p234"/>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34"/>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34"/>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34"/>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34"/>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34"/>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34"/>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9" name="Google Shape;2209;p234"/>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13" name="Shape 2213"/>
        <p:cNvGrpSpPr/>
        <p:nvPr/>
      </p:nvGrpSpPr>
      <p:grpSpPr>
        <a:xfrm>
          <a:off x="0" y="0"/>
          <a:ext cx="0" cy="0"/>
          <a:chOff x="0" y="0"/>
          <a:chExt cx="0" cy="0"/>
        </a:xfrm>
      </p:grpSpPr>
      <p:grpSp>
        <p:nvGrpSpPr>
          <p:cNvPr id="2214" name="Google Shape;2214;p236"/>
          <p:cNvGrpSpPr/>
          <p:nvPr/>
        </p:nvGrpSpPr>
        <p:grpSpPr>
          <a:xfrm>
            <a:off x="0" y="0"/>
            <a:ext cx="9144001" cy="5143500"/>
            <a:chOff x="0" y="0"/>
            <a:chExt cx="9144001" cy="5143500"/>
          </a:xfrm>
        </p:grpSpPr>
        <p:pic>
          <p:nvPicPr>
            <p:cNvPr id="2215" name="Google Shape;2215;p23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216" name="Google Shape;2216;p23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2217" name="Google Shape;2217;p2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18" name="Google Shape;2218;p236"/>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2219" name="Google Shape;2219;p236"/>
          <p:cNvGrpSpPr/>
          <p:nvPr/>
        </p:nvGrpSpPr>
        <p:grpSpPr>
          <a:xfrm rot="10800000">
            <a:off x="6704226" y="3811697"/>
            <a:ext cx="4574075" cy="3479350"/>
            <a:chOff x="1522650" y="1117750"/>
            <a:chExt cx="4574075" cy="3479350"/>
          </a:xfrm>
        </p:grpSpPr>
        <p:sp>
          <p:nvSpPr>
            <p:cNvPr id="2220" name="Google Shape;2220;p23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23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22" name="Shape 2222"/>
        <p:cNvGrpSpPr/>
        <p:nvPr/>
      </p:nvGrpSpPr>
      <p:grpSpPr>
        <a:xfrm>
          <a:off x="0" y="0"/>
          <a:ext cx="0" cy="0"/>
          <a:chOff x="0" y="0"/>
          <a:chExt cx="0" cy="0"/>
        </a:xfrm>
      </p:grpSpPr>
      <p:sp>
        <p:nvSpPr>
          <p:cNvPr id="2223" name="Google Shape;2223;p2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224" name="Google Shape;2224;p237"/>
          <p:cNvGrpSpPr/>
          <p:nvPr/>
        </p:nvGrpSpPr>
        <p:grpSpPr>
          <a:xfrm>
            <a:off x="0" y="4"/>
            <a:ext cx="9144005" cy="5143496"/>
            <a:chOff x="0" y="4"/>
            <a:chExt cx="9144005" cy="5143496"/>
          </a:xfrm>
        </p:grpSpPr>
        <p:pic>
          <p:nvPicPr>
            <p:cNvPr id="2225" name="Google Shape;2225;p23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226" name="Google Shape;2226;p23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227" name="Google Shape;2227;p237"/>
          <p:cNvGrpSpPr/>
          <p:nvPr/>
        </p:nvGrpSpPr>
        <p:grpSpPr>
          <a:xfrm flipH="1" rot="-10539848">
            <a:off x="6108563" y="4049074"/>
            <a:ext cx="4573901" cy="3479217"/>
            <a:chOff x="1522650" y="1117750"/>
            <a:chExt cx="4574075" cy="3479350"/>
          </a:xfrm>
        </p:grpSpPr>
        <p:sp>
          <p:nvSpPr>
            <p:cNvPr id="2228" name="Google Shape;2228;p2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2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30" name="Shape 2230"/>
        <p:cNvGrpSpPr/>
        <p:nvPr/>
      </p:nvGrpSpPr>
      <p:grpSpPr>
        <a:xfrm>
          <a:off x="0" y="0"/>
          <a:ext cx="0" cy="0"/>
          <a:chOff x="0" y="0"/>
          <a:chExt cx="0" cy="0"/>
        </a:xfrm>
      </p:grpSpPr>
      <p:sp>
        <p:nvSpPr>
          <p:cNvPr id="2231" name="Google Shape;2231;p238"/>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232" name="Google Shape;2232;p238"/>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2233" name="Google Shape;2233;p238"/>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34" name="Shape 2234"/>
        <p:cNvGrpSpPr/>
        <p:nvPr/>
      </p:nvGrpSpPr>
      <p:grpSpPr>
        <a:xfrm>
          <a:off x="0" y="0"/>
          <a:ext cx="0" cy="0"/>
          <a:chOff x="0" y="0"/>
          <a:chExt cx="0" cy="0"/>
        </a:xfrm>
      </p:grpSpPr>
      <p:sp>
        <p:nvSpPr>
          <p:cNvPr id="2235" name="Google Shape;2235;p239"/>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36" name="Google Shape;2236;p239"/>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2237" name="Google Shape;2237;p239"/>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38" name="Shape 2238"/>
        <p:cNvGrpSpPr/>
        <p:nvPr/>
      </p:nvGrpSpPr>
      <p:grpSpPr>
        <a:xfrm>
          <a:off x="0" y="0"/>
          <a:ext cx="0" cy="0"/>
          <a:chOff x="0" y="0"/>
          <a:chExt cx="0" cy="0"/>
        </a:xfrm>
      </p:grpSpPr>
      <p:sp>
        <p:nvSpPr>
          <p:cNvPr id="2239" name="Google Shape;2239;p2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40" name="Google Shape;2240;p240"/>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41" name="Google Shape;2241;p240"/>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42" name="Google Shape;2242;p240"/>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43" name="Google Shape;2243;p240"/>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244" name="Google Shape;2244;p240"/>
          <p:cNvGrpSpPr/>
          <p:nvPr/>
        </p:nvGrpSpPr>
        <p:grpSpPr>
          <a:xfrm>
            <a:off x="0" y="4"/>
            <a:ext cx="9144005" cy="5143496"/>
            <a:chOff x="0" y="4"/>
            <a:chExt cx="9144005" cy="5143496"/>
          </a:xfrm>
        </p:grpSpPr>
        <p:pic>
          <p:nvPicPr>
            <p:cNvPr id="2245" name="Google Shape;2245;p24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246" name="Google Shape;2246;p24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247" name="Google Shape;2247;p240"/>
          <p:cNvGrpSpPr/>
          <p:nvPr/>
        </p:nvGrpSpPr>
        <p:grpSpPr>
          <a:xfrm flipH="1" rot="-10539848">
            <a:off x="6108563" y="4049074"/>
            <a:ext cx="4573901" cy="3479217"/>
            <a:chOff x="1522650" y="1117750"/>
            <a:chExt cx="4574075" cy="3479350"/>
          </a:xfrm>
        </p:grpSpPr>
        <p:sp>
          <p:nvSpPr>
            <p:cNvPr id="2248" name="Google Shape;2248;p24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24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50" name="Shape 2250"/>
        <p:cNvGrpSpPr/>
        <p:nvPr/>
      </p:nvGrpSpPr>
      <p:grpSpPr>
        <a:xfrm>
          <a:off x="0" y="0"/>
          <a:ext cx="0" cy="0"/>
          <a:chOff x="0" y="0"/>
          <a:chExt cx="0" cy="0"/>
        </a:xfrm>
      </p:grpSpPr>
      <p:sp>
        <p:nvSpPr>
          <p:cNvPr id="2251" name="Google Shape;2251;p241"/>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52" name="Google Shape;2252;p241"/>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2253" name="Google Shape;2253;p241"/>
          <p:cNvSpPr/>
          <p:nvPr>
            <p:ph idx="2" type="pic"/>
          </p:nvPr>
        </p:nvSpPr>
        <p:spPr>
          <a:xfrm>
            <a:off x="5088475" y="770400"/>
            <a:ext cx="3081600" cy="3602700"/>
          </a:xfrm>
          <a:prstGeom prst="roundRect">
            <a:avLst>
              <a:gd fmla="val 16667" name="adj"/>
            </a:avLst>
          </a:prstGeom>
          <a:noFill/>
          <a:ln>
            <a:noFill/>
          </a:ln>
        </p:spPr>
      </p:sp>
      <p:grpSp>
        <p:nvGrpSpPr>
          <p:cNvPr id="2254" name="Google Shape;2254;p241"/>
          <p:cNvGrpSpPr/>
          <p:nvPr/>
        </p:nvGrpSpPr>
        <p:grpSpPr>
          <a:xfrm>
            <a:off x="0" y="0"/>
            <a:ext cx="9144001" cy="5143500"/>
            <a:chOff x="0" y="0"/>
            <a:chExt cx="9144001" cy="5143500"/>
          </a:xfrm>
        </p:grpSpPr>
        <p:pic>
          <p:nvPicPr>
            <p:cNvPr id="2255" name="Google Shape;2255;p24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256" name="Google Shape;2256;p24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257" name="Google Shape;2257;p241"/>
          <p:cNvGrpSpPr/>
          <p:nvPr/>
        </p:nvGrpSpPr>
        <p:grpSpPr>
          <a:xfrm rot="10800000">
            <a:off x="6704226" y="3811697"/>
            <a:ext cx="4574075" cy="3479350"/>
            <a:chOff x="1522650" y="1117750"/>
            <a:chExt cx="4574075" cy="3479350"/>
          </a:xfrm>
        </p:grpSpPr>
        <p:sp>
          <p:nvSpPr>
            <p:cNvPr id="2258" name="Google Shape;2258;p24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24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60" name="Shape 2260"/>
        <p:cNvGrpSpPr/>
        <p:nvPr/>
      </p:nvGrpSpPr>
      <p:grpSpPr>
        <a:xfrm>
          <a:off x="0" y="0"/>
          <a:ext cx="0" cy="0"/>
          <a:chOff x="0" y="0"/>
          <a:chExt cx="0" cy="0"/>
        </a:xfrm>
      </p:grpSpPr>
      <p:grpSp>
        <p:nvGrpSpPr>
          <p:cNvPr id="2261" name="Google Shape;2261;p242"/>
          <p:cNvGrpSpPr/>
          <p:nvPr/>
        </p:nvGrpSpPr>
        <p:grpSpPr>
          <a:xfrm>
            <a:off x="10" y="0"/>
            <a:ext cx="9143991" cy="5143500"/>
            <a:chOff x="10" y="0"/>
            <a:chExt cx="9143991" cy="5143500"/>
          </a:xfrm>
        </p:grpSpPr>
        <p:pic>
          <p:nvPicPr>
            <p:cNvPr id="2262" name="Google Shape;2262;p242"/>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2263" name="Google Shape;2263;p242"/>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2264" name="Google Shape;2264;p242"/>
          <p:cNvGrpSpPr/>
          <p:nvPr/>
        </p:nvGrpSpPr>
        <p:grpSpPr>
          <a:xfrm rot="756538">
            <a:off x="5159566" y="-1927047"/>
            <a:ext cx="4574157" cy="3479412"/>
            <a:chOff x="1522650" y="1117750"/>
            <a:chExt cx="4574075" cy="3479350"/>
          </a:xfrm>
        </p:grpSpPr>
        <p:sp>
          <p:nvSpPr>
            <p:cNvPr id="2265" name="Google Shape;2265;p24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24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7" name="Google Shape;2267;p242"/>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68" name="Shape 2268"/>
        <p:cNvGrpSpPr/>
        <p:nvPr/>
      </p:nvGrpSpPr>
      <p:grpSpPr>
        <a:xfrm>
          <a:off x="0" y="0"/>
          <a:ext cx="0" cy="0"/>
          <a:chOff x="0" y="0"/>
          <a:chExt cx="0" cy="0"/>
        </a:xfrm>
      </p:grpSpPr>
      <p:grpSp>
        <p:nvGrpSpPr>
          <p:cNvPr id="2269" name="Google Shape;2269;p243"/>
          <p:cNvGrpSpPr/>
          <p:nvPr/>
        </p:nvGrpSpPr>
        <p:grpSpPr>
          <a:xfrm rot="756538">
            <a:off x="-714809" y="-2409347"/>
            <a:ext cx="4574157" cy="3479412"/>
            <a:chOff x="1522650" y="1117750"/>
            <a:chExt cx="4574075" cy="3479350"/>
          </a:xfrm>
        </p:grpSpPr>
        <p:sp>
          <p:nvSpPr>
            <p:cNvPr id="2270" name="Google Shape;2270;p24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24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2" name="Google Shape;2272;p243"/>
          <p:cNvGrpSpPr/>
          <p:nvPr/>
        </p:nvGrpSpPr>
        <p:grpSpPr>
          <a:xfrm>
            <a:off x="0" y="0"/>
            <a:ext cx="9144001" cy="5143500"/>
            <a:chOff x="0" y="0"/>
            <a:chExt cx="9144001" cy="5143500"/>
          </a:xfrm>
        </p:grpSpPr>
        <p:pic>
          <p:nvPicPr>
            <p:cNvPr id="2273" name="Google Shape;2273;p243"/>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2274" name="Google Shape;2274;p243"/>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2275" name="Google Shape;2275;p243"/>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276" name="Google Shape;2276;p243"/>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77" name="Shape 2277"/>
        <p:cNvGrpSpPr/>
        <p:nvPr/>
      </p:nvGrpSpPr>
      <p:grpSpPr>
        <a:xfrm>
          <a:off x="0" y="0"/>
          <a:ext cx="0" cy="0"/>
          <a:chOff x="0" y="0"/>
          <a:chExt cx="0" cy="0"/>
        </a:xfrm>
      </p:grpSpPr>
      <p:sp>
        <p:nvSpPr>
          <p:cNvPr id="2278" name="Google Shape;2278;p244"/>
          <p:cNvSpPr/>
          <p:nvPr>
            <p:ph idx="2" type="pic"/>
          </p:nvPr>
        </p:nvSpPr>
        <p:spPr>
          <a:xfrm>
            <a:off x="0" y="0"/>
            <a:ext cx="9144000" cy="5143500"/>
          </a:xfrm>
          <a:prstGeom prst="rect">
            <a:avLst/>
          </a:prstGeom>
          <a:noFill/>
          <a:ln>
            <a:noFill/>
          </a:ln>
        </p:spPr>
      </p:sp>
      <p:sp>
        <p:nvSpPr>
          <p:cNvPr id="2279" name="Google Shape;2279;p244"/>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2280" name="Google Shape;2280;p244"/>
          <p:cNvGrpSpPr/>
          <p:nvPr/>
        </p:nvGrpSpPr>
        <p:grpSpPr>
          <a:xfrm>
            <a:off x="0" y="4"/>
            <a:ext cx="9144005" cy="5143496"/>
            <a:chOff x="0" y="4"/>
            <a:chExt cx="9144005" cy="5143496"/>
          </a:xfrm>
        </p:grpSpPr>
        <p:pic>
          <p:nvPicPr>
            <p:cNvPr id="2281" name="Google Shape;2281;p24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282" name="Google Shape;2282;p24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283" name="Google Shape;2283;p244"/>
          <p:cNvGrpSpPr/>
          <p:nvPr/>
        </p:nvGrpSpPr>
        <p:grpSpPr>
          <a:xfrm>
            <a:off x="-896231" y="-2525369"/>
            <a:ext cx="11703669" cy="10221582"/>
            <a:chOff x="-896231" y="-2525369"/>
            <a:chExt cx="11703669" cy="10221582"/>
          </a:xfrm>
        </p:grpSpPr>
        <p:grpSp>
          <p:nvGrpSpPr>
            <p:cNvPr id="2284" name="Google Shape;2284;p244"/>
            <p:cNvGrpSpPr/>
            <p:nvPr/>
          </p:nvGrpSpPr>
          <p:grpSpPr>
            <a:xfrm flipH="1" rot="-10539848">
              <a:off x="6108563" y="4049074"/>
              <a:ext cx="4573901" cy="3479217"/>
              <a:chOff x="1522650" y="1117750"/>
              <a:chExt cx="4574075" cy="3479350"/>
            </a:xfrm>
          </p:grpSpPr>
          <p:sp>
            <p:nvSpPr>
              <p:cNvPr id="2285" name="Google Shape;2285;p24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24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7" name="Google Shape;2287;p244"/>
            <p:cNvGrpSpPr/>
            <p:nvPr/>
          </p:nvGrpSpPr>
          <p:grpSpPr>
            <a:xfrm>
              <a:off x="-896231" y="-2525369"/>
              <a:ext cx="4573618" cy="3479002"/>
              <a:chOff x="1522650" y="1117750"/>
              <a:chExt cx="4574075" cy="3479350"/>
            </a:xfrm>
          </p:grpSpPr>
          <p:sp>
            <p:nvSpPr>
              <p:cNvPr id="2288" name="Google Shape;2288;p24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24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90" name="Shape 2290"/>
        <p:cNvGrpSpPr/>
        <p:nvPr/>
      </p:nvGrpSpPr>
      <p:grpSpPr>
        <a:xfrm>
          <a:off x="0" y="0"/>
          <a:ext cx="0" cy="0"/>
          <a:chOff x="0" y="0"/>
          <a:chExt cx="0" cy="0"/>
        </a:xfrm>
      </p:grpSpPr>
      <p:sp>
        <p:nvSpPr>
          <p:cNvPr id="2291" name="Google Shape;2291;p245"/>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292" name="Google Shape;2292;p245"/>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2293" name="Google Shape;2293;p245"/>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94" name="Shape 2294"/>
        <p:cNvGrpSpPr/>
        <p:nvPr/>
      </p:nvGrpSpPr>
      <p:grpSpPr>
        <a:xfrm>
          <a:off x="0" y="0"/>
          <a:ext cx="0" cy="0"/>
          <a:chOff x="0" y="0"/>
          <a:chExt cx="0" cy="0"/>
        </a:xfrm>
      </p:grpSpPr>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95" name="Shape 2295"/>
        <p:cNvGrpSpPr/>
        <p:nvPr/>
      </p:nvGrpSpPr>
      <p:grpSpPr>
        <a:xfrm>
          <a:off x="0" y="0"/>
          <a:ext cx="0" cy="0"/>
          <a:chOff x="0" y="0"/>
          <a:chExt cx="0" cy="0"/>
        </a:xfrm>
      </p:grpSpPr>
      <p:sp>
        <p:nvSpPr>
          <p:cNvPr id="2296" name="Google Shape;2296;p2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97" name="Google Shape;2297;p247"/>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98" name="Google Shape;2298;p247"/>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99" name="Google Shape;2299;p247"/>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00" name="Google Shape;2300;p247"/>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01" name="Google Shape;2301;p247"/>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02" name="Google Shape;2302;p247"/>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03" name="Google Shape;2303;p247"/>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4" name="Google Shape;2304;p247"/>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5" name="Google Shape;2305;p247"/>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6" name="Google Shape;2306;p247"/>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7" name="Google Shape;2307;p247"/>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8" name="Google Shape;2308;p247"/>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309" name="Google Shape;2309;p247"/>
          <p:cNvGrpSpPr/>
          <p:nvPr/>
        </p:nvGrpSpPr>
        <p:grpSpPr>
          <a:xfrm>
            <a:off x="0" y="4"/>
            <a:ext cx="9144005" cy="5143496"/>
            <a:chOff x="0" y="4"/>
            <a:chExt cx="9144005" cy="5143496"/>
          </a:xfrm>
        </p:grpSpPr>
        <p:pic>
          <p:nvPicPr>
            <p:cNvPr id="2310" name="Google Shape;2310;p24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311" name="Google Shape;2311;p24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312" name="Google Shape;2312;p247"/>
          <p:cNvGrpSpPr/>
          <p:nvPr/>
        </p:nvGrpSpPr>
        <p:grpSpPr>
          <a:xfrm flipH="1" rot="-10539848">
            <a:off x="6108563" y="4049074"/>
            <a:ext cx="4573901" cy="3479217"/>
            <a:chOff x="1522650" y="1117750"/>
            <a:chExt cx="4574075" cy="3479350"/>
          </a:xfrm>
        </p:grpSpPr>
        <p:sp>
          <p:nvSpPr>
            <p:cNvPr id="2313" name="Google Shape;2313;p2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2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315" name="Shape 2315"/>
        <p:cNvGrpSpPr/>
        <p:nvPr/>
      </p:nvGrpSpPr>
      <p:grpSpPr>
        <a:xfrm>
          <a:off x="0" y="0"/>
          <a:ext cx="0" cy="0"/>
          <a:chOff x="0" y="0"/>
          <a:chExt cx="0" cy="0"/>
        </a:xfrm>
      </p:grpSpPr>
      <p:grpSp>
        <p:nvGrpSpPr>
          <p:cNvPr id="2316" name="Google Shape;2316;p248"/>
          <p:cNvGrpSpPr/>
          <p:nvPr/>
        </p:nvGrpSpPr>
        <p:grpSpPr>
          <a:xfrm>
            <a:off x="0" y="0"/>
            <a:ext cx="9144001" cy="5143500"/>
            <a:chOff x="0" y="0"/>
            <a:chExt cx="9144001" cy="5143500"/>
          </a:xfrm>
        </p:grpSpPr>
        <p:pic>
          <p:nvPicPr>
            <p:cNvPr id="2317" name="Google Shape;2317;p24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18" name="Google Shape;2318;p24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19" name="Google Shape;2319;p248"/>
          <p:cNvGrpSpPr/>
          <p:nvPr/>
        </p:nvGrpSpPr>
        <p:grpSpPr>
          <a:xfrm rot="10800000">
            <a:off x="6704226" y="3811697"/>
            <a:ext cx="4574075" cy="3479350"/>
            <a:chOff x="1522650" y="1117750"/>
            <a:chExt cx="4574075" cy="3479350"/>
          </a:xfrm>
        </p:grpSpPr>
        <p:sp>
          <p:nvSpPr>
            <p:cNvPr id="2320" name="Google Shape;2320;p24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24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22" name="Google Shape;2322;p2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2323" name="Shape 2323"/>
        <p:cNvGrpSpPr/>
        <p:nvPr/>
      </p:nvGrpSpPr>
      <p:grpSpPr>
        <a:xfrm>
          <a:off x="0" y="0"/>
          <a:ext cx="0" cy="0"/>
          <a:chOff x="0" y="0"/>
          <a:chExt cx="0" cy="0"/>
        </a:xfrm>
      </p:grpSpPr>
      <p:grpSp>
        <p:nvGrpSpPr>
          <p:cNvPr id="2324" name="Google Shape;2324;p249"/>
          <p:cNvGrpSpPr/>
          <p:nvPr/>
        </p:nvGrpSpPr>
        <p:grpSpPr>
          <a:xfrm>
            <a:off x="0" y="4"/>
            <a:ext cx="9144005" cy="5143496"/>
            <a:chOff x="0" y="4"/>
            <a:chExt cx="9144005" cy="5143496"/>
          </a:xfrm>
        </p:grpSpPr>
        <p:pic>
          <p:nvPicPr>
            <p:cNvPr id="2325" name="Google Shape;2325;p249"/>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326" name="Google Shape;2326;p249"/>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327" name="Google Shape;2327;p249"/>
          <p:cNvGrpSpPr/>
          <p:nvPr/>
        </p:nvGrpSpPr>
        <p:grpSpPr>
          <a:xfrm flipH="1" rot="-10539848">
            <a:off x="6108563" y="4049074"/>
            <a:ext cx="4573901" cy="3479217"/>
            <a:chOff x="1522650" y="1117750"/>
            <a:chExt cx="4574075" cy="3479350"/>
          </a:xfrm>
        </p:grpSpPr>
        <p:sp>
          <p:nvSpPr>
            <p:cNvPr id="2328" name="Google Shape;2328;p24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24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0" name="Google Shape;2330;p249"/>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31" name="Google Shape;2331;p249"/>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2332" name="Shape 2332"/>
        <p:cNvGrpSpPr/>
        <p:nvPr/>
      </p:nvGrpSpPr>
      <p:grpSpPr>
        <a:xfrm>
          <a:off x="0" y="0"/>
          <a:ext cx="0" cy="0"/>
          <a:chOff x="0" y="0"/>
          <a:chExt cx="0" cy="0"/>
        </a:xfrm>
      </p:grpSpPr>
      <p:grpSp>
        <p:nvGrpSpPr>
          <p:cNvPr id="2333" name="Google Shape;2333;p250"/>
          <p:cNvGrpSpPr/>
          <p:nvPr/>
        </p:nvGrpSpPr>
        <p:grpSpPr>
          <a:xfrm>
            <a:off x="0" y="0"/>
            <a:ext cx="9144001" cy="5143500"/>
            <a:chOff x="0" y="0"/>
            <a:chExt cx="9144001" cy="5143500"/>
          </a:xfrm>
        </p:grpSpPr>
        <p:pic>
          <p:nvPicPr>
            <p:cNvPr id="2334" name="Google Shape;2334;p25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35" name="Google Shape;2335;p25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36" name="Google Shape;2336;p250"/>
          <p:cNvGrpSpPr/>
          <p:nvPr/>
        </p:nvGrpSpPr>
        <p:grpSpPr>
          <a:xfrm rot="10800000">
            <a:off x="6704226" y="3811697"/>
            <a:ext cx="4574075" cy="3479350"/>
            <a:chOff x="1522650" y="1117750"/>
            <a:chExt cx="4574075" cy="3479350"/>
          </a:xfrm>
        </p:grpSpPr>
        <p:sp>
          <p:nvSpPr>
            <p:cNvPr id="2337" name="Google Shape;2337;p25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25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9" name="Google Shape;2339;p250"/>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40" name="Google Shape;2340;p250"/>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41" name="Google Shape;2341;p250"/>
          <p:cNvSpPr/>
          <p:nvPr>
            <p:ph idx="2" type="pic"/>
          </p:nvPr>
        </p:nvSpPr>
        <p:spPr>
          <a:xfrm>
            <a:off x="5588500" y="539500"/>
            <a:ext cx="2801100" cy="4064700"/>
          </a:xfrm>
          <a:prstGeom prst="roundRect">
            <a:avLst>
              <a:gd fmla="val 16667" name="adj"/>
            </a:avLst>
          </a:prstGeom>
          <a:noFill/>
          <a:ln>
            <a:noFill/>
          </a:ln>
        </p:spPr>
      </p:sp>
      <p:sp>
        <p:nvSpPr>
          <p:cNvPr id="2342" name="Google Shape;2342;p250"/>
          <p:cNvSpPr/>
          <p:nvPr>
            <p:ph idx="3" type="pic"/>
          </p:nvPr>
        </p:nvSpPr>
        <p:spPr>
          <a:xfrm>
            <a:off x="3171450" y="539500"/>
            <a:ext cx="2304300" cy="2285700"/>
          </a:xfrm>
          <a:prstGeom prst="roundRect">
            <a:avLst>
              <a:gd fmla="val 16667" name="adj"/>
            </a:avLst>
          </a:prstGeom>
          <a:noFill/>
          <a:ln>
            <a:noFill/>
          </a:ln>
        </p:spPr>
      </p:sp>
      <p:sp>
        <p:nvSpPr>
          <p:cNvPr id="2343" name="Google Shape;2343;p250"/>
          <p:cNvSpPr/>
          <p:nvPr>
            <p:ph idx="4" type="pic"/>
          </p:nvPr>
        </p:nvSpPr>
        <p:spPr>
          <a:xfrm>
            <a:off x="3171450" y="2953775"/>
            <a:ext cx="2304300" cy="1650300"/>
          </a:xfrm>
          <a:prstGeom prst="roundRect">
            <a:avLst>
              <a:gd fmla="val 16667" name="adj"/>
            </a:avLst>
          </a:prstGeom>
          <a:noFill/>
          <a:ln>
            <a:noFill/>
          </a:ln>
        </p:spPr>
      </p:sp>
      <p:sp>
        <p:nvSpPr>
          <p:cNvPr id="2344" name="Google Shape;2344;p250"/>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2345" name="Shape 2345"/>
        <p:cNvGrpSpPr/>
        <p:nvPr/>
      </p:nvGrpSpPr>
      <p:grpSpPr>
        <a:xfrm>
          <a:off x="0" y="0"/>
          <a:ext cx="0" cy="0"/>
          <a:chOff x="0" y="0"/>
          <a:chExt cx="0" cy="0"/>
        </a:xfrm>
      </p:grpSpPr>
      <p:grpSp>
        <p:nvGrpSpPr>
          <p:cNvPr id="2346" name="Google Shape;2346;p251"/>
          <p:cNvGrpSpPr/>
          <p:nvPr/>
        </p:nvGrpSpPr>
        <p:grpSpPr>
          <a:xfrm>
            <a:off x="0" y="4"/>
            <a:ext cx="9144005" cy="5143496"/>
            <a:chOff x="0" y="4"/>
            <a:chExt cx="9144005" cy="5143496"/>
          </a:xfrm>
        </p:grpSpPr>
        <p:pic>
          <p:nvPicPr>
            <p:cNvPr id="2347" name="Google Shape;2347;p251"/>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348" name="Google Shape;2348;p251"/>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349" name="Google Shape;2349;p251"/>
          <p:cNvGrpSpPr/>
          <p:nvPr/>
        </p:nvGrpSpPr>
        <p:grpSpPr>
          <a:xfrm flipH="1" rot="-10539848">
            <a:off x="6108563" y="4049074"/>
            <a:ext cx="4573901" cy="3479217"/>
            <a:chOff x="1522650" y="1117750"/>
            <a:chExt cx="4574075" cy="3479350"/>
          </a:xfrm>
        </p:grpSpPr>
        <p:sp>
          <p:nvSpPr>
            <p:cNvPr id="2350" name="Google Shape;2350;p25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p25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52" name="Google Shape;2352;p2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53" name="Google Shape;2353;p251"/>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2354" name="Shape 2354"/>
        <p:cNvGrpSpPr/>
        <p:nvPr/>
      </p:nvGrpSpPr>
      <p:grpSpPr>
        <a:xfrm>
          <a:off x="0" y="0"/>
          <a:ext cx="0" cy="0"/>
          <a:chOff x="0" y="0"/>
          <a:chExt cx="0" cy="0"/>
        </a:xfrm>
      </p:grpSpPr>
      <p:grpSp>
        <p:nvGrpSpPr>
          <p:cNvPr id="2355" name="Google Shape;2355;p252"/>
          <p:cNvGrpSpPr/>
          <p:nvPr/>
        </p:nvGrpSpPr>
        <p:grpSpPr>
          <a:xfrm>
            <a:off x="0" y="0"/>
            <a:ext cx="9144001" cy="5143500"/>
            <a:chOff x="0" y="0"/>
            <a:chExt cx="9144001" cy="5143500"/>
          </a:xfrm>
        </p:grpSpPr>
        <p:pic>
          <p:nvPicPr>
            <p:cNvPr id="2356" name="Google Shape;2356;p25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57" name="Google Shape;2357;p25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58" name="Google Shape;2358;p252"/>
          <p:cNvGrpSpPr/>
          <p:nvPr/>
        </p:nvGrpSpPr>
        <p:grpSpPr>
          <a:xfrm rot="10800000">
            <a:off x="6704226" y="3811697"/>
            <a:ext cx="4574075" cy="3479350"/>
            <a:chOff x="1522650" y="1117750"/>
            <a:chExt cx="4574075" cy="3479350"/>
          </a:xfrm>
        </p:grpSpPr>
        <p:sp>
          <p:nvSpPr>
            <p:cNvPr id="2359" name="Google Shape;2359;p25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25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1" name="Google Shape;2361;p252"/>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2362" name="Google Shape;2362;p2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63" name="Shape 2363"/>
        <p:cNvGrpSpPr/>
        <p:nvPr/>
      </p:nvGrpSpPr>
      <p:grpSpPr>
        <a:xfrm>
          <a:off x="0" y="0"/>
          <a:ext cx="0" cy="0"/>
          <a:chOff x="0" y="0"/>
          <a:chExt cx="0" cy="0"/>
        </a:xfrm>
      </p:grpSpPr>
      <p:grpSp>
        <p:nvGrpSpPr>
          <p:cNvPr id="2364" name="Google Shape;2364;p253"/>
          <p:cNvGrpSpPr/>
          <p:nvPr/>
        </p:nvGrpSpPr>
        <p:grpSpPr>
          <a:xfrm>
            <a:off x="0" y="0"/>
            <a:ext cx="9144001" cy="5143500"/>
            <a:chOff x="0" y="0"/>
            <a:chExt cx="9144001" cy="5143500"/>
          </a:xfrm>
        </p:grpSpPr>
        <p:pic>
          <p:nvPicPr>
            <p:cNvPr id="2365" name="Google Shape;2365;p25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66" name="Google Shape;2366;p25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67" name="Google Shape;2367;p253"/>
          <p:cNvGrpSpPr/>
          <p:nvPr/>
        </p:nvGrpSpPr>
        <p:grpSpPr>
          <a:xfrm rot="10800000">
            <a:off x="6704226" y="3811697"/>
            <a:ext cx="4574075" cy="3479350"/>
            <a:chOff x="1522650" y="1117750"/>
            <a:chExt cx="4574075" cy="3479350"/>
          </a:xfrm>
        </p:grpSpPr>
        <p:sp>
          <p:nvSpPr>
            <p:cNvPr id="2368" name="Google Shape;2368;p25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9" name="Google Shape;2369;p25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0" name="Google Shape;2370;p2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71" name="Google Shape;2371;p253"/>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72" name="Google Shape;2372;p253"/>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73" name="Google Shape;2373;p253"/>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74" name="Google Shape;2374;p253"/>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75" name="Google Shape;2375;p253"/>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76" name="Google Shape;2376;p253"/>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77" name="Shape 2377"/>
        <p:cNvGrpSpPr/>
        <p:nvPr/>
      </p:nvGrpSpPr>
      <p:grpSpPr>
        <a:xfrm>
          <a:off x="0" y="0"/>
          <a:ext cx="0" cy="0"/>
          <a:chOff x="0" y="0"/>
          <a:chExt cx="0" cy="0"/>
        </a:xfrm>
      </p:grpSpPr>
      <p:grpSp>
        <p:nvGrpSpPr>
          <p:cNvPr id="2378" name="Google Shape;2378;p254"/>
          <p:cNvGrpSpPr/>
          <p:nvPr/>
        </p:nvGrpSpPr>
        <p:grpSpPr>
          <a:xfrm>
            <a:off x="0" y="4"/>
            <a:ext cx="9144005" cy="5143496"/>
            <a:chOff x="0" y="4"/>
            <a:chExt cx="9144005" cy="5143496"/>
          </a:xfrm>
        </p:grpSpPr>
        <p:pic>
          <p:nvPicPr>
            <p:cNvPr id="2379" name="Google Shape;2379;p25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380" name="Google Shape;2380;p25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381" name="Google Shape;2381;p254"/>
          <p:cNvGrpSpPr/>
          <p:nvPr/>
        </p:nvGrpSpPr>
        <p:grpSpPr>
          <a:xfrm flipH="1" rot="-10539848">
            <a:off x="6108563" y="4049074"/>
            <a:ext cx="4573901" cy="3479217"/>
            <a:chOff x="1522650" y="1117750"/>
            <a:chExt cx="4574075" cy="3479350"/>
          </a:xfrm>
        </p:grpSpPr>
        <p:sp>
          <p:nvSpPr>
            <p:cNvPr id="2382" name="Google Shape;2382;p25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3" name="Google Shape;2383;p25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84" name="Google Shape;2384;p2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85" name="Google Shape;2385;p254"/>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86" name="Google Shape;2386;p254"/>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87" name="Google Shape;2387;p254"/>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88" name="Google Shape;2388;p254"/>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89" name="Google Shape;2389;p254"/>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90" name="Google Shape;2390;p254"/>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91" name="Google Shape;2391;p254"/>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92" name="Google Shape;2392;p254"/>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93" name="Shape 2393"/>
        <p:cNvGrpSpPr/>
        <p:nvPr/>
      </p:nvGrpSpPr>
      <p:grpSpPr>
        <a:xfrm>
          <a:off x="0" y="0"/>
          <a:ext cx="0" cy="0"/>
          <a:chOff x="0" y="0"/>
          <a:chExt cx="0" cy="0"/>
        </a:xfrm>
      </p:grpSpPr>
      <p:grpSp>
        <p:nvGrpSpPr>
          <p:cNvPr id="2394" name="Google Shape;2394;p255"/>
          <p:cNvGrpSpPr/>
          <p:nvPr/>
        </p:nvGrpSpPr>
        <p:grpSpPr>
          <a:xfrm>
            <a:off x="0" y="0"/>
            <a:ext cx="9144001" cy="5143500"/>
            <a:chOff x="0" y="0"/>
            <a:chExt cx="9144001" cy="5143500"/>
          </a:xfrm>
        </p:grpSpPr>
        <p:pic>
          <p:nvPicPr>
            <p:cNvPr id="2395" name="Google Shape;2395;p25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96" name="Google Shape;2396;p25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97" name="Google Shape;2397;p255"/>
          <p:cNvGrpSpPr/>
          <p:nvPr/>
        </p:nvGrpSpPr>
        <p:grpSpPr>
          <a:xfrm rot="10800000">
            <a:off x="6704226" y="3811697"/>
            <a:ext cx="4574075" cy="3479350"/>
            <a:chOff x="1522650" y="1117750"/>
            <a:chExt cx="4574075" cy="3479350"/>
          </a:xfrm>
        </p:grpSpPr>
        <p:sp>
          <p:nvSpPr>
            <p:cNvPr id="2398" name="Google Shape;2398;p25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25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00" name="Google Shape;2400;p2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01" name="Google Shape;2401;p255"/>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2" name="Google Shape;2402;p255"/>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3" name="Google Shape;2403;p255"/>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4" name="Google Shape;2404;p255"/>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5" name="Google Shape;2405;p255"/>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6" name="Google Shape;2406;p255"/>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7" name="Google Shape;2407;p255"/>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08" name="Google Shape;2408;p255"/>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09" name="Google Shape;2409;p255"/>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10" name="Google Shape;2410;p255"/>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11" name="Google Shape;2411;p255"/>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12" name="Google Shape;2412;p255"/>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13" name="Shape 2413"/>
        <p:cNvGrpSpPr/>
        <p:nvPr/>
      </p:nvGrpSpPr>
      <p:grpSpPr>
        <a:xfrm>
          <a:off x="0" y="0"/>
          <a:ext cx="0" cy="0"/>
          <a:chOff x="0" y="0"/>
          <a:chExt cx="0" cy="0"/>
        </a:xfrm>
      </p:grpSpPr>
      <p:sp>
        <p:nvSpPr>
          <p:cNvPr id="2414" name="Google Shape;2414;p256"/>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15" name="Google Shape;2415;p256"/>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416" name="Google Shape;2416;p256"/>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17" name="Google Shape;2417;p256"/>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418" name="Google Shape;2418;p256"/>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19" name="Google Shape;2419;p256"/>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420" name="Google Shape;2420;p25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421" name="Shape 2421"/>
        <p:cNvGrpSpPr/>
        <p:nvPr/>
      </p:nvGrpSpPr>
      <p:grpSpPr>
        <a:xfrm>
          <a:off x="0" y="0"/>
          <a:ext cx="0" cy="0"/>
          <a:chOff x="0" y="0"/>
          <a:chExt cx="0" cy="0"/>
        </a:xfrm>
      </p:grpSpPr>
      <p:sp>
        <p:nvSpPr>
          <p:cNvPr id="2422" name="Google Shape;2422;p257"/>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23" name="Google Shape;2423;p257"/>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2424" name="Google Shape;2424;p257"/>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2425" name="Google Shape;2425;p257"/>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426" name="Shape 2426"/>
        <p:cNvGrpSpPr/>
        <p:nvPr/>
      </p:nvGrpSpPr>
      <p:grpSpPr>
        <a:xfrm>
          <a:off x="0" y="0"/>
          <a:ext cx="0" cy="0"/>
          <a:chOff x="0" y="0"/>
          <a:chExt cx="0" cy="0"/>
        </a:xfrm>
      </p:grpSpPr>
      <p:grpSp>
        <p:nvGrpSpPr>
          <p:cNvPr id="2427" name="Google Shape;2427;p258"/>
          <p:cNvGrpSpPr/>
          <p:nvPr/>
        </p:nvGrpSpPr>
        <p:grpSpPr>
          <a:xfrm>
            <a:off x="0" y="0"/>
            <a:ext cx="9144001" cy="5143500"/>
            <a:chOff x="0" y="0"/>
            <a:chExt cx="9144001" cy="5143500"/>
          </a:xfrm>
        </p:grpSpPr>
        <p:pic>
          <p:nvPicPr>
            <p:cNvPr id="2428" name="Google Shape;2428;p258"/>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2429" name="Google Shape;2429;p258"/>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2430" name="Google Shape;2430;p258"/>
          <p:cNvGrpSpPr/>
          <p:nvPr/>
        </p:nvGrpSpPr>
        <p:grpSpPr>
          <a:xfrm rot="756538">
            <a:off x="-1069834" y="-1842572"/>
            <a:ext cx="4574157" cy="3479412"/>
            <a:chOff x="1522650" y="1117750"/>
            <a:chExt cx="4574075" cy="3479350"/>
          </a:xfrm>
        </p:grpSpPr>
        <p:sp>
          <p:nvSpPr>
            <p:cNvPr id="2431" name="Google Shape;2431;p25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25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433" name="Shape 2433"/>
        <p:cNvGrpSpPr/>
        <p:nvPr/>
      </p:nvGrpSpPr>
      <p:grpSpPr>
        <a:xfrm>
          <a:off x="0" y="0"/>
          <a:ext cx="0" cy="0"/>
          <a:chOff x="0" y="0"/>
          <a:chExt cx="0" cy="0"/>
        </a:xfrm>
      </p:grpSpPr>
      <p:grpSp>
        <p:nvGrpSpPr>
          <p:cNvPr id="2434" name="Google Shape;2434;p259"/>
          <p:cNvGrpSpPr/>
          <p:nvPr/>
        </p:nvGrpSpPr>
        <p:grpSpPr>
          <a:xfrm>
            <a:off x="0" y="0"/>
            <a:ext cx="9144001" cy="5143500"/>
            <a:chOff x="0" y="0"/>
            <a:chExt cx="9144001" cy="5143500"/>
          </a:xfrm>
        </p:grpSpPr>
        <p:pic>
          <p:nvPicPr>
            <p:cNvPr id="2435" name="Google Shape;2435;p25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436" name="Google Shape;2436;p25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437" name="Google Shape;2437;p259"/>
          <p:cNvGrpSpPr/>
          <p:nvPr/>
        </p:nvGrpSpPr>
        <p:grpSpPr>
          <a:xfrm>
            <a:off x="-1845124" y="-2180828"/>
            <a:ext cx="12652562" cy="9877041"/>
            <a:chOff x="-1845124" y="-2180828"/>
            <a:chExt cx="12652562" cy="9877041"/>
          </a:xfrm>
        </p:grpSpPr>
        <p:grpSp>
          <p:nvGrpSpPr>
            <p:cNvPr id="2438" name="Google Shape;2438;p259"/>
            <p:cNvGrpSpPr/>
            <p:nvPr/>
          </p:nvGrpSpPr>
          <p:grpSpPr>
            <a:xfrm>
              <a:off x="-1845124" y="-2180828"/>
              <a:ext cx="4574075" cy="3479350"/>
              <a:chOff x="1522650" y="1117750"/>
              <a:chExt cx="4574075" cy="3479350"/>
            </a:xfrm>
          </p:grpSpPr>
          <p:sp>
            <p:nvSpPr>
              <p:cNvPr id="2439" name="Google Shape;2439;p25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25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1" name="Google Shape;2441;p259"/>
            <p:cNvGrpSpPr/>
            <p:nvPr/>
          </p:nvGrpSpPr>
          <p:grpSpPr>
            <a:xfrm flipH="1" rot="-10539848">
              <a:off x="6108563" y="4049074"/>
              <a:ext cx="4573901" cy="3479217"/>
              <a:chOff x="1522650" y="1117750"/>
              <a:chExt cx="4574075" cy="3479350"/>
            </a:xfrm>
          </p:grpSpPr>
          <p:sp>
            <p:nvSpPr>
              <p:cNvPr id="2442" name="Google Shape;2442;p25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25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47" name="Shape 2447"/>
        <p:cNvGrpSpPr/>
        <p:nvPr/>
      </p:nvGrpSpPr>
      <p:grpSpPr>
        <a:xfrm>
          <a:off x="0" y="0"/>
          <a:ext cx="0" cy="0"/>
          <a:chOff x="0" y="0"/>
          <a:chExt cx="0" cy="0"/>
        </a:xfrm>
      </p:grpSpPr>
      <p:sp>
        <p:nvSpPr>
          <p:cNvPr id="2448" name="Google Shape;2448;p261"/>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449" name="Google Shape;2449;p261"/>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50" name="Shape 2450"/>
        <p:cNvGrpSpPr/>
        <p:nvPr/>
      </p:nvGrpSpPr>
      <p:grpSpPr>
        <a:xfrm>
          <a:off x="0" y="0"/>
          <a:ext cx="0" cy="0"/>
          <a:chOff x="0" y="0"/>
          <a:chExt cx="0" cy="0"/>
        </a:xfrm>
      </p:grpSpPr>
      <p:sp>
        <p:nvSpPr>
          <p:cNvPr id="2451" name="Google Shape;2451;p262"/>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52" name="Google Shape;2452;p262"/>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453" name="Google Shape;2453;p262"/>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54" name="Shape 2454"/>
        <p:cNvGrpSpPr/>
        <p:nvPr/>
      </p:nvGrpSpPr>
      <p:grpSpPr>
        <a:xfrm>
          <a:off x="0" y="0"/>
          <a:ext cx="0" cy="0"/>
          <a:chOff x="0" y="0"/>
          <a:chExt cx="0" cy="0"/>
        </a:xfrm>
      </p:grpSpPr>
      <p:grpSp>
        <p:nvGrpSpPr>
          <p:cNvPr id="2455" name="Google Shape;2455;p263"/>
          <p:cNvGrpSpPr/>
          <p:nvPr/>
        </p:nvGrpSpPr>
        <p:grpSpPr>
          <a:xfrm>
            <a:off x="-247298" y="-446215"/>
            <a:ext cx="9638600" cy="6030088"/>
            <a:chOff x="-247298" y="-446215"/>
            <a:chExt cx="9638600" cy="6030088"/>
          </a:xfrm>
        </p:grpSpPr>
        <p:sp>
          <p:nvSpPr>
            <p:cNvPr id="2456" name="Google Shape;2456;p263"/>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63"/>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63"/>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63"/>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6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63"/>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63"/>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63"/>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4" name="Google Shape;2464;p2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65" name="Google Shape;2465;p263"/>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66" name="Shape 2466"/>
        <p:cNvGrpSpPr/>
        <p:nvPr/>
      </p:nvGrpSpPr>
      <p:grpSpPr>
        <a:xfrm>
          <a:off x="0" y="0"/>
          <a:ext cx="0" cy="0"/>
          <a:chOff x="0" y="0"/>
          <a:chExt cx="0" cy="0"/>
        </a:xfrm>
      </p:grpSpPr>
      <p:grpSp>
        <p:nvGrpSpPr>
          <p:cNvPr id="2467" name="Google Shape;2467;p264"/>
          <p:cNvGrpSpPr/>
          <p:nvPr/>
        </p:nvGrpSpPr>
        <p:grpSpPr>
          <a:xfrm>
            <a:off x="-247298" y="-446215"/>
            <a:ext cx="9638600" cy="6030088"/>
            <a:chOff x="-247298" y="-446215"/>
            <a:chExt cx="9638600" cy="6030088"/>
          </a:xfrm>
        </p:grpSpPr>
        <p:sp>
          <p:nvSpPr>
            <p:cNvPr id="2468" name="Google Shape;2468;p26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6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6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6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6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6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6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6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6" name="Google Shape;2476;p2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77" name="Google Shape;2477;p264"/>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78" name="Google Shape;2478;p264"/>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79" name="Google Shape;2479;p264"/>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0" name="Google Shape;2480;p264"/>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81" name="Shape 2481"/>
        <p:cNvGrpSpPr/>
        <p:nvPr/>
      </p:nvGrpSpPr>
      <p:grpSpPr>
        <a:xfrm>
          <a:off x="0" y="0"/>
          <a:ext cx="0" cy="0"/>
          <a:chOff x="0" y="0"/>
          <a:chExt cx="0" cy="0"/>
        </a:xfrm>
      </p:grpSpPr>
      <p:grpSp>
        <p:nvGrpSpPr>
          <p:cNvPr id="2482" name="Google Shape;2482;p265"/>
          <p:cNvGrpSpPr/>
          <p:nvPr/>
        </p:nvGrpSpPr>
        <p:grpSpPr>
          <a:xfrm>
            <a:off x="-247298" y="-284290"/>
            <a:ext cx="9638600" cy="5868163"/>
            <a:chOff x="-247298" y="-284290"/>
            <a:chExt cx="9638600" cy="5868163"/>
          </a:xfrm>
        </p:grpSpPr>
        <p:sp>
          <p:nvSpPr>
            <p:cNvPr id="2483" name="Google Shape;2483;p26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6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6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6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65"/>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65"/>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65"/>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65"/>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1" name="Google Shape;2491;p2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92" name="Shape 2492"/>
        <p:cNvGrpSpPr/>
        <p:nvPr/>
      </p:nvGrpSpPr>
      <p:grpSpPr>
        <a:xfrm>
          <a:off x="0" y="0"/>
          <a:ext cx="0" cy="0"/>
          <a:chOff x="0" y="0"/>
          <a:chExt cx="0" cy="0"/>
        </a:xfrm>
      </p:grpSpPr>
      <p:sp>
        <p:nvSpPr>
          <p:cNvPr id="2493" name="Google Shape;2493;p266"/>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94" name="Google Shape;2494;p266"/>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95" name="Shape 2495"/>
        <p:cNvGrpSpPr/>
        <p:nvPr/>
      </p:nvGrpSpPr>
      <p:grpSpPr>
        <a:xfrm>
          <a:off x="0" y="0"/>
          <a:ext cx="0" cy="0"/>
          <a:chOff x="0" y="0"/>
          <a:chExt cx="0" cy="0"/>
        </a:xfrm>
      </p:grpSpPr>
      <p:sp>
        <p:nvSpPr>
          <p:cNvPr id="2496" name="Google Shape;2496;p267"/>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97" name="Shape 2497"/>
        <p:cNvGrpSpPr/>
        <p:nvPr/>
      </p:nvGrpSpPr>
      <p:grpSpPr>
        <a:xfrm>
          <a:off x="0" y="0"/>
          <a:ext cx="0" cy="0"/>
          <a:chOff x="0" y="0"/>
          <a:chExt cx="0" cy="0"/>
        </a:xfrm>
      </p:grpSpPr>
      <p:sp>
        <p:nvSpPr>
          <p:cNvPr id="2498" name="Google Shape;2498;p268"/>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499" name="Google Shape;2499;p268"/>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00" name="Shape 2500"/>
        <p:cNvGrpSpPr/>
        <p:nvPr/>
      </p:nvGrpSpPr>
      <p:grpSpPr>
        <a:xfrm>
          <a:off x="0" y="0"/>
          <a:ext cx="0" cy="0"/>
          <a:chOff x="0" y="0"/>
          <a:chExt cx="0" cy="0"/>
        </a:xfrm>
      </p:grpSpPr>
      <p:sp>
        <p:nvSpPr>
          <p:cNvPr id="2501" name="Google Shape;2501;p269"/>
          <p:cNvSpPr/>
          <p:nvPr>
            <p:ph idx="2" type="pic"/>
          </p:nvPr>
        </p:nvSpPr>
        <p:spPr>
          <a:xfrm>
            <a:off x="-25" y="-13725"/>
            <a:ext cx="9144000" cy="5157300"/>
          </a:xfrm>
          <a:prstGeom prst="rect">
            <a:avLst/>
          </a:prstGeom>
          <a:noFill/>
          <a:ln>
            <a:noFill/>
          </a:ln>
        </p:spPr>
      </p:sp>
      <p:sp>
        <p:nvSpPr>
          <p:cNvPr id="2502" name="Google Shape;2502;p269"/>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03" name="Shape 2503"/>
        <p:cNvGrpSpPr/>
        <p:nvPr/>
      </p:nvGrpSpPr>
      <p:grpSpPr>
        <a:xfrm>
          <a:off x="0" y="0"/>
          <a:ext cx="0" cy="0"/>
          <a:chOff x="0" y="0"/>
          <a:chExt cx="0" cy="0"/>
        </a:xfrm>
      </p:grpSpPr>
      <p:sp>
        <p:nvSpPr>
          <p:cNvPr id="2504" name="Google Shape;2504;p270"/>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05" name="Google Shape;2505;p270"/>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06" name="Shape 2506"/>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507" name="Shape 2507"/>
        <p:cNvGrpSpPr/>
        <p:nvPr/>
      </p:nvGrpSpPr>
      <p:grpSpPr>
        <a:xfrm>
          <a:off x="0" y="0"/>
          <a:ext cx="0" cy="0"/>
          <a:chOff x="0" y="0"/>
          <a:chExt cx="0" cy="0"/>
        </a:xfrm>
      </p:grpSpPr>
      <p:grpSp>
        <p:nvGrpSpPr>
          <p:cNvPr id="2508" name="Google Shape;2508;p272"/>
          <p:cNvGrpSpPr/>
          <p:nvPr/>
        </p:nvGrpSpPr>
        <p:grpSpPr>
          <a:xfrm>
            <a:off x="-417711" y="-428628"/>
            <a:ext cx="9979385" cy="6000759"/>
            <a:chOff x="-417711" y="-428628"/>
            <a:chExt cx="9979385" cy="6000759"/>
          </a:xfrm>
        </p:grpSpPr>
        <p:sp>
          <p:nvSpPr>
            <p:cNvPr id="2509" name="Google Shape;2509;p272"/>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72"/>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72"/>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72"/>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72"/>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72"/>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72"/>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72"/>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7" name="Google Shape;2517;p2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18" name="Google Shape;2518;p272"/>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19" name="Google Shape;2519;p272"/>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0" name="Google Shape;2520;p272"/>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1" name="Google Shape;2521;p272"/>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2" name="Google Shape;2522;p272"/>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3" name="Google Shape;2523;p272"/>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4" name="Google Shape;2524;p272"/>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5" name="Google Shape;2525;p272"/>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6" name="Google Shape;2526;p272"/>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7" name="Google Shape;2527;p272"/>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8" name="Google Shape;2528;p272"/>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9" name="Google Shape;2529;p272"/>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30" name="Google Shape;2530;p272"/>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1" name="Google Shape;2531;p272"/>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2" name="Google Shape;2532;p272"/>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3" name="Google Shape;2533;p272"/>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4" name="Google Shape;2534;p272"/>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5" name="Google Shape;2535;p272"/>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536" name="Shape 2536"/>
        <p:cNvGrpSpPr/>
        <p:nvPr/>
      </p:nvGrpSpPr>
      <p:grpSpPr>
        <a:xfrm>
          <a:off x="0" y="0"/>
          <a:ext cx="0" cy="0"/>
          <a:chOff x="0" y="0"/>
          <a:chExt cx="0" cy="0"/>
        </a:xfrm>
      </p:grpSpPr>
      <p:grpSp>
        <p:nvGrpSpPr>
          <p:cNvPr id="2537" name="Google Shape;2537;p273"/>
          <p:cNvGrpSpPr/>
          <p:nvPr/>
        </p:nvGrpSpPr>
        <p:grpSpPr>
          <a:xfrm>
            <a:off x="-247298" y="-446215"/>
            <a:ext cx="9638600" cy="6030088"/>
            <a:chOff x="-247298" y="-446215"/>
            <a:chExt cx="9638600" cy="6030088"/>
          </a:xfrm>
        </p:grpSpPr>
        <p:sp>
          <p:nvSpPr>
            <p:cNvPr id="2538" name="Google Shape;2538;p273"/>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73"/>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73"/>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73"/>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7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73"/>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73"/>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73"/>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6" name="Google Shape;2546;p273"/>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547" name="Google Shape;2547;p273"/>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48" name="Shape 2548"/>
        <p:cNvGrpSpPr/>
        <p:nvPr/>
      </p:nvGrpSpPr>
      <p:grpSpPr>
        <a:xfrm>
          <a:off x="0" y="0"/>
          <a:ext cx="0" cy="0"/>
          <a:chOff x="0" y="0"/>
          <a:chExt cx="0" cy="0"/>
        </a:xfrm>
      </p:grpSpPr>
      <p:grpSp>
        <p:nvGrpSpPr>
          <p:cNvPr id="2549" name="Google Shape;2549;p274"/>
          <p:cNvGrpSpPr/>
          <p:nvPr/>
        </p:nvGrpSpPr>
        <p:grpSpPr>
          <a:xfrm>
            <a:off x="-535133" y="-37823"/>
            <a:ext cx="10207495" cy="5621696"/>
            <a:chOff x="-535133" y="-37823"/>
            <a:chExt cx="10207495" cy="5621696"/>
          </a:xfrm>
        </p:grpSpPr>
        <p:sp>
          <p:nvSpPr>
            <p:cNvPr id="2550" name="Google Shape;2550;p274"/>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74"/>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74"/>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74"/>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74"/>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74"/>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74"/>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74"/>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8" name="Google Shape;2558;p2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559" name="Shape 2559"/>
        <p:cNvGrpSpPr/>
        <p:nvPr/>
      </p:nvGrpSpPr>
      <p:grpSpPr>
        <a:xfrm>
          <a:off x="0" y="0"/>
          <a:ext cx="0" cy="0"/>
          <a:chOff x="0" y="0"/>
          <a:chExt cx="0" cy="0"/>
        </a:xfrm>
      </p:grpSpPr>
      <p:grpSp>
        <p:nvGrpSpPr>
          <p:cNvPr id="2560" name="Google Shape;2560;p275"/>
          <p:cNvGrpSpPr/>
          <p:nvPr/>
        </p:nvGrpSpPr>
        <p:grpSpPr>
          <a:xfrm>
            <a:off x="-247298" y="-446215"/>
            <a:ext cx="9638610" cy="6030088"/>
            <a:chOff x="-247298" y="-446215"/>
            <a:chExt cx="9638610" cy="6030088"/>
          </a:xfrm>
        </p:grpSpPr>
        <p:sp>
          <p:nvSpPr>
            <p:cNvPr id="2561" name="Google Shape;2561;p275"/>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75"/>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7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75"/>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75"/>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75"/>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275"/>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275"/>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9" name="Google Shape;2569;p2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570" name="Shape 2570"/>
        <p:cNvGrpSpPr/>
        <p:nvPr/>
      </p:nvGrpSpPr>
      <p:grpSpPr>
        <a:xfrm>
          <a:off x="0" y="0"/>
          <a:ext cx="0" cy="0"/>
          <a:chOff x="0" y="0"/>
          <a:chExt cx="0" cy="0"/>
        </a:xfrm>
      </p:grpSpPr>
      <p:grpSp>
        <p:nvGrpSpPr>
          <p:cNvPr id="2571" name="Google Shape;2571;p276"/>
          <p:cNvGrpSpPr/>
          <p:nvPr/>
        </p:nvGrpSpPr>
        <p:grpSpPr>
          <a:xfrm>
            <a:off x="-548808" y="-584898"/>
            <a:ext cx="10241610" cy="6168779"/>
            <a:chOff x="-548808" y="-584898"/>
            <a:chExt cx="10241610" cy="6168779"/>
          </a:xfrm>
        </p:grpSpPr>
        <p:sp>
          <p:nvSpPr>
            <p:cNvPr id="2572" name="Google Shape;2572;p276"/>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7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276"/>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276"/>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76"/>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76"/>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76"/>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76"/>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0" name="Google Shape;2580;p2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581" name="Shape 2581"/>
        <p:cNvGrpSpPr/>
        <p:nvPr/>
      </p:nvGrpSpPr>
      <p:grpSpPr>
        <a:xfrm>
          <a:off x="0" y="0"/>
          <a:ext cx="0" cy="0"/>
          <a:chOff x="0" y="0"/>
          <a:chExt cx="0" cy="0"/>
        </a:xfrm>
      </p:grpSpPr>
      <p:sp>
        <p:nvSpPr>
          <p:cNvPr id="2582" name="Google Shape;2582;p2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583" name="Google Shape;2583;p277"/>
          <p:cNvGrpSpPr/>
          <p:nvPr/>
        </p:nvGrpSpPr>
        <p:grpSpPr>
          <a:xfrm>
            <a:off x="-476796" y="2900252"/>
            <a:ext cx="10097585" cy="2865204"/>
            <a:chOff x="-476796" y="2900252"/>
            <a:chExt cx="10097585" cy="2865204"/>
          </a:xfrm>
        </p:grpSpPr>
        <p:grpSp>
          <p:nvGrpSpPr>
            <p:cNvPr id="2584" name="Google Shape;2584;p277"/>
            <p:cNvGrpSpPr/>
            <p:nvPr/>
          </p:nvGrpSpPr>
          <p:grpSpPr>
            <a:xfrm>
              <a:off x="-476796" y="2900252"/>
              <a:ext cx="10097585" cy="2865204"/>
              <a:chOff x="-476796" y="2900252"/>
              <a:chExt cx="10097585" cy="2865204"/>
            </a:xfrm>
          </p:grpSpPr>
          <p:sp>
            <p:nvSpPr>
              <p:cNvPr id="2585" name="Google Shape;2585;p277"/>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77"/>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77"/>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77"/>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77"/>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77"/>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77"/>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2" name="Google Shape;2592;p277"/>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593" name="Shape 2593"/>
        <p:cNvGrpSpPr/>
        <p:nvPr/>
      </p:nvGrpSpPr>
      <p:grpSpPr>
        <a:xfrm>
          <a:off x="0" y="0"/>
          <a:ext cx="0" cy="0"/>
          <a:chOff x="0" y="0"/>
          <a:chExt cx="0" cy="0"/>
        </a:xfrm>
      </p:grpSpPr>
      <p:grpSp>
        <p:nvGrpSpPr>
          <p:cNvPr id="2594" name="Google Shape;2594;p278"/>
          <p:cNvGrpSpPr/>
          <p:nvPr/>
        </p:nvGrpSpPr>
        <p:grpSpPr>
          <a:xfrm>
            <a:off x="-145083" y="-503840"/>
            <a:ext cx="9434170" cy="6151188"/>
            <a:chOff x="-145083" y="-503840"/>
            <a:chExt cx="9434170" cy="6151188"/>
          </a:xfrm>
        </p:grpSpPr>
        <p:sp>
          <p:nvSpPr>
            <p:cNvPr id="2595" name="Google Shape;2595;p278"/>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78"/>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278"/>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78"/>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78"/>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78"/>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78"/>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78"/>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3" name="Google Shape;2603;p278"/>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04" name="Google Shape;2604;p278"/>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05" name="Google Shape;2605;p278"/>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606" name="Shape 2606"/>
        <p:cNvGrpSpPr/>
        <p:nvPr/>
      </p:nvGrpSpPr>
      <p:grpSpPr>
        <a:xfrm>
          <a:off x="0" y="0"/>
          <a:ext cx="0" cy="0"/>
          <a:chOff x="0" y="0"/>
          <a:chExt cx="0" cy="0"/>
        </a:xfrm>
      </p:grpSpPr>
      <p:grpSp>
        <p:nvGrpSpPr>
          <p:cNvPr id="2607" name="Google Shape;2607;p279"/>
          <p:cNvGrpSpPr/>
          <p:nvPr/>
        </p:nvGrpSpPr>
        <p:grpSpPr>
          <a:xfrm>
            <a:off x="-247298" y="-446215"/>
            <a:ext cx="9638600" cy="6030088"/>
            <a:chOff x="-247298" y="-446215"/>
            <a:chExt cx="9638600" cy="6030088"/>
          </a:xfrm>
        </p:grpSpPr>
        <p:sp>
          <p:nvSpPr>
            <p:cNvPr id="2608" name="Google Shape;2608;p279"/>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79"/>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79"/>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79"/>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79"/>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79"/>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79"/>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79"/>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6" name="Google Shape;2616;p279"/>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17" name="Google Shape;2617;p279"/>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618" name="Shape 2618"/>
        <p:cNvGrpSpPr/>
        <p:nvPr/>
      </p:nvGrpSpPr>
      <p:grpSpPr>
        <a:xfrm>
          <a:off x="0" y="0"/>
          <a:ext cx="0" cy="0"/>
          <a:chOff x="0" y="0"/>
          <a:chExt cx="0" cy="0"/>
        </a:xfrm>
      </p:grpSpPr>
      <p:grpSp>
        <p:nvGrpSpPr>
          <p:cNvPr id="2619" name="Google Shape;2619;p280"/>
          <p:cNvGrpSpPr/>
          <p:nvPr/>
        </p:nvGrpSpPr>
        <p:grpSpPr>
          <a:xfrm flipH="1">
            <a:off x="-247298" y="-446215"/>
            <a:ext cx="9638600" cy="6030088"/>
            <a:chOff x="-247298" y="-446215"/>
            <a:chExt cx="9638600" cy="6030088"/>
          </a:xfrm>
        </p:grpSpPr>
        <p:sp>
          <p:nvSpPr>
            <p:cNvPr id="2620" name="Google Shape;2620;p28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28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8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8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8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8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8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28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8" name="Google Shape;2628;p280"/>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29" name="Google Shape;2629;p280"/>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2630" name="Shape 2630"/>
        <p:cNvGrpSpPr/>
        <p:nvPr/>
      </p:nvGrpSpPr>
      <p:grpSpPr>
        <a:xfrm>
          <a:off x="0" y="0"/>
          <a:ext cx="0" cy="0"/>
          <a:chOff x="0" y="0"/>
          <a:chExt cx="0" cy="0"/>
        </a:xfrm>
      </p:grpSpPr>
      <p:grpSp>
        <p:nvGrpSpPr>
          <p:cNvPr id="2631" name="Google Shape;2631;p281"/>
          <p:cNvGrpSpPr/>
          <p:nvPr/>
        </p:nvGrpSpPr>
        <p:grpSpPr>
          <a:xfrm>
            <a:off x="-247298" y="-446215"/>
            <a:ext cx="9638600" cy="6030088"/>
            <a:chOff x="-247298" y="-446215"/>
            <a:chExt cx="9638600" cy="6030088"/>
          </a:xfrm>
        </p:grpSpPr>
        <p:sp>
          <p:nvSpPr>
            <p:cNvPr id="2632" name="Google Shape;2632;p281"/>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81"/>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8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8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8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8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81"/>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81"/>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0" name="Google Shape;2640;p2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41" name="Google Shape;2641;p281"/>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642" name="Shape 2642"/>
        <p:cNvGrpSpPr/>
        <p:nvPr/>
      </p:nvGrpSpPr>
      <p:grpSpPr>
        <a:xfrm>
          <a:off x="0" y="0"/>
          <a:ext cx="0" cy="0"/>
          <a:chOff x="0" y="0"/>
          <a:chExt cx="0" cy="0"/>
        </a:xfrm>
      </p:grpSpPr>
      <p:grpSp>
        <p:nvGrpSpPr>
          <p:cNvPr id="2643" name="Google Shape;2643;p282"/>
          <p:cNvGrpSpPr/>
          <p:nvPr/>
        </p:nvGrpSpPr>
        <p:grpSpPr>
          <a:xfrm>
            <a:off x="-535133" y="-37823"/>
            <a:ext cx="10207495" cy="5621696"/>
            <a:chOff x="-535133" y="-37823"/>
            <a:chExt cx="10207495" cy="5621696"/>
          </a:xfrm>
        </p:grpSpPr>
        <p:sp>
          <p:nvSpPr>
            <p:cNvPr id="2644" name="Google Shape;2644;p282"/>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82"/>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82"/>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82"/>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82"/>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82"/>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82"/>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82"/>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2" name="Google Shape;2652;p2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53" name="Google Shape;2653;p282"/>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654" name="Shape 2654"/>
        <p:cNvGrpSpPr/>
        <p:nvPr/>
      </p:nvGrpSpPr>
      <p:grpSpPr>
        <a:xfrm>
          <a:off x="0" y="0"/>
          <a:ext cx="0" cy="0"/>
          <a:chOff x="0" y="0"/>
          <a:chExt cx="0" cy="0"/>
        </a:xfrm>
      </p:grpSpPr>
      <p:grpSp>
        <p:nvGrpSpPr>
          <p:cNvPr id="2655" name="Google Shape;2655;p283"/>
          <p:cNvGrpSpPr/>
          <p:nvPr/>
        </p:nvGrpSpPr>
        <p:grpSpPr>
          <a:xfrm>
            <a:off x="-310473" y="3500727"/>
            <a:ext cx="9764950" cy="2327954"/>
            <a:chOff x="-310473" y="3500727"/>
            <a:chExt cx="9764950" cy="2327954"/>
          </a:xfrm>
        </p:grpSpPr>
        <p:sp>
          <p:nvSpPr>
            <p:cNvPr id="2656" name="Google Shape;2656;p283"/>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83"/>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83"/>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83"/>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83"/>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83"/>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83"/>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83"/>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4" name="Google Shape;2664;p2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65" name="Google Shape;2665;p283"/>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66" name="Google Shape;2666;p283"/>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67" name="Google Shape;2667;p283"/>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668" name="Google Shape;2668;p283"/>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669" name="Shape 2669"/>
        <p:cNvGrpSpPr/>
        <p:nvPr/>
      </p:nvGrpSpPr>
      <p:grpSpPr>
        <a:xfrm>
          <a:off x="0" y="0"/>
          <a:ext cx="0" cy="0"/>
          <a:chOff x="0" y="0"/>
          <a:chExt cx="0" cy="0"/>
        </a:xfrm>
      </p:grpSpPr>
      <p:grpSp>
        <p:nvGrpSpPr>
          <p:cNvPr id="2670" name="Google Shape;2670;p284"/>
          <p:cNvGrpSpPr/>
          <p:nvPr/>
        </p:nvGrpSpPr>
        <p:grpSpPr>
          <a:xfrm>
            <a:off x="-655296" y="3436585"/>
            <a:ext cx="10454595" cy="2311221"/>
            <a:chOff x="-655296" y="3436585"/>
            <a:chExt cx="10454595" cy="2311221"/>
          </a:xfrm>
        </p:grpSpPr>
        <p:sp>
          <p:nvSpPr>
            <p:cNvPr id="2671" name="Google Shape;2671;p284"/>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84"/>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84"/>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84"/>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84"/>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84"/>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84"/>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284"/>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79" name="Google Shape;2679;p2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80" name="Google Shape;2680;p284"/>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1" name="Google Shape;2681;p284"/>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682" name="Shape 2682"/>
        <p:cNvGrpSpPr/>
        <p:nvPr/>
      </p:nvGrpSpPr>
      <p:grpSpPr>
        <a:xfrm>
          <a:off x="0" y="0"/>
          <a:ext cx="0" cy="0"/>
          <a:chOff x="0" y="0"/>
          <a:chExt cx="0" cy="0"/>
        </a:xfrm>
      </p:grpSpPr>
      <p:grpSp>
        <p:nvGrpSpPr>
          <p:cNvPr id="2683" name="Google Shape;2683;p285"/>
          <p:cNvGrpSpPr/>
          <p:nvPr/>
        </p:nvGrpSpPr>
        <p:grpSpPr>
          <a:xfrm>
            <a:off x="-512036" y="-358023"/>
            <a:ext cx="10169413" cy="5930154"/>
            <a:chOff x="-512036" y="-358023"/>
            <a:chExt cx="10169413" cy="5930154"/>
          </a:xfrm>
        </p:grpSpPr>
        <p:sp>
          <p:nvSpPr>
            <p:cNvPr id="2684" name="Google Shape;2684;p285"/>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85"/>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85"/>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85"/>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85"/>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85"/>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85"/>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85"/>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2" name="Google Shape;2692;p28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93" name="Google Shape;2693;p285"/>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94" name="Google Shape;2694;p285"/>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95" name="Google Shape;2695;p285"/>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96" name="Google Shape;2696;p285"/>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697" name="Google Shape;2697;p285"/>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698" name="Google Shape;2698;p285"/>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99" name="Shape 2699"/>
        <p:cNvGrpSpPr/>
        <p:nvPr/>
      </p:nvGrpSpPr>
      <p:grpSpPr>
        <a:xfrm>
          <a:off x="0" y="0"/>
          <a:ext cx="0" cy="0"/>
          <a:chOff x="0" y="0"/>
          <a:chExt cx="0" cy="0"/>
        </a:xfrm>
      </p:grpSpPr>
      <p:grpSp>
        <p:nvGrpSpPr>
          <p:cNvPr id="2700" name="Google Shape;2700;p286"/>
          <p:cNvGrpSpPr/>
          <p:nvPr/>
        </p:nvGrpSpPr>
        <p:grpSpPr>
          <a:xfrm>
            <a:off x="-519458" y="2674710"/>
            <a:ext cx="10224210" cy="2744938"/>
            <a:chOff x="-519458" y="2674710"/>
            <a:chExt cx="10224210" cy="2744938"/>
          </a:xfrm>
        </p:grpSpPr>
        <p:sp>
          <p:nvSpPr>
            <p:cNvPr id="2701" name="Google Shape;2701;p286"/>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86"/>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286"/>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86"/>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86"/>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86"/>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86"/>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86"/>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9" name="Google Shape;2709;p2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0" name="Google Shape;2710;p286"/>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1" name="Google Shape;2711;p286"/>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2" name="Google Shape;2712;p286"/>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3" name="Google Shape;2713;p286"/>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4" name="Google Shape;2714;p286"/>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15" name="Google Shape;2715;p286"/>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16" name="Google Shape;2716;p286"/>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17" name="Google Shape;2717;p286"/>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18" name="Shape 2718"/>
        <p:cNvGrpSpPr/>
        <p:nvPr/>
      </p:nvGrpSpPr>
      <p:grpSpPr>
        <a:xfrm>
          <a:off x="0" y="0"/>
          <a:ext cx="0" cy="0"/>
          <a:chOff x="0" y="0"/>
          <a:chExt cx="0" cy="0"/>
        </a:xfrm>
      </p:grpSpPr>
      <p:grpSp>
        <p:nvGrpSpPr>
          <p:cNvPr id="2719" name="Google Shape;2719;p287"/>
          <p:cNvGrpSpPr/>
          <p:nvPr/>
        </p:nvGrpSpPr>
        <p:grpSpPr>
          <a:xfrm>
            <a:off x="-266473" y="3341397"/>
            <a:ext cx="9676960" cy="2321921"/>
            <a:chOff x="-266473" y="3341397"/>
            <a:chExt cx="9676960" cy="2321921"/>
          </a:xfrm>
        </p:grpSpPr>
        <p:sp>
          <p:nvSpPr>
            <p:cNvPr id="2720" name="Google Shape;2720;p287"/>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87"/>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87"/>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87"/>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87"/>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87"/>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87"/>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87"/>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8" name="Google Shape;2728;p2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29" name="Google Shape;2729;p287"/>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0" name="Google Shape;2730;p287"/>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1" name="Google Shape;2731;p287"/>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2" name="Google Shape;2732;p287"/>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3" name="Google Shape;2733;p287"/>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4" name="Google Shape;2734;p287"/>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5" name="Google Shape;2735;p287"/>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36" name="Google Shape;2736;p287"/>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37" name="Google Shape;2737;p287"/>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38" name="Google Shape;2738;p287"/>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39" name="Google Shape;2739;p287"/>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40" name="Google Shape;2740;p287"/>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741" name="Shape 2741"/>
        <p:cNvGrpSpPr/>
        <p:nvPr/>
      </p:nvGrpSpPr>
      <p:grpSpPr>
        <a:xfrm>
          <a:off x="0" y="0"/>
          <a:ext cx="0" cy="0"/>
          <a:chOff x="0" y="0"/>
          <a:chExt cx="0" cy="0"/>
        </a:xfrm>
      </p:grpSpPr>
      <p:sp>
        <p:nvSpPr>
          <p:cNvPr id="2742" name="Google Shape;2742;p288"/>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43" name="Google Shape;2743;p288"/>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744" name="Google Shape;2744;p288"/>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45" name="Google Shape;2745;p288"/>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746" name="Google Shape;2746;p288"/>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47" name="Google Shape;2747;p288"/>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48" name="Shape 2748"/>
        <p:cNvGrpSpPr/>
        <p:nvPr/>
      </p:nvGrpSpPr>
      <p:grpSpPr>
        <a:xfrm>
          <a:off x="0" y="0"/>
          <a:ext cx="0" cy="0"/>
          <a:chOff x="0" y="0"/>
          <a:chExt cx="0" cy="0"/>
        </a:xfrm>
      </p:grpSpPr>
      <p:sp>
        <p:nvSpPr>
          <p:cNvPr id="2749" name="Google Shape;2749;p289"/>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50" name="Google Shape;2750;p289"/>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1" name="Google Shape;2751;p289"/>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52" name="Shape 2752"/>
        <p:cNvGrpSpPr/>
        <p:nvPr/>
      </p:nvGrpSpPr>
      <p:grpSpPr>
        <a:xfrm>
          <a:off x="0" y="0"/>
          <a:ext cx="0" cy="0"/>
          <a:chOff x="0" y="0"/>
          <a:chExt cx="0" cy="0"/>
        </a:xfrm>
      </p:grpSpPr>
      <p:grpSp>
        <p:nvGrpSpPr>
          <p:cNvPr id="2753" name="Google Shape;2753;p290"/>
          <p:cNvGrpSpPr/>
          <p:nvPr/>
        </p:nvGrpSpPr>
        <p:grpSpPr>
          <a:xfrm>
            <a:off x="-247298" y="-446215"/>
            <a:ext cx="9638610" cy="6030088"/>
            <a:chOff x="-247298" y="-446215"/>
            <a:chExt cx="9638610" cy="6030088"/>
          </a:xfrm>
        </p:grpSpPr>
        <p:sp>
          <p:nvSpPr>
            <p:cNvPr id="2754" name="Google Shape;2754;p290"/>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90"/>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9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90"/>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90"/>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90"/>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90"/>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90"/>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62" name="Shape 2762"/>
        <p:cNvGrpSpPr/>
        <p:nvPr/>
      </p:nvGrpSpPr>
      <p:grpSpPr>
        <a:xfrm>
          <a:off x="0" y="0"/>
          <a:ext cx="0" cy="0"/>
          <a:chOff x="0" y="0"/>
          <a:chExt cx="0" cy="0"/>
        </a:xfrm>
      </p:grpSpPr>
      <p:grpSp>
        <p:nvGrpSpPr>
          <p:cNvPr id="2763" name="Google Shape;2763;p291"/>
          <p:cNvGrpSpPr/>
          <p:nvPr/>
        </p:nvGrpSpPr>
        <p:grpSpPr>
          <a:xfrm>
            <a:off x="-476796" y="2900252"/>
            <a:ext cx="10097585" cy="2865204"/>
            <a:chOff x="-476796" y="2900252"/>
            <a:chExt cx="10097585" cy="2865204"/>
          </a:xfrm>
        </p:grpSpPr>
        <p:grpSp>
          <p:nvGrpSpPr>
            <p:cNvPr id="2764" name="Google Shape;2764;p291"/>
            <p:cNvGrpSpPr/>
            <p:nvPr/>
          </p:nvGrpSpPr>
          <p:grpSpPr>
            <a:xfrm>
              <a:off x="-476796" y="2900252"/>
              <a:ext cx="10097585" cy="2865204"/>
              <a:chOff x="-476796" y="2900252"/>
              <a:chExt cx="10097585" cy="2865204"/>
            </a:xfrm>
          </p:grpSpPr>
          <p:sp>
            <p:nvSpPr>
              <p:cNvPr id="2765" name="Google Shape;2765;p291"/>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91"/>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91"/>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91"/>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91"/>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91"/>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91"/>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2" name="Google Shape;2772;p291"/>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76" name="Shape 2776"/>
        <p:cNvGrpSpPr/>
        <p:nvPr/>
      </p:nvGrpSpPr>
      <p:grpSpPr>
        <a:xfrm>
          <a:off x="0" y="0"/>
          <a:ext cx="0" cy="0"/>
          <a:chOff x="0" y="0"/>
          <a:chExt cx="0" cy="0"/>
        </a:xfrm>
      </p:grpSpPr>
      <p:sp>
        <p:nvSpPr>
          <p:cNvPr id="2777" name="Google Shape;2777;p293"/>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778" name="Google Shape;2778;p293"/>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79" name="Shape 2779"/>
        <p:cNvGrpSpPr/>
        <p:nvPr/>
      </p:nvGrpSpPr>
      <p:grpSpPr>
        <a:xfrm>
          <a:off x="0" y="0"/>
          <a:ext cx="0" cy="0"/>
          <a:chOff x="0" y="0"/>
          <a:chExt cx="0" cy="0"/>
        </a:xfrm>
      </p:grpSpPr>
      <p:sp>
        <p:nvSpPr>
          <p:cNvPr id="2780" name="Google Shape;2780;p294"/>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781" name="Google Shape;2781;p294"/>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82" name="Google Shape;2782;p294"/>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83" name="Shape 2783"/>
        <p:cNvGrpSpPr/>
        <p:nvPr/>
      </p:nvGrpSpPr>
      <p:grpSpPr>
        <a:xfrm>
          <a:off x="0" y="0"/>
          <a:ext cx="0" cy="0"/>
          <a:chOff x="0" y="0"/>
          <a:chExt cx="0" cy="0"/>
        </a:xfrm>
      </p:grpSpPr>
      <p:grpSp>
        <p:nvGrpSpPr>
          <p:cNvPr id="2784" name="Google Shape;2784;p295"/>
          <p:cNvGrpSpPr/>
          <p:nvPr/>
        </p:nvGrpSpPr>
        <p:grpSpPr>
          <a:xfrm>
            <a:off x="-247298" y="-446215"/>
            <a:ext cx="9638600" cy="6030088"/>
            <a:chOff x="-247298" y="-446215"/>
            <a:chExt cx="9638600" cy="6030088"/>
          </a:xfrm>
        </p:grpSpPr>
        <p:sp>
          <p:nvSpPr>
            <p:cNvPr id="2785" name="Google Shape;2785;p29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29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9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9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9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29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29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29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3" name="Google Shape;2793;p2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4" name="Google Shape;2794;p295"/>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95" name="Shape 2795"/>
        <p:cNvGrpSpPr/>
        <p:nvPr/>
      </p:nvGrpSpPr>
      <p:grpSpPr>
        <a:xfrm>
          <a:off x="0" y="0"/>
          <a:ext cx="0" cy="0"/>
          <a:chOff x="0" y="0"/>
          <a:chExt cx="0" cy="0"/>
        </a:xfrm>
      </p:grpSpPr>
      <p:grpSp>
        <p:nvGrpSpPr>
          <p:cNvPr id="2796" name="Google Shape;2796;p296"/>
          <p:cNvGrpSpPr/>
          <p:nvPr/>
        </p:nvGrpSpPr>
        <p:grpSpPr>
          <a:xfrm>
            <a:off x="-247298" y="-446215"/>
            <a:ext cx="9638600" cy="6030088"/>
            <a:chOff x="-247298" y="-446215"/>
            <a:chExt cx="9638600" cy="6030088"/>
          </a:xfrm>
        </p:grpSpPr>
        <p:sp>
          <p:nvSpPr>
            <p:cNvPr id="2797" name="Google Shape;2797;p29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29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29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29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29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296"/>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296"/>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296"/>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5" name="Google Shape;2805;p2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06" name="Google Shape;2806;p296"/>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807" name="Google Shape;2807;p296"/>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808" name="Google Shape;2808;p296"/>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09" name="Google Shape;2809;p296"/>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10" name="Shape 2810"/>
        <p:cNvGrpSpPr/>
        <p:nvPr/>
      </p:nvGrpSpPr>
      <p:grpSpPr>
        <a:xfrm>
          <a:off x="0" y="0"/>
          <a:ext cx="0" cy="0"/>
          <a:chOff x="0" y="0"/>
          <a:chExt cx="0" cy="0"/>
        </a:xfrm>
      </p:grpSpPr>
      <p:grpSp>
        <p:nvGrpSpPr>
          <p:cNvPr id="2811" name="Google Shape;2811;p297"/>
          <p:cNvGrpSpPr/>
          <p:nvPr/>
        </p:nvGrpSpPr>
        <p:grpSpPr>
          <a:xfrm>
            <a:off x="-247298" y="-284290"/>
            <a:ext cx="9638600" cy="5868163"/>
            <a:chOff x="-247298" y="-284290"/>
            <a:chExt cx="9638600" cy="5868163"/>
          </a:xfrm>
        </p:grpSpPr>
        <p:sp>
          <p:nvSpPr>
            <p:cNvPr id="2812" name="Google Shape;2812;p297"/>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97"/>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97"/>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9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97"/>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297"/>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297"/>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297"/>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0" name="Google Shape;2820;p2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21" name="Shape 2821"/>
        <p:cNvGrpSpPr/>
        <p:nvPr/>
      </p:nvGrpSpPr>
      <p:grpSpPr>
        <a:xfrm>
          <a:off x="0" y="0"/>
          <a:ext cx="0" cy="0"/>
          <a:chOff x="0" y="0"/>
          <a:chExt cx="0" cy="0"/>
        </a:xfrm>
      </p:grpSpPr>
      <p:sp>
        <p:nvSpPr>
          <p:cNvPr id="2822" name="Google Shape;2822;p298"/>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23" name="Google Shape;2823;p298"/>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24" name="Shape 2824"/>
        <p:cNvGrpSpPr/>
        <p:nvPr/>
      </p:nvGrpSpPr>
      <p:grpSpPr>
        <a:xfrm>
          <a:off x="0" y="0"/>
          <a:ext cx="0" cy="0"/>
          <a:chOff x="0" y="0"/>
          <a:chExt cx="0" cy="0"/>
        </a:xfrm>
      </p:grpSpPr>
      <p:sp>
        <p:nvSpPr>
          <p:cNvPr id="2825" name="Google Shape;2825;p299"/>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26" name="Shape 2826"/>
        <p:cNvGrpSpPr/>
        <p:nvPr/>
      </p:nvGrpSpPr>
      <p:grpSpPr>
        <a:xfrm>
          <a:off x="0" y="0"/>
          <a:ext cx="0" cy="0"/>
          <a:chOff x="0" y="0"/>
          <a:chExt cx="0" cy="0"/>
        </a:xfrm>
      </p:grpSpPr>
      <p:sp>
        <p:nvSpPr>
          <p:cNvPr id="2827" name="Google Shape;2827;p300"/>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828" name="Google Shape;2828;p300"/>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29" name="Shape 2829"/>
        <p:cNvGrpSpPr/>
        <p:nvPr/>
      </p:nvGrpSpPr>
      <p:grpSpPr>
        <a:xfrm>
          <a:off x="0" y="0"/>
          <a:ext cx="0" cy="0"/>
          <a:chOff x="0" y="0"/>
          <a:chExt cx="0" cy="0"/>
        </a:xfrm>
      </p:grpSpPr>
      <p:sp>
        <p:nvSpPr>
          <p:cNvPr id="2830" name="Google Shape;2830;p301"/>
          <p:cNvSpPr/>
          <p:nvPr>
            <p:ph idx="2" type="pic"/>
          </p:nvPr>
        </p:nvSpPr>
        <p:spPr>
          <a:xfrm>
            <a:off x="-25" y="-13725"/>
            <a:ext cx="9144000" cy="5157300"/>
          </a:xfrm>
          <a:prstGeom prst="rect">
            <a:avLst/>
          </a:prstGeom>
          <a:noFill/>
          <a:ln>
            <a:noFill/>
          </a:ln>
        </p:spPr>
      </p:sp>
      <p:sp>
        <p:nvSpPr>
          <p:cNvPr id="2831" name="Google Shape;2831;p301"/>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32" name="Shape 2832"/>
        <p:cNvGrpSpPr/>
        <p:nvPr/>
      </p:nvGrpSpPr>
      <p:grpSpPr>
        <a:xfrm>
          <a:off x="0" y="0"/>
          <a:ext cx="0" cy="0"/>
          <a:chOff x="0" y="0"/>
          <a:chExt cx="0" cy="0"/>
        </a:xfrm>
      </p:grpSpPr>
      <p:sp>
        <p:nvSpPr>
          <p:cNvPr id="2833" name="Google Shape;2833;p302"/>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34" name="Google Shape;2834;p302"/>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35" name="Shape 2835"/>
        <p:cNvGrpSpPr/>
        <p:nvPr/>
      </p:nvGrpSpPr>
      <p:grpSpPr>
        <a:xfrm>
          <a:off x="0" y="0"/>
          <a:ext cx="0" cy="0"/>
          <a:chOff x="0" y="0"/>
          <a:chExt cx="0" cy="0"/>
        </a:xfrm>
      </p:grpSpPr>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836" name="Shape 2836"/>
        <p:cNvGrpSpPr/>
        <p:nvPr/>
      </p:nvGrpSpPr>
      <p:grpSpPr>
        <a:xfrm>
          <a:off x="0" y="0"/>
          <a:ext cx="0" cy="0"/>
          <a:chOff x="0" y="0"/>
          <a:chExt cx="0" cy="0"/>
        </a:xfrm>
      </p:grpSpPr>
      <p:grpSp>
        <p:nvGrpSpPr>
          <p:cNvPr id="2837" name="Google Shape;2837;p304"/>
          <p:cNvGrpSpPr/>
          <p:nvPr/>
        </p:nvGrpSpPr>
        <p:grpSpPr>
          <a:xfrm>
            <a:off x="-417711" y="-428628"/>
            <a:ext cx="9979385" cy="6000759"/>
            <a:chOff x="-417711" y="-428628"/>
            <a:chExt cx="9979385" cy="6000759"/>
          </a:xfrm>
        </p:grpSpPr>
        <p:sp>
          <p:nvSpPr>
            <p:cNvPr id="2838" name="Google Shape;2838;p304"/>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04"/>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04"/>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04"/>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04"/>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04"/>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04"/>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04"/>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6" name="Google Shape;2846;p3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47" name="Google Shape;2847;p304"/>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48" name="Google Shape;2848;p304"/>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49" name="Google Shape;2849;p304"/>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0" name="Google Shape;2850;p304"/>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1" name="Google Shape;2851;p304"/>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2" name="Google Shape;2852;p304"/>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3" name="Google Shape;2853;p304"/>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4" name="Google Shape;2854;p304"/>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5" name="Google Shape;2855;p304"/>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6" name="Google Shape;2856;p304"/>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7" name="Google Shape;2857;p304"/>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8" name="Google Shape;2858;p304"/>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59" name="Google Shape;2859;p304"/>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0" name="Google Shape;2860;p304"/>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1" name="Google Shape;2861;p304"/>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2" name="Google Shape;2862;p304"/>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3" name="Google Shape;2863;p304"/>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4" name="Google Shape;2864;p304"/>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865" name="Shape 2865"/>
        <p:cNvGrpSpPr/>
        <p:nvPr/>
      </p:nvGrpSpPr>
      <p:grpSpPr>
        <a:xfrm>
          <a:off x="0" y="0"/>
          <a:ext cx="0" cy="0"/>
          <a:chOff x="0" y="0"/>
          <a:chExt cx="0" cy="0"/>
        </a:xfrm>
      </p:grpSpPr>
      <p:grpSp>
        <p:nvGrpSpPr>
          <p:cNvPr id="2866" name="Google Shape;2866;p305"/>
          <p:cNvGrpSpPr/>
          <p:nvPr/>
        </p:nvGrpSpPr>
        <p:grpSpPr>
          <a:xfrm>
            <a:off x="-247298" y="-446215"/>
            <a:ext cx="9638600" cy="6030088"/>
            <a:chOff x="-247298" y="-446215"/>
            <a:chExt cx="9638600" cy="6030088"/>
          </a:xfrm>
        </p:grpSpPr>
        <p:sp>
          <p:nvSpPr>
            <p:cNvPr id="2867" name="Google Shape;2867;p30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0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0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0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0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0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0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0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5" name="Google Shape;2875;p305"/>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876" name="Google Shape;2876;p305"/>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877" name="Shape 2877"/>
        <p:cNvGrpSpPr/>
        <p:nvPr/>
      </p:nvGrpSpPr>
      <p:grpSpPr>
        <a:xfrm>
          <a:off x="0" y="0"/>
          <a:ext cx="0" cy="0"/>
          <a:chOff x="0" y="0"/>
          <a:chExt cx="0" cy="0"/>
        </a:xfrm>
      </p:grpSpPr>
      <p:grpSp>
        <p:nvGrpSpPr>
          <p:cNvPr id="2878" name="Google Shape;2878;p306"/>
          <p:cNvGrpSpPr/>
          <p:nvPr/>
        </p:nvGrpSpPr>
        <p:grpSpPr>
          <a:xfrm>
            <a:off x="-535133" y="-37823"/>
            <a:ext cx="10207495" cy="5621696"/>
            <a:chOff x="-535133" y="-37823"/>
            <a:chExt cx="10207495" cy="5621696"/>
          </a:xfrm>
        </p:grpSpPr>
        <p:sp>
          <p:nvSpPr>
            <p:cNvPr id="2879" name="Google Shape;2879;p306"/>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06"/>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06"/>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306"/>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06"/>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06"/>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06"/>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06"/>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7" name="Google Shape;2887;p3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888" name="Shape 2888"/>
        <p:cNvGrpSpPr/>
        <p:nvPr/>
      </p:nvGrpSpPr>
      <p:grpSpPr>
        <a:xfrm>
          <a:off x="0" y="0"/>
          <a:ext cx="0" cy="0"/>
          <a:chOff x="0" y="0"/>
          <a:chExt cx="0" cy="0"/>
        </a:xfrm>
      </p:grpSpPr>
      <p:grpSp>
        <p:nvGrpSpPr>
          <p:cNvPr id="2889" name="Google Shape;2889;p307"/>
          <p:cNvGrpSpPr/>
          <p:nvPr/>
        </p:nvGrpSpPr>
        <p:grpSpPr>
          <a:xfrm>
            <a:off x="-247298" y="-446215"/>
            <a:ext cx="9638610" cy="6030088"/>
            <a:chOff x="-247298" y="-446215"/>
            <a:chExt cx="9638610" cy="6030088"/>
          </a:xfrm>
        </p:grpSpPr>
        <p:sp>
          <p:nvSpPr>
            <p:cNvPr id="2890" name="Google Shape;2890;p307"/>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07"/>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307"/>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307"/>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307"/>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07"/>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07"/>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07"/>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8" name="Google Shape;2898;p3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899" name="Shape 2899"/>
        <p:cNvGrpSpPr/>
        <p:nvPr/>
      </p:nvGrpSpPr>
      <p:grpSpPr>
        <a:xfrm>
          <a:off x="0" y="0"/>
          <a:ext cx="0" cy="0"/>
          <a:chOff x="0" y="0"/>
          <a:chExt cx="0" cy="0"/>
        </a:xfrm>
      </p:grpSpPr>
      <p:grpSp>
        <p:nvGrpSpPr>
          <p:cNvPr id="2900" name="Google Shape;2900;p308"/>
          <p:cNvGrpSpPr/>
          <p:nvPr/>
        </p:nvGrpSpPr>
        <p:grpSpPr>
          <a:xfrm>
            <a:off x="-548808" y="-584898"/>
            <a:ext cx="10241610" cy="6168779"/>
            <a:chOff x="-548808" y="-584898"/>
            <a:chExt cx="10241610" cy="6168779"/>
          </a:xfrm>
        </p:grpSpPr>
        <p:sp>
          <p:nvSpPr>
            <p:cNvPr id="2901" name="Google Shape;2901;p308"/>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308"/>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308"/>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308"/>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308"/>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308"/>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308"/>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308"/>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9" name="Google Shape;2909;p3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910" name="Shape 2910"/>
        <p:cNvGrpSpPr/>
        <p:nvPr/>
      </p:nvGrpSpPr>
      <p:grpSpPr>
        <a:xfrm>
          <a:off x="0" y="0"/>
          <a:ext cx="0" cy="0"/>
          <a:chOff x="0" y="0"/>
          <a:chExt cx="0" cy="0"/>
        </a:xfrm>
      </p:grpSpPr>
      <p:sp>
        <p:nvSpPr>
          <p:cNvPr id="2911" name="Google Shape;2911;p3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912" name="Google Shape;2912;p309"/>
          <p:cNvGrpSpPr/>
          <p:nvPr/>
        </p:nvGrpSpPr>
        <p:grpSpPr>
          <a:xfrm>
            <a:off x="-476796" y="2900252"/>
            <a:ext cx="10097585" cy="2865204"/>
            <a:chOff x="-476796" y="2900252"/>
            <a:chExt cx="10097585" cy="2865204"/>
          </a:xfrm>
        </p:grpSpPr>
        <p:grpSp>
          <p:nvGrpSpPr>
            <p:cNvPr id="2913" name="Google Shape;2913;p309"/>
            <p:cNvGrpSpPr/>
            <p:nvPr/>
          </p:nvGrpSpPr>
          <p:grpSpPr>
            <a:xfrm>
              <a:off x="-476796" y="2900252"/>
              <a:ext cx="10097585" cy="2865204"/>
              <a:chOff x="-476796" y="2900252"/>
              <a:chExt cx="10097585" cy="2865204"/>
            </a:xfrm>
          </p:grpSpPr>
          <p:sp>
            <p:nvSpPr>
              <p:cNvPr id="2914" name="Google Shape;2914;p309"/>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309"/>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309"/>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309"/>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309"/>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309"/>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309"/>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1" name="Google Shape;2921;p309"/>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922" name="Shape 2922"/>
        <p:cNvGrpSpPr/>
        <p:nvPr/>
      </p:nvGrpSpPr>
      <p:grpSpPr>
        <a:xfrm>
          <a:off x="0" y="0"/>
          <a:ext cx="0" cy="0"/>
          <a:chOff x="0" y="0"/>
          <a:chExt cx="0" cy="0"/>
        </a:xfrm>
      </p:grpSpPr>
      <p:grpSp>
        <p:nvGrpSpPr>
          <p:cNvPr id="2923" name="Google Shape;2923;p310"/>
          <p:cNvGrpSpPr/>
          <p:nvPr/>
        </p:nvGrpSpPr>
        <p:grpSpPr>
          <a:xfrm>
            <a:off x="-145083" y="-503840"/>
            <a:ext cx="9434170" cy="6151188"/>
            <a:chOff x="-145083" y="-503840"/>
            <a:chExt cx="9434170" cy="6151188"/>
          </a:xfrm>
        </p:grpSpPr>
        <p:sp>
          <p:nvSpPr>
            <p:cNvPr id="2924" name="Google Shape;2924;p310"/>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310"/>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310"/>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310"/>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310"/>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310"/>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310"/>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310"/>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2" name="Google Shape;2932;p310"/>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33" name="Google Shape;2933;p310"/>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34" name="Google Shape;2934;p310"/>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935" name="Shape 2935"/>
        <p:cNvGrpSpPr/>
        <p:nvPr/>
      </p:nvGrpSpPr>
      <p:grpSpPr>
        <a:xfrm>
          <a:off x="0" y="0"/>
          <a:ext cx="0" cy="0"/>
          <a:chOff x="0" y="0"/>
          <a:chExt cx="0" cy="0"/>
        </a:xfrm>
      </p:grpSpPr>
      <p:grpSp>
        <p:nvGrpSpPr>
          <p:cNvPr id="2936" name="Google Shape;2936;p311"/>
          <p:cNvGrpSpPr/>
          <p:nvPr/>
        </p:nvGrpSpPr>
        <p:grpSpPr>
          <a:xfrm>
            <a:off x="-247298" y="-446215"/>
            <a:ext cx="9638600" cy="6030088"/>
            <a:chOff x="-247298" y="-446215"/>
            <a:chExt cx="9638600" cy="6030088"/>
          </a:xfrm>
        </p:grpSpPr>
        <p:sp>
          <p:nvSpPr>
            <p:cNvPr id="2937" name="Google Shape;2937;p31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31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31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31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31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31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31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31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5" name="Google Shape;2945;p311"/>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46" name="Google Shape;2946;p311"/>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947" name="Shape 2947"/>
        <p:cNvGrpSpPr/>
        <p:nvPr/>
      </p:nvGrpSpPr>
      <p:grpSpPr>
        <a:xfrm>
          <a:off x="0" y="0"/>
          <a:ext cx="0" cy="0"/>
          <a:chOff x="0" y="0"/>
          <a:chExt cx="0" cy="0"/>
        </a:xfrm>
      </p:grpSpPr>
      <p:grpSp>
        <p:nvGrpSpPr>
          <p:cNvPr id="2948" name="Google Shape;2948;p312"/>
          <p:cNvGrpSpPr/>
          <p:nvPr/>
        </p:nvGrpSpPr>
        <p:grpSpPr>
          <a:xfrm flipH="1">
            <a:off x="-247298" y="-446215"/>
            <a:ext cx="9638600" cy="6030088"/>
            <a:chOff x="-247298" y="-446215"/>
            <a:chExt cx="9638600" cy="6030088"/>
          </a:xfrm>
        </p:grpSpPr>
        <p:sp>
          <p:nvSpPr>
            <p:cNvPr id="2949" name="Google Shape;2949;p312"/>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31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31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31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31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312"/>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312"/>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312"/>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7" name="Google Shape;2957;p312"/>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58" name="Google Shape;2958;p312"/>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2959" name="Shape 2959"/>
        <p:cNvGrpSpPr/>
        <p:nvPr/>
      </p:nvGrpSpPr>
      <p:grpSpPr>
        <a:xfrm>
          <a:off x="0" y="0"/>
          <a:ext cx="0" cy="0"/>
          <a:chOff x="0" y="0"/>
          <a:chExt cx="0" cy="0"/>
        </a:xfrm>
      </p:grpSpPr>
      <p:grpSp>
        <p:nvGrpSpPr>
          <p:cNvPr id="2960" name="Google Shape;2960;p313"/>
          <p:cNvGrpSpPr/>
          <p:nvPr/>
        </p:nvGrpSpPr>
        <p:grpSpPr>
          <a:xfrm>
            <a:off x="-247298" y="-446215"/>
            <a:ext cx="9638600" cy="6030088"/>
            <a:chOff x="-247298" y="-446215"/>
            <a:chExt cx="9638600" cy="6030088"/>
          </a:xfrm>
        </p:grpSpPr>
        <p:sp>
          <p:nvSpPr>
            <p:cNvPr id="2961" name="Google Shape;2961;p313"/>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313"/>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313"/>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313"/>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313"/>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313"/>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313"/>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313"/>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9" name="Google Shape;2969;p3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70" name="Google Shape;2970;p313"/>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971" name="Shape 2971"/>
        <p:cNvGrpSpPr/>
        <p:nvPr/>
      </p:nvGrpSpPr>
      <p:grpSpPr>
        <a:xfrm>
          <a:off x="0" y="0"/>
          <a:ext cx="0" cy="0"/>
          <a:chOff x="0" y="0"/>
          <a:chExt cx="0" cy="0"/>
        </a:xfrm>
      </p:grpSpPr>
      <p:grpSp>
        <p:nvGrpSpPr>
          <p:cNvPr id="2972" name="Google Shape;2972;p314"/>
          <p:cNvGrpSpPr/>
          <p:nvPr/>
        </p:nvGrpSpPr>
        <p:grpSpPr>
          <a:xfrm>
            <a:off x="-535133" y="-37823"/>
            <a:ext cx="10207495" cy="5621696"/>
            <a:chOff x="-535133" y="-37823"/>
            <a:chExt cx="10207495" cy="5621696"/>
          </a:xfrm>
        </p:grpSpPr>
        <p:sp>
          <p:nvSpPr>
            <p:cNvPr id="2973" name="Google Shape;2973;p314"/>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314"/>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314"/>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314"/>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314"/>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314"/>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314"/>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314"/>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1" name="Google Shape;2981;p3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82" name="Google Shape;2982;p314"/>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983" name="Shape 2983"/>
        <p:cNvGrpSpPr/>
        <p:nvPr/>
      </p:nvGrpSpPr>
      <p:grpSpPr>
        <a:xfrm>
          <a:off x="0" y="0"/>
          <a:ext cx="0" cy="0"/>
          <a:chOff x="0" y="0"/>
          <a:chExt cx="0" cy="0"/>
        </a:xfrm>
      </p:grpSpPr>
      <p:grpSp>
        <p:nvGrpSpPr>
          <p:cNvPr id="2984" name="Google Shape;2984;p315"/>
          <p:cNvGrpSpPr/>
          <p:nvPr/>
        </p:nvGrpSpPr>
        <p:grpSpPr>
          <a:xfrm>
            <a:off x="-310473" y="3500727"/>
            <a:ext cx="9764950" cy="2327954"/>
            <a:chOff x="-310473" y="3500727"/>
            <a:chExt cx="9764950" cy="2327954"/>
          </a:xfrm>
        </p:grpSpPr>
        <p:sp>
          <p:nvSpPr>
            <p:cNvPr id="2985" name="Google Shape;2985;p315"/>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315"/>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315"/>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315"/>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315"/>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315"/>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315"/>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315"/>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3" name="Google Shape;2993;p3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94" name="Google Shape;2994;p315"/>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95" name="Google Shape;2995;p315"/>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96" name="Google Shape;2996;p315"/>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97" name="Google Shape;2997;p315"/>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998" name="Shape 2998"/>
        <p:cNvGrpSpPr/>
        <p:nvPr/>
      </p:nvGrpSpPr>
      <p:grpSpPr>
        <a:xfrm>
          <a:off x="0" y="0"/>
          <a:ext cx="0" cy="0"/>
          <a:chOff x="0" y="0"/>
          <a:chExt cx="0" cy="0"/>
        </a:xfrm>
      </p:grpSpPr>
      <p:grpSp>
        <p:nvGrpSpPr>
          <p:cNvPr id="2999" name="Google Shape;2999;p316"/>
          <p:cNvGrpSpPr/>
          <p:nvPr/>
        </p:nvGrpSpPr>
        <p:grpSpPr>
          <a:xfrm>
            <a:off x="-655296" y="3436585"/>
            <a:ext cx="10454595" cy="2311221"/>
            <a:chOff x="-655296" y="3436585"/>
            <a:chExt cx="10454595" cy="2311221"/>
          </a:xfrm>
        </p:grpSpPr>
        <p:sp>
          <p:nvSpPr>
            <p:cNvPr id="3000" name="Google Shape;3000;p316"/>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316"/>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316"/>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316"/>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316"/>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316"/>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316"/>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316"/>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8" name="Google Shape;3008;p3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09" name="Google Shape;3009;p316"/>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10" name="Google Shape;3010;p316"/>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11" name="Shape 3011"/>
        <p:cNvGrpSpPr/>
        <p:nvPr/>
      </p:nvGrpSpPr>
      <p:grpSpPr>
        <a:xfrm>
          <a:off x="0" y="0"/>
          <a:ext cx="0" cy="0"/>
          <a:chOff x="0" y="0"/>
          <a:chExt cx="0" cy="0"/>
        </a:xfrm>
      </p:grpSpPr>
      <p:grpSp>
        <p:nvGrpSpPr>
          <p:cNvPr id="3012" name="Google Shape;3012;p317"/>
          <p:cNvGrpSpPr/>
          <p:nvPr/>
        </p:nvGrpSpPr>
        <p:grpSpPr>
          <a:xfrm>
            <a:off x="-512036" y="-358023"/>
            <a:ext cx="10169413" cy="5930154"/>
            <a:chOff x="-512036" y="-358023"/>
            <a:chExt cx="10169413" cy="5930154"/>
          </a:xfrm>
        </p:grpSpPr>
        <p:sp>
          <p:nvSpPr>
            <p:cNvPr id="3013" name="Google Shape;3013;p317"/>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317"/>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317"/>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317"/>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317"/>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317"/>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317"/>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317"/>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1" name="Google Shape;3021;p3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22" name="Google Shape;3022;p317"/>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3" name="Google Shape;3023;p317"/>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4" name="Google Shape;3024;p317"/>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5" name="Google Shape;3025;p317"/>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26" name="Google Shape;3026;p317"/>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27" name="Google Shape;3027;p317"/>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028" name="Shape 3028"/>
        <p:cNvGrpSpPr/>
        <p:nvPr/>
      </p:nvGrpSpPr>
      <p:grpSpPr>
        <a:xfrm>
          <a:off x="0" y="0"/>
          <a:ext cx="0" cy="0"/>
          <a:chOff x="0" y="0"/>
          <a:chExt cx="0" cy="0"/>
        </a:xfrm>
      </p:grpSpPr>
      <p:grpSp>
        <p:nvGrpSpPr>
          <p:cNvPr id="3029" name="Google Shape;3029;p318"/>
          <p:cNvGrpSpPr/>
          <p:nvPr/>
        </p:nvGrpSpPr>
        <p:grpSpPr>
          <a:xfrm>
            <a:off x="-519458" y="2674710"/>
            <a:ext cx="10224210" cy="2744938"/>
            <a:chOff x="-519458" y="2674710"/>
            <a:chExt cx="10224210" cy="2744938"/>
          </a:xfrm>
        </p:grpSpPr>
        <p:sp>
          <p:nvSpPr>
            <p:cNvPr id="3030" name="Google Shape;3030;p318"/>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318"/>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318"/>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318"/>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318"/>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318"/>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318"/>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318"/>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38" name="Google Shape;3038;p3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39" name="Google Shape;3039;p318"/>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40" name="Google Shape;3040;p318"/>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41" name="Google Shape;3041;p318"/>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42" name="Google Shape;3042;p318"/>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43" name="Google Shape;3043;p318"/>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44" name="Google Shape;3044;p318"/>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45" name="Google Shape;3045;p318"/>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46" name="Google Shape;3046;p318"/>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047" name="Shape 3047"/>
        <p:cNvGrpSpPr/>
        <p:nvPr/>
      </p:nvGrpSpPr>
      <p:grpSpPr>
        <a:xfrm>
          <a:off x="0" y="0"/>
          <a:ext cx="0" cy="0"/>
          <a:chOff x="0" y="0"/>
          <a:chExt cx="0" cy="0"/>
        </a:xfrm>
      </p:grpSpPr>
      <p:grpSp>
        <p:nvGrpSpPr>
          <p:cNvPr id="3048" name="Google Shape;3048;p319"/>
          <p:cNvGrpSpPr/>
          <p:nvPr/>
        </p:nvGrpSpPr>
        <p:grpSpPr>
          <a:xfrm>
            <a:off x="-266473" y="3341397"/>
            <a:ext cx="9676960" cy="2321921"/>
            <a:chOff x="-266473" y="3341397"/>
            <a:chExt cx="9676960" cy="2321921"/>
          </a:xfrm>
        </p:grpSpPr>
        <p:sp>
          <p:nvSpPr>
            <p:cNvPr id="3049" name="Google Shape;3049;p319"/>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319"/>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319"/>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319"/>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319"/>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319"/>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319"/>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319"/>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7" name="Google Shape;3057;p3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58" name="Google Shape;3058;p319"/>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59" name="Google Shape;3059;p319"/>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0" name="Google Shape;3060;p319"/>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1" name="Google Shape;3061;p319"/>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2" name="Google Shape;3062;p319"/>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3" name="Google Shape;3063;p319"/>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4" name="Google Shape;3064;p319"/>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65" name="Google Shape;3065;p319"/>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66" name="Google Shape;3066;p319"/>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67" name="Google Shape;3067;p319"/>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68" name="Google Shape;3068;p319"/>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69" name="Google Shape;3069;p319"/>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70" name="Shape 3070"/>
        <p:cNvGrpSpPr/>
        <p:nvPr/>
      </p:nvGrpSpPr>
      <p:grpSpPr>
        <a:xfrm>
          <a:off x="0" y="0"/>
          <a:ext cx="0" cy="0"/>
          <a:chOff x="0" y="0"/>
          <a:chExt cx="0" cy="0"/>
        </a:xfrm>
      </p:grpSpPr>
      <p:sp>
        <p:nvSpPr>
          <p:cNvPr id="3071" name="Google Shape;3071;p320"/>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72" name="Google Shape;3072;p320"/>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073" name="Google Shape;3073;p320"/>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74" name="Google Shape;3074;p320"/>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075" name="Google Shape;3075;p320"/>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76" name="Google Shape;3076;p320"/>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77" name="Shape 3077"/>
        <p:cNvGrpSpPr/>
        <p:nvPr/>
      </p:nvGrpSpPr>
      <p:grpSpPr>
        <a:xfrm>
          <a:off x="0" y="0"/>
          <a:ext cx="0" cy="0"/>
          <a:chOff x="0" y="0"/>
          <a:chExt cx="0" cy="0"/>
        </a:xfrm>
      </p:grpSpPr>
      <p:sp>
        <p:nvSpPr>
          <p:cNvPr id="3078" name="Google Shape;3078;p321"/>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79" name="Google Shape;3079;p321"/>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80" name="Google Shape;3080;p321"/>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081" name="Shape 3081"/>
        <p:cNvGrpSpPr/>
        <p:nvPr/>
      </p:nvGrpSpPr>
      <p:grpSpPr>
        <a:xfrm>
          <a:off x="0" y="0"/>
          <a:ext cx="0" cy="0"/>
          <a:chOff x="0" y="0"/>
          <a:chExt cx="0" cy="0"/>
        </a:xfrm>
      </p:grpSpPr>
      <p:grpSp>
        <p:nvGrpSpPr>
          <p:cNvPr id="3082" name="Google Shape;3082;p322"/>
          <p:cNvGrpSpPr/>
          <p:nvPr/>
        </p:nvGrpSpPr>
        <p:grpSpPr>
          <a:xfrm>
            <a:off x="-247298" y="-446215"/>
            <a:ext cx="9638610" cy="6030088"/>
            <a:chOff x="-247298" y="-446215"/>
            <a:chExt cx="9638610" cy="6030088"/>
          </a:xfrm>
        </p:grpSpPr>
        <p:sp>
          <p:nvSpPr>
            <p:cNvPr id="3083" name="Google Shape;3083;p322"/>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322"/>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3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322"/>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322"/>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322"/>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322"/>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322"/>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091" name="Shape 3091"/>
        <p:cNvGrpSpPr/>
        <p:nvPr/>
      </p:nvGrpSpPr>
      <p:grpSpPr>
        <a:xfrm>
          <a:off x="0" y="0"/>
          <a:ext cx="0" cy="0"/>
          <a:chOff x="0" y="0"/>
          <a:chExt cx="0" cy="0"/>
        </a:xfrm>
      </p:grpSpPr>
      <p:grpSp>
        <p:nvGrpSpPr>
          <p:cNvPr id="3092" name="Google Shape;3092;p323"/>
          <p:cNvGrpSpPr/>
          <p:nvPr/>
        </p:nvGrpSpPr>
        <p:grpSpPr>
          <a:xfrm>
            <a:off x="-476796" y="2900252"/>
            <a:ext cx="10097585" cy="2865204"/>
            <a:chOff x="-476796" y="2900252"/>
            <a:chExt cx="10097585" cy="2865204"/>
          </a:xfrm>
        </p:grpSpPr>
        <p:grpSp>
          <p:nvGrpSpPr>
            <p:cNvPr id="3093" name="Google Shape;3093;p323"/>
            <p:cNvGrpSpPr/>
            <p:nvPr/>
          </p:nvGrpSpPr>
          <p:grpSpPr>
            <a:xfrm>
              <a:off x="-476796" y="2900252"/>
              <a:ext cx="10097585" cy="2865204"/>
              <a:chOff x="-476796" y="2900252"/>
              <a:chExt cx="10097585" cy="2865204"/>
            </a:xfrm>
          </p:grpSpPr>
          <p:sp>
            <p:nvSpPr>
              <p:cNvPr id="3094" name="Google Shape;3094;p323"/>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323"/>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323"/>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323"/>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323"/>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323"/>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323"/>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1" name="Google Shape;3101;p323"/>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03" name="Shape 310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1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5" Type="http://schemas.openxmlformats.org/officeDocument/2006/relationships/theme" Target="../theme/theme11.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25" Type="http://schemas.openxmlformats.org/officeDocument/2006/relationships/theme" Target="../theme/theme1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3.xml"/><Relationship Id="rId22" Type="http://schemas.openxmlformats.org/officeDocument/2006/relationships/slideLayout" Target="../slideLayouts/slideLayout105.xml"/><Relationship Id="rId21" Type="http://schemas.openxmlformats.org/officeDocument/2006/relationships/slideLayout" Target="../slideLayouts/slideLayout104.xml"/><Relationship Id="rId24" Type="http://schemas.openxmlformats.org/officeDocument/2006/relationships/slideLayout" Target="../slideLayouts/slideLayout107.xml"/><Relationship Id="rId23" Type="http://schemas.openxmlformats.org/officeDocument/2006/relationships/slideLayout" Target="../slideLayouts/slideLayout106.xml"/><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9" Type="http://schemas.openxmlformats.org/officeDocument/2006/relationships/slideLayout" Target="../slideLayouts/slideLayout92.xml"/><Relationship Id="rId26" Type="http://schemas.openxmlformats.org/officeDocument/2006/relationships/theme" Target="../theme/theme9.xml"/><Relationship Id="rId25" Type="http://schemas.openxmlformats.org/officeDocument/2006/relationships/slideLayout" Target="../slideLayouts/slideLayout108.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11" Type="http://schemas.openxmlformats.org/officeDocument/2006/relationships/slideLayout" Target="../slideLayouts/slideLayout94.xml"/><Relationship Id="rId10" Type="http://schemas.openxmlformats.org/officeDocument/2006/relationships/slideLayout" Target="../slideLayouts/slideLayout93.xml"/><Relationship Id="rId13" Type="http://schemas.openxmlformats.org/officeDocument/2006/relationships/slideLayout" Target="../slideLayouts/slideLayout96.xml"/><Relationship Id="rId12" Type="http://schemas.openxmlformats.org/officeDocument/2006/relationships/slideLayout" Target="../slideLayouts/slideLayout95.xml"/><Relationship Id="rId15" Type="http://schemas.openxmlformats.org/officeDocument/2006/relationships/slideLayout" Target="../slideLayouts/slideLayout98.xml"/><Relationship Id="rId14" Type="http://schemas.openxmlformats.org/officeDocument/2006/relationships/slideLayout" Target="../slideLayouts/slideLayout97.xml"/><Relationship Id="rId17" Type="http://schemas.openxmlformats.org/officeDocument/2006/relationships/slideLayout" Target="../slideLayouts/slideLayout100.xml"/><Relationship Id="rId16" Type="http://schemas.openxmlformats.org/officeDocument/2006/relationships/slideLayout" Target="../slideLayouts/slideLayout99.xml"/><Relationship Id="rId19" Type="http://schemas.openxmlformats.org/officeDocument/2006/relationships/slideLayout" Target="../slideLayouts/slideLayout102.xml"/><Relationship Id="rId18" Type="http://schemas.openxmlformats.org/officeDocument/2006/relationships/slideLayout" Target="../slideLayouts/slideLayout101.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8.xml"/><Relationship Id="rId22" Type="http://schemas.openxmlformats.org/officeDocument/2006/relationships/slideLayout" Target="../slideLayouts/slideLayout130.xml"/><Relationship Id="rId21" Type="http://schemas.openxmlformats.org/officeDocument/2006/relationships/slideLayout" Target="../slideLayouts/slideLayout129.xml"/><Relationship Id="rId24" Type="http://schemas.openxmlformats.org/officeDocument/2006/relationships/slideLayout" Target="../slideLayouts/slideLayout132.xml"/><Relationship Id="rId23" Type="http://schemas.openxmlformats.org/officeDocument/2006/relationships/slideLayout" Target="../slideLayouts/slideLayout131.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25" Type="http://schemas.openxmlformats.org/officeDocument/2006/relationships/theme" Target="../theme/theme3.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7" Type="http://schemas.openxmlformats.org/officeDocument/2006/relationships/slideLayout" Target="../slideLayouts/slideLayout115.xml"/><Relationship Id="rId8" Type="http://schemas.openxmlformats.org/officeDocument/2006/relationships/slideLayout" Target="../slideLayouts/slideLayout116.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3" Type="http://schemas.openxmlformats.org/officeDocument/2006/relationships/slideLayout" Target="../slideLayouts/slideLayout121.xml"/><Relationship Id="rId12" Type="http://schemas.openxmlformats.org/officeDocument/2006/relationships/slideLayout" Target="../slideLayouts/slideLayout120.xml"/><Relationship Id="rId15" Type="http://schemas.openxmlformats.org/officeDocument/2006/relationships/slideLayout" Target="../slideLayouts/slideLayout123.xml"/><Relationship Id="rId14" Type="http://schemas.openxmlformats.org/officeDocument/2006/relationships/slideLayout" Target="../slideLayouts/slideLayout122.xml"/><Relationship Id="rId17" Type="http://schemas.openxmlformats.org/officeDocument/2006/relationships/slideLayout" Target="../slideLayouts/slideLayout125.xml"/><Relationship Id="rId16" Type="http://schemas.openxmlformats.org/officeDocument/2006/relationships/slideLayout" Target="../slideLayouts/slideLayout124.xml"/><Relationship Id="rId19" Type="http://schemas.openxmlformats.org/officeDocument/2006/relationships/slideLayout" Target="../slideLayouts/slideLayout127.xml"/><Relationship Id="rId18" Type="http://schemas.openxmlformats.org/officeDocument/2006/relationships/slideLayout" Target="../slideLayouts/slideLayout126.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52.xml"/><Relationship Id="rId22" Type="http://schemas.openxmlformats.org/officeDocument/2006/relationships/slideLayout" Target="../slideLayouts/slideLayout154.xml"/><Relationship Id="rId21" Type="http://schemas.openxmlformats.org/officeDocument/2006/relationships/slideLayout" Target="../slideLayouts/slideLayout153.xml"/><Relationship Id="rId24" Type="http://schemas.openxmlformats.org/officeDocument/2006/relationships/slideLayout" Target="../slideLayouts/slideLayout156.xml"/><Relationship Id="rId23" Type="http://schemas.openxmlformats.org/officeDocument/2006/relationships/slideLayout" Target="../slideLayouts/slideLayout155.xml"/><Relationship Id="rId1" Type="http://schemas.openxmlformats.org/officeDocument/2006/relationships/slideLayout" Target="../slideLayouts/slideLayout133.xml"/><Relationship Id="rId2" Type="http://schemas.openxmlformats.org/officeDocument/2006/relationships/slideLayout" Target="../slideLayouts/slideLayout134.xml"/><Relationship Id="rId3" Type="http://schemas.openxmlformats.org/officeDocument/2006/relationships/slideLayout" Target="../slideLayouts/slideLayout135.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26" Type="http://schemas.openxmlformats.org/officeDocument/2006/relationships/slideLayout" Target="../slideLayouts/slideLayout158.xml"/><Relationship Id="rId25" Type="http://schemas.openxmlformats.org/officeDocument/2006/relationships/slideLayout" Target="../slideLayouts/slideLayout157.xml"/><Relationship Id="rId28" Type="http://schemas.openxmlformats.org/officeDocument/2006/relationships/slideLayout" Target="../slideLayouts/slideLayout160.xml"/><Relationship Id="rId27" Type="http://schemas.openxmlformats.org/officeDocument/2006/relationships/slideLayout" Target="../slideLayouts/slideLayout159.xml"/><Relationship Id="rId5" Type="http://schemas.openxmlformats.org/officeDocument/2006/relationships/slideLayout" Target="../slideLayouts/slideLayout137.xml"/><Relationship Id="rId6" Type="http://schemas.openxmlformats.org/officeDocument/2006/relationships/slideLayout" Target="../slideLayouts/slideLayout138.xml"/><Relationship Id="rId29" Type="http://schemas.openxmlformats.org/officeDocument/2006/relationships/slideLayout" Target="../slideLayouts/slideLayout161.xml"/><Relationship Id="rId7" Type="http://schemas.openxmlformats.org/officeDocument/2006/relationships/slideLayout" Target="../slideLayouts/slideLayout139.xml"/><Relationship Id="rId8" Type="http://schemas.openxmlformats.org/officeDocument/2006/relationships/slideLayout" Target="../slideLayouts/slideLayout140.xml"/><Relationship Id="rId31" Type="http://schemas.openxmlformats.org/officeDocument/2006/relationships/slideLayout" Target="../slideLayouts/slideLayout163.xml"/><Relationship Id="rId30" Type="http://schemas.openxmlformats.org/officeDocument/2006/relationships/slideLayout" Target="../slideLayouts/slideLayout162.xml"/><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32" Type="http://schemas.openxmlformats.org/officeDocument/2006/relationships/theme" Target="../theme/theme8.xml"/><Relationship Id="rId13" Type="http://schemas.openxmlformats.org/officeDocument/2006/relationships/slideLayout" Target="../slideLayouts/slideLayout145.xml"/><Relationship Id="rId12" Type="http://schemas.openxmlformats.org/officeDocument/2006/relationships/slideLayout" Target="../slideLayouts/slideLayout144.xml"/><Relationship Id="rId15" Type="http://schemas.openxmlformats.org/officeDocument/2006/relationships/slideLayout" Target="../slideLayouts/slideLayout147.xml"/><Relationship Id="rId14" Type="http://schemas.openxmlformats.org/officeDocument/2006/relationships/slideLayout" Target="../slideLayouts/slideLayout146.xml"/><Relationship Id="rId17" Type="http://schemas.openxmlformats.org/officeDocument/2006/relationships/slideLayout" Target="../slideLayouts/slideLayout149.xml"/><Relationship Id="rId16" Type="http://schemas.openxmlformats.org/officeDocument/2006/relationships/slideLayout" Target="../slideLayouts/slideLayout148.xml"/><Relationship Id="rId19" Type="http://schemas.openxmlformats.org/officeDocument/2006/relationships/slideLayout" Target="../slideLayouts/slideLayout151.xml"/><Relationship Id="rId18" Type="http://schemas.openxmlformats.org/officeDocument/2006/relationships/slideLayout" Target="../slideLayouts/slideLayout150.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83.xml"/><Relationship Id="rId22" Type="http://schemas.openxmlformats.org/officeDocument/2006/relationships/slideLayout" Target="../slideLayouts/slideLayout185.xml"/><Relationship Id="rId21" Type="http://schemas.openxmlformats.org/officeDocument/2006/relationships/slideLayout" Target="../slideLayouts/slideLayout184.xml"/><Relationship Id="rId24" Type="http://schemas.openxmlformats.org/officeDocument/2006/relationships/slideLayout" Target="../slideLayouts/slideLayout187.xml"/><Relationship Id="rId23" Type="http://schemas.openxmlformats.org/officeDocument/2006/relationships/slideLayout" Target="../slideLayouts/slideLayout186.xml"/><Relationship Id="rId1" Type="http://schemas.openxmlformats.org/officeDocument/2006/relationships/slideLayout" Target="../slideLayouts/slideLayout164.xml"/><Relationship Id="rId2" Type="http://schemas.openxmlformats.org/officeDocument/2006/relationships/slideLayout" Target="../slideLayouts/slideLayout165.xml"/><Relationship Id="rId3" Type="http://schemas.openxmlformats.org/officeDocument/2006/relationships/slideLayout" Target="../slideLayouts/slideLayout166.xml"/><Relationship Id="rId4" Type="http://schemas.openxmlformats.org/officeDocument/2006/relationships/slideLayout" Target="../slideLayouts/slideLayout167.xml"/><Relationship Id="rId9" Type="http://schemas.openxmlformats.org/officeDocument/2006/relationships/slideLayout" Target="../slideLayouts/slideLayout172.xml"/><Relationship Id="rId26" Type="http://schemas.openxmlformats.org/officeDocument/2006/relationships/slideLayout" Target="../slideLayouts/slideLayout189.xml"/><Relationship Id="rId25" Type="http://schemas.openxmlformats.org/officeDocument/2006/relationships/slideLayout" Target="../slideLayouts/slideLayout188.xml"/><Relationship Id="rId28" Type="http://schemas.openxmlformats.org/officeDocument/2006/relationships/slideLayout" Target="../slideLayouts/slideLayout191.xml"/><Relationship Id="rId27" Type="http://schemas.openxmlformats.org/officeDocument/2006/relationships/slideLayout" Target="../slideLayouts/slideLayout190.xml"/><Relationship Id="rId5" Type="http://schemas.openxmlformats.org/officeDocument/2006/relationships/slideLayout" Target="../slideLayouts/slideLayout168.xml"/><Relationship Id="rId6" Type="http://schemas.openxmlformats.org/officeDocument/2006/relationships/slideLayout" Target="../slideLayouts/slideLayout169.xml"/><Relationship Id="rId29" Type="http://schemas.openxmlformats.org/officeDocument/2006/relationships/slideLayout" Target="../slideLayouts/slideLayout192.xml"/><Relationship Id="rId7" Type="http://schemas.openxmlformats.org/officeDocument/2006/relationships/slideLayout" Target="../slideLayouts/slideLayout170.xml"/><Relationship Id="rId8" Type="http://schemas.openxmlformats.org/officeDocument/2006/relationships/slideLayout" Target="../slideLayouts/slideLayout171.xml"/><Relationship Id="rId31" Type="http://schemas.openxmlformats.org/officeDocument/2006/relationships/slideLayout" Target="../slideLayouts/slideLayout194.xml"/><Relationship Id="rId30" Type="http://schemas.openxmlformats.org/officeDocument/2006/relationships/slideLayout" Target="../slideLayouts/slideLayout193.xml"/><Relationship Id="rId11" Type="http://schemas.openxmlformats.org/officeDocument/2006/relationships/slideLayout" Target="../slideLayouts/slideLayout174.xml"/><Relationship Id="rId10" Type="http://schemas.openxmlformats.org/officeDocument/2006/relationships/slideLayout" Target="../slideLayouts/slideLayout173.xml"/><Relationship Id="rId32" Type="http://schemas.openxmlformats.org/officeDocument/2006/relationships/theme" Target="../theme/theme4.xml"/><Relationship Id="rId13" Type="http://schemas.openxmlformats.org/officeDocument/2006/relationships/slideLayout" Target="../slideLayouts/slideLayout176.xml"/><Relationship Id="rId12" Type="http://schemas.openxmlformats.org/officeDocument/2006/relationships/slideLayout" Target="../slideLayouts/slideLayout175.xml"/><Relationship Id="rId15" Type="http://schemas.openxmlformats.org/officeDocument/2006/relationships/slideLayout" Target="../slideLayouts/slideLayout178.xml"/><Relationship Id="rId14" Type="http://schemas.openxmlformats.org/officeDocument/2006/relationships/slideLayout" Target="../slideLayouts/slideLayout177.xml"/><Relationship Id="rId17" Type="http://schemas.openxmlformats.org/officeDocument/2006/relationships/slideLayout" Target="../slideLayouts/slideLayout180.xml"/><Relationship Id="rId16" Type="http://schemas.openxmlformats.org/officeDocument/2006/relationships/slideLayout" Target="../slideLayouts/slideLayout179.xml"/><Relationship Id="rId19" Type="http://schemas.openxmlformats.org/officeDocument/2006/relationships/slideLayout" Target="../slideLayouts/slideLayout182.xml"/><Relationship Id="rId18" Type="http://schemas.openxmlformats.org/officeDocument/2006/relationships/slideLayout" Target="../slideLayouts/slideLayout181.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14.xml"/><Relationship Id="rId22" Type="http://schemas.openxmlformats.org/officeDocument/2006/relationships/slideLayout" Target="../slideLayouts/slideLayout216.xml"/><Relationship Id="rId21" Type="http://schemas.openxmlformats.org/officeDocument/2006/relationships/slideLayout" Target="../slideLayouts/slideLayout215.xml"/><Relationship Id="rId24" Type="http://schemas.openxmlformats.org/officeDocument/2006/relationships/slideLayout" Target="../slideLayouts/slideLayout218.xml"/><Relationship Id="rId23" Type="http://schemas.openxmlformats.org/officeDocument/2006/relationships/slideLayout" Target="../slideLayouts/slideLayout217.xml"/><Relationship Id="rId1" Type="http://schemas.openxmlformats.org/officeDocument/2006/relationships/slideLayout" Target="../slideLayouts/slideLayout195.xml"/><Relationship Id="rId2" Type="http://schemas.openxmlformats.org/officeDocument/2006/relationships/slideLayout" Target="../slideLayouts/slideLayout196.xml"/><Relationship Id="rId3" Type="http://schemas.openxmlformats.org/officeDocument/2006/relationships/slideLayout" Target="../slideLayouts/slideLayout197.xml"/><Relationship Id="rId4" Type="http://schemas.openxmlformats.org/officeDocument/2006/relationships/slideLayout" Target="../slideLayouts/slideLayout198.xml"/><Relationship Id="rId9" Type="http://schemas.openxmlformats.org/officeDocument/2006/relationships/slideLayout" Target="../slideLayouts/slideLayout203.xml"/><Relationship Id="rId26" Type="http://schemas.openxmlformats.org/officeDocument/2006/relationships/slideLayout" Target="../slideLayouts/slideLayout220.xml"/><Relationship Id="rId25" Type="http://schemas.openxmlformats.org/officeDocument/2006/relationships/slideLayout" Target="../slideLayouts/slideLayout219.xml"/><Relationship Id="rId28" Type="http://schemas.openxmlformats.org/officeDocument/2006/relationships/slideLayout" Target="../slideLayouts/slideLayout222.xml"/><Relationship Id="rId27" Type="http://schemas.openxmlformats.org/officeDocument/2006/relationships/slideLayout" Target="../slideLayouts/slideLayout221.xml"/><Relationship Id="rId5" Type="http://schemas.openxmlformats.org/officeDocument/2006/relationships/slideLayout" Target="../slideLayouts/slideLayout199.xml"/><Relationship Id="rId6" Type="http://schemas.openxmlformats.org/officeDocument/2006/relationships/slideLayout" Target="../slideLayouts/slideLayout200.xml"/><Relationship Id="rId29" Type="http://schemas.openxmlformats.org/officeDocument/2006/relationships/slideLayout" Target="../slideLayouts/slideLayout223.xml"/><Relationship Id="rId7" Type="http://schemas.openxmlformats.org/officeDocument/2006/relationships/slideLayout" Target="../slideLayouts/slideLayout201.xml"/><Relationship Id="rId8" Type="http://schemas.openxmlformats.org/officeDocument/2006/relationships/slideLayout" Target="../slideLayouts/slideLayout202.xml"/><Relationship Id="rId31" Type="http://schemas.openxmlformats.org/officeDocument/2006/relationships/slideLayout" Target="../slideLayouts/slideLayout225.xml"/><Relationship Id="rId30" Type="http://schemas.openxmlformats.org/officeDocument/2006/relationships/slideLayout" Target="../slideLayouts/slideLayout224.xml"/><Relationship Id="rId11" Type="http://schemas.openxmlformats.org/officeDocument/2006/relationships/slideLayout" Target="../slideLayouts/slideLayout205.xml"/><Relationship Id="rId10" Type="http://schemas.openxmlformats.org/officeDocument/2006/relationships/slideLayout" Target="../slideLayouts/slideLayout204.xml"/><Relationship Id="rId32" Type="http://schemas.openxmlformats.org/officeDocument/2006/relationships/theme" Target="../theme/theme5.xml"/><Relationship Id="rId13" Type="http://schemas.openxmlformats.org/officeDocument/2006/relationships/slideLayout" Target="../slideLayouts/slideLayout207.xml"/><Relationship Id="rId12" Type="http://schemas.openxmlformats.org/officeDocument/2006/relationships/slideLayout" Target="../slideLayouts/slideLayout206.xml"/><Relationship Id="rId15" Type="http://schemas.openxmlformats.org/officeDocument/2006/relationships/slideLayout" Target="../slideLayouts/slideLayout209.xml"/><Relationship Id="rId14" Type="http://schemas.openxmlformats.org/officeDocument/2006/relationships/slideLayout" Target="../slideLayouts/slideLayout208.xml"/><Relationship Id="rId17" Type="http://schemas.openxmlformats.org/officeDocument/2006/relationships/slideLayout" Target="../slideLayouts/slideLayout211.xml"/><Relationship Id="rId16" Type="http://schemas.openxmlformats.org/officeDocument/2006/relationships/slideLayout" Target="../slideLayouts/slideLayout210.xml"/><Relationship Id="rId19" Type="http://schemas.openxmlformats.org/officeDocument/2006/relationships/slideLayout" Target="../slideLayouts/slideLayout213.xml"/><Relationship Id="rId18" Type="http://schemas.openxmlformats.org/officeDocument/2006/relationships/slideLayout" Target="../slideLayouts/slideLayout212.xml"/></Relationships>
</file>

<file path=ppt/slideMasters/_rels/slideMaster10.xml.rels><?xml version="1.0" encoding="UTF-8" standalone="yes"?><Relationships xmlns="http://schemas.openxmlformats.org/package/2006/relationships"><Relationship Id="rId20" Type="http://schemas.openxmlformats.org/officeDocument/2006/relationships/slideLayout" Target="../slideLayouts/slideLayout245.xml"/><Relationship Id="rId22" Type="http://schemas.openxmlformats.org/officeDocument/2006/relationships/slideLayout" Target="../slideLayouts/slideLayout247.xml"/><Relationship Id="rId21" Type="http://schemas.openxmlformats.org/officeDocument/2006/relationships/slideLayout" Target="../slideLayouts/slideLayout246.xml"/><Relationship Id="rId24" Type="http://schemas.openxmlformats.org/officeDocument/2006/relationships/slideLayout" Target="../slideLayouts/slideLayout249.xml"/><Relationship Id="rId23" Type="http://schemas.openxmlformats.org/officeDocument/2006/relationships/slideLayout" Target="../slideLayouts/slideLayout248.xml"/><Relationship Id="rId1" Type="http://schemas.openxmlformats.org/officeDocument/2006/relationships/slideLayout" Target="../slideLayouts/slideLayout226.xml"/><Relationship Id="rId2" Type="http://schemas.openxmlformats.org/officeDocument/2006/relationships/slideLayout" Target="../slideLayouts/slideLayout227.xml"/><Relationship Id="rId3" Type="http://schemas.openxmlformats.org/officeDocument/2006/relationships/slideLayout" Target="../slideLayouts/slideLayout228.xml"/><Relationship Id="rId4" Type="http://schemas.openxmlformats.org/officeDocument/2006/relationships/slideLayout" Target="../slideLayouts/slideLayout229.xml"/><Relationship Id="rId9" Type="http://schemas.openxmlformats.org/officeDocument/2006/relationships/slideLayout" Target="../slideLayouts/slideLayout234.xml"/><Relationship Id="rId25" Type="http://schemas.openxmlformats.org/officeDocument/2006/relationships/theme" Target="../theme/theme1.xml"/><Relationship Id="rId5" Type="http://schemas.openxmlformats.org/officeDocument/2006/relationships/slideLayout" Target="../slideLayouts/slideLayout230.xml"/><Relationship Id="rId6" Type="http://schemas.openxmlformats.org/officeDocument/2006/relationships/slideLayout" Target="../slideLayouts/slideLayout231.xml"/><Relationship Id="rId7" Type="http://schemas.openxmlformats.org/officeDocument/2006/relationships/slideLayout" Target="../slideLayouts/slideLayout232.xml"/><Relationship Id="rId8" Type="http://schemas.openxmlformats.org/officeDocument/2006/relationships/slideLayout" Target="../slideLayouts/slideLayout233.xml"/><Relationship Id="rId11" Type="http://schemas.openxmlformats.org/officeDocument/2006/relationships/slideLayout" Target="../slideLayouts/slideLayout236.xml"/><Relationship Id="rId10" Type="http://schemas.openxmlformats.org/officeDocument/2006/relationships/slideLayout" Target="../slideLayouts/slideLayout235.xml"/><Relationship Id="rId13" Type="http://schemas.openxmlformats.org/officeDocument/2006/relationships/slideLayout" Target="../slideLayouts/slideLayout238.xml"/><Relationship Id="rId12" Type="http://schemas.openxmlformats.org/officeDocument/2006/relationships/slideLayout" Target="../slideLayouts/slideLayout237.xml"/><Relationship Id="rId15" Type="http://schemas.openxmlformats.org/officeDocument/2006/relationships/slideLayout" Target="../slideLayouts/slideLayout240.xml"/><Relationship Id="rId14" Type="http://schemas.openxmlformats.org/officeDocument/2006/relationships/slideLayout" Target="../slideLayouts/slideLayout239.xml"/><Relationship Id="rId17" Type="http://schemas.openxmlformats.org/officeDocument/2006/relationships/slideLayout" Target="../slideLayouts/slideLayout242.xml"/><Relationship Id="rId16" Type="http://schemas.openxmlformats.org/officeDocument/2006/relationships/slideLayout" Target="../slideLayouts/slideLayout241.xml"/><Relationship Id="rId19" Type="http://schemas.openxmlformats.org/officeDocument/2006/relationships/slideLayout" Target="../slideLayouts/slideLayout244.xml"/><Relationship Id="rId18" Type="http://schemas.openxmlformats.org/officeDocument/2006/relationships/slideLayout" Target="../slideLayouts/slideLayout243.xml"/></Relationships>
</file>

<file path=ppt/slideMasters/_rels/slideMaster11.xml.rels><?xml version="1.0" encoding="UTF-8" standalone="yes"?><Relationships xmlns="http://schemas.openxmlformats.org/package/2006/relationships"><Relationship Id="rId20" Type="http://schemas.openxmlformats.org/officeDocument/2006/relationships/slideLayout" Target="../slideLayouts/slideLayout269.xml"/><Relationship Id="rId22" Type="http://schemas.openxmlformats.org/officeDocument/2006/relationships/slideLayout" Target="../slideLayouts/slideLayout271.xml"/><Relationship Id="rId21" Type="http://schemas.openxmlformats.org/officeDocument/2006/relationships/slideLayout" Target="../slideLayouts/slideLayout270.xml"/><Relationship Id="rId24" Type="http://schemas.openxmlformats.org/officeDocument/2006/relationships/slideLayout" Target="../slideLayouts/slideLayout273.xml"/><Relationship Id="rId23" Type="http://schemas.openxmlformats.org/officeDocument/2006/relationships/slideLayout" Target="../slideLayouts/slideLayout272.xml"/><Relationship Id="rId1" Type="http://schemas.openxmlformats.org/officeDocument/2006/relationships/slideLayout" Target="../slideLayouts/slideLayout250.xml"/><Relationship Id="rId2" Type="http://schemas.openxmlformats.org/officeDocument/2006/relationships/slideLayout" Target="../slideLayouts/slideLayout251.xml"/><Relationship Id="rId3" Type="http://schemas.openxmlformats.org/officeDocument/2006/relationships/slideLayout" Target="../slideLayouts/slideLayout252.xml"/><Relationship Id="rId4" Type="http://schemas.openxmlformats.org/officeDocument/2006/relationships/slideLayout" Target="../slideLayouts/slideLayout253.xml"/><Relationship Id="rId9" Type="http://schemas.openxmlformats.org/officeDocument/2006/relationships/slideLayout" Target="../slideLayouts/slideLayout258.xml"/><Relationship Id="rId26" Type="http://schemas.openxmlformats.org/officeDocument/2006/relationships/slideLayout" Target="../slideLayouts/slideLayout275.xml"/><Relationship Id="rId25" Type="http://schemas.openxmlformats.org/officeDocument/2006/relationships/slideLayout" Target="../slideLayouts/slideLayout274.xml"/><Relationship Id="rId28" Type="http://schemas.openxmlformats.org/officeDocument/2006/relationships/slideLayout" Target="../slideLayouts/slideLayout277.xml"/><Relationship Id="rId27" Type="http://schemas.openxmlformats.org/officeDocument/2006/relationships/slideLayout" Target="../slideLayouts/slideLayout276.xml"/><Relationship Id="rId5" Type="http://schemas.openxmlformats.org/officeDocument/2006/relationships/slideLayout" Target="../slideLayouts/slideLayout254.xml"/><Relationship Id="rId6" Type="http://schemas.openxmlformats.org/officeDocument/2006/relationships/slideLayout" Target="../slideLayouts/slideLayout255.xml"/><Relationship Id="rId29" Type="http://schemas.openxmlformats.org/officeDocument/2006/relationships/slideLayout" Target="../slideLayouts/slideLayout278.xml"/><Relationship Id="rId7" Type="http://schemas.openxmlformats.org/officeDocument/2006/relationships/slideLayout" Target="../slideLayouts/slideLayout256.xml"/><Relationship Id="rId8" Type="http://schemas.openxmlformats.org/officeDocument/2006/relationships/slideLayout" Target="../slideLayouts/slideLayout257.xml"/><Relationship Id="rId31" Type="http://schemas.openxmlformats.org/officeDocument/2006/relationships/slideLayout" Target="../slideLayouts/slideLayout280.xml"/><Relationship Id="rId30" Type="http://schemas.openxmlformats.org/officeDocument/2006/relationships/slideLayout" Target="../slideLayouts/slideLayout279.xml"/><Relationship Id="rId11" Type="http://schemas.openxmlformats.org/officeDocument/2006/relationships/slideLayout" Target="../slideLayouts/slideLayout260.xml"/><Relationship Id="rId10" Type="http://schemas.openxmlformats.org/officeDocument/2006/relationships/slideLayout" Target="../slideLayouts/slideLayout259.xml"/><Relationship Id="rId32" Type="http://schemas.openxmlformats.org/officeDocument/2006/relationships/theme" Target="../theme/theme2.xml"/><Relationship Id="rId13" Type="http://schemas.openxmlformats.org/officeDocument/2006/relationships/slideLayout" Target="../slideLayouts/slideLayout262.xml"/><Relationship Id="rId12" Type="http://schemas.openxmlformats.org/officeDocument/2006/relationships/slideLayout" Target="../slideLayouts/slideLayout261.xml"/><Relationship Id="rId15" Type="http://schemas.openxmlformats.org/officeDocument/2006/relationships/slideLayout" Target="../slideLayouts/slideLayout264.xml"/><Relationship Id="rId14" Type="http://schemas.openxmlformats.org/officeDocument/2006/relationships/slideLayout" Target="../slideLayouts/slideLayout263.xml"/><Relationship Id="rId17" Type="http://schemas.openxmlformats.org/officeDocument/2006/relationships/slideLayout" Target="../slideLayouts/slideLayout266.xml"/><Relationship Id="rId16" Type="http://schemas.openxmlformats.org/officeDocument/2006/relationships/slideLayout" Target="../slideLayouts/slideLayout265.xml"/><Relationship Id="rId19" Type="http://schemas.openxmlformats.org/officeDocument/2006/relationships/slideLayout" Target="../slideLayouts/slideLayout268.xml"/><Relationship Id="rId18" Type="http://schemas.openxmlformats.org/officeDocument/2006/relationships/slideLayout" Target="../slideLayouts/slideLayout267.xml"/></Relationships>
</file>

<file path=ppt/slideMasters/_rels/slideMaster12.xml.rels><?xml version="1.0" encoding="UTF-8" standalone="yes"?><Relationships xmlns="http://schemas.openxmlformats.org/package/2006/relationships"><Relationship Id="rId20" Type="http://schemas.openxmlformats.org/officeDocument/2006/relationships/slideLayout" Target="../slideLayouts/slideLayout300.xml"/><Relationship Id="rId22" Type="http://schemas.openxmlformats.org/officeDocument/2006/relationships/slideLayout" Target="../slideLayouts/slideLayout302.xml"/><Relationship Id="rId21" Type="http://schemas.openxmlformats.org/officeDocument/2006/relationships/slideLayout" Target="../slideLayouts/slideLayout301.xml"/><Relationship Id="rId24" Type="http://schemas.openxmlformats.org/officeDocument/2006/relationships/slideLayout" Target="../slideLayouts/slideLayout304.xml"/><Relationship Id="rId23" Type="http://schemas.openxmlformats.org/officeDocument/2006/relationships/slideLayout" Target="../slideLayouts/slideLayout303.xml"/><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26" Type="http://schemas.openxmlformats.org/officeDocument/2006/relationships/slideLayout" Target="../slideLayouts/slideLayout306.xml"/><Relationship Id="rId25" Type="http://schemas.openxmlformats.org/officeDocument/2006/relationships/slideLayout" Target="../slideLayouts/slideLayout305.xml"/><Relationship Id="rId28" Type="http://schemas.openxmlformats.org/officeDocument/2006/relationships/slideLayout" Target="../slideLayouts/slideLayout308.xml"/><Relationship Id="rId27" Type="http://schemas.openxmlformats.org/officeDocument/2006/relationships/slideLayout" Target="../slideLayouts/slideLayout307.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29" Type="http://schemas.openxmlformats.org/officeDocument/2006/relationships/slideLayout" Target="../slideLayouts/slideLayout309.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31" Type="http://schemas.openxmlformats.org/officeDocument/2006/relationships/slideLayout" Target="../slideLayouts/slideLayout311.xml"/><Relationship Id="rId30" Type="http://schemas.openxmlformats.org/officeDocument/2006/relationships/slideLayout" Target="../slideLayouts/slideLayout310.xml"/><Relationship Id="rId11" Type="http://schemas.openxmlformats.org/officeDocument/2006/relationships/slideLayout" Target="../slideLayouts/slideLayout291.xml"/><Relationship Id="rId10" Type="http://schemas.openxmlformats.org/officeDocument/2006/relationships/slideLayout" Target="../slideLayouts/slideLayout290.xml"/><Relationship Id="rId32" Type="http://schemas.openxmlformats.org/officeDocument/2006/relationships/theme" Target="../theme/theme7.xml"/><Relationship Id="rId13" Type="http://schemas.openxmlformats.org/officeDocument/2006/relationships/slideLayout" Target="../slideLayouts/slideLayout293.xml"/><Relationship Id="rId12" Type="http://schemas.openxmlformats.org/officeDocument/2006/relationships/slideLayout" Target="../slideLayouts/slideLayout292.xml"/><Relationship Id="rId15" Type="http://schemas.openxmlformats.org/officeDocument/2006/relationships/slideLayout" Target="../slideLayouts/slideLayout295.xml"/><Relationship Id="rId14" Type="http://schemas.openxmlformats.org/officeDocument/2006/relationships/slideLayout" Target="../slideLayouts/slideLayout294.xml"/><Relationship Id="rId17" Type="http://schemas.openxmlformats.org/officeDocument/2006/relationships/slideLayout" Target="../slideLayouts/slideLayout297.xml"/><Relationship Id="rId16" Type="http://schemas.openxmlformats.org/officeDocument/2006/relationships/slideLayout" Target="../slideLayouts/slideLayout296.xml"/><Relationship Id="rId19" Type="http://schemas.openxmlformats.org/officeDocument/2006/relationships/slideLayout" Target="../slideLayouts/slideLayout299.xml"/><Relationship Id="rId18" Type="http://schemas.openxmlformats.org/officeDocument/2006/relationships/slideLayout" Target="../slideLayouts/slideLayout298.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12.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indent="-304800" lvl="1" marL="914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indent="-304800" lvl="2" marL="1371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indent="-304800" lvl="3" marL="1828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indent="-304800" lvl="4" marL="22860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indent="-304800" lvl="5" marL="2743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indent="-304800" lvl="6" marL="3200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indent="-304800" lvl="7" marL="3657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indent="-304800" lvl="8" marL="411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4" name="Shape 284"/>
        <p:cNvGrpSpPr/>
        <p:nvPr/>
      </p:nvGrpSpPr>
      <p:grpSpPr>
        <a:xfrm>
          <a:off x="0" y="0"/>
          <a:ext cx="0" cy="0"/>
          <a:chOff x="0" y="0"/>
          <a:chExt cx="0" cy="0"/>
        </a:xfrm>
      </p:grpSpPr>
      <p:sp>
        <p:nvSpPr>
          <p:cNvPr id="285" name="Google Shape;285;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286" name="Google Shape;286;p3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18" name="Shape 518"/>
        <p:cNvGrpSpPr/>
        <p:nvPr/>
      </p:nvGrpSpPr>
      <p:grpSpPr>
        <a:xfrm>
          <a:off x="0" y="0"/>
          <a:ext cx="0" cy="0"/>
          <a:chOff x="0" y="0"/>
          <a:chExt cx="0" cy="0"/>
        </a:xfrm>
      </p:grpSpPr>
      <p:sp>
        <p:nvSpPr>
          <p:cNvPr id="519" name="Google Shape;519;p6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520" name="Google Shape;520;p6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52" name="Shape 752"/>
        <p:cNvGrpSpPr/>
        <p:nvPr/>
      </p:nvGrpSpPr>
      <p:grpSpPr>
        <a:xfrm>
          <a:off x="0" y="0"/>
          <a:ext cx="0" cy="0"/>
          <a:chOff x="0" y="0"/>
          <a:chExt cx="0" cy="0"/>
        </a:xfrm>
      </p:grpSpPr>
      <p:sp>
        <p:nvSpPr>
          <p:cNvPr id="753" name="Google Shape;753;p8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754" name="Google Shape;754;p8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89" name="Shape 989"/>
        <p:cNvGrpSpPr/>
        <p:nvPr/>
      </p:nvGrpSpPr>
      <p:grpSpPr>
        <a:xfrm>
          <a:off x="0" y="0"/>
          <a:ext cx="0" cy="0"/>
          <a:chOff x="0" y="0"/>
          <a:chExt cx="0" cy="0"/>
        </a:xfrm>
      </p:grpSpPr>
      <p:sp>
        <p:nvSpPr>
          <p:cNvPr id="990" name="Google Shape;990;p11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991" name="Google Shape;991;p11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23" name="Shape 1223"/>
        <p:cNvGrpSpPr/>
        <p:nvPr/>
      </p:nvGrpSpPr>
      <p:grpSpPr>
        <a:xfrm>
          <a:off x="0" y="0"/>
          <a:ext cx="0" cy="0"/>
          <a:chOff x="0" y="0"/>
          <a:chExt cx="0" cy="0"/>
        </a:xfrm>
      </p:grpSpPr>
      <p:sp>
        <p:nvSpPr>
          <p:cNvPr id="1224" name="Google Shape;1224;p13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1225" name="Google Shape;1225;p13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 id="2147483799" r:id="rId20"/>
    <p:sldLayoutId id="2147483800" r:id="rId21"/>
    <p:sldLayoutId id="2147483801" r:id="rId22"/>
    <p:sldLayoutId id="2147483802" r:id="rId23"/>
    <p:sldLayoutId id="2147483803" r:id="rId24"/>
    <p:sldLayoutId id="2147483804" r:id="rId25"/>
    <p:sldLayoutId id="2147483805" r:id="rId26"/>
    <p:sldLayoutId id="2147483806" r:id="rId27"/>
    <p:sldLayoutId id="2147483807" r:id="rId28"/>
    <p:sldLayoutId id="2147483808" r:id="rId29"/>
    <p:sldLayoutId id="2147483809" r:id="rId30"/>
    <p:sldLayoutId id="2147483810"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52" name="Shape 1552"/>
        <p:cNvGrpSpPr/>
        <p:nvPr/>
      </p:nvGrpSpPr>
      <p:grpSpPr>
        <a:xfrm>
          <a:off x="0" y="0"/>
          <a:ext cx="0" cy="0"/>
          <a:chOff x="0" y="0"/>
          <a:chExt cx="0" cy="0"/>
        </a:xfrm>
      </p:grpSpPr>
      <p:sp>
        <p:nvSpPr>
          <p:cNvPr id="1553" name="Google Shape;1553;p17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1554" name="Google Shape;1554;p17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 id="2147483832" r:id="rId22"/>
    <p:sldLayoutId id="2147483833" r:id="rId23"/>
    <p:sldLayoutId id="2147483834" r:id="rId24"/>
    <p:sldLayoutId id="2147483835" r:id="rId25"/>
    <p:sldLayoutId id="2147483836" r:id="rId26"/>
    <p:sldLayoutId id="2147483837" r:id="rId27"/>
    <p:sldLayoutId id="2147483838" r:id="rId28"/>
    <p:sldLayoutId id="2147483839" r:id="rId29"/>
    <p:sldLayoutId id="2147483840" r:id="rId30"/>
    <p:sldLayoutId id="2147483841"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881" name="Shape 1881"/>
        <p:cNvGrpSpPr/>
        <p:nvPr/>
      </p:nvGrpSpPr>
      <p:grpSpPr>
        <a:xfrm>
          <a:off x="0" y="0"/>
          <a:ext cx="0" cy="0"/>
          <a:chOff x="0" y="0"/>
          <a:chExt cx="0" cy="0"/>
        </a:xfrm>
      </p:grpSpPr>
      <p:sp>
        <p:nvSpPr>
          <p:cNvPr id="1882" name="Google Shape;1882;p20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1883" name="Google Shape;1883;p20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0" r:id="rId19"/>
    <p:sldLayoutId id="2147483861" r:id="rId20"/>
    <p:sldLayoutId id="2147483862" r:id="rId21"/>
    <p:sldLayoutId id="2147483863" r:id="rId22"/>
    <p:sldLayoutId id="2147483864" r:id="rId23"/>
    <p:sldLayoutId id="2147483865" r:id="rId24"/>
    <p:sldLayoutId id="2147483866" r:id="rId25"/>
    <p:sldLayoutId id="2147483867" r:id="rId26"/>
    <p:sldLayoutId id="2147483868" r:id="rId27"/>
    <p:sldLayoutId id="2147483869" r:id="rId28"/>
    <p:sldLayoutId id="2147483870" r:id="rId29"/>
    <p:sldLayoutId id="2147483871" r:id="rId30"/>
    <p:sldLayoutId id="2147483872"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10" name="Shape 2210"/>
        <p:cNvGrpSpPr/>
        <p:nvPr/>
      </p:nvGrpSpPr>
      <p:grpSpPr>
        <a:xfrm>
          <a:off x="0" y="0"/>
          <a:ext cx="0" cy="0"/>
          <a:chOff x="0" y="0"/>
          <a:chExt cx="0" cy="0"/>
        </a:xfrm>
      </p:grpSpPr>
      <p:sp>
        <p:nvSpPr>
          <p:cNvPr id="2211" name="Google Shape;2211;p23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2212" name="Google Shape;2212;p23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 id="2147483889" r:id="rId17"/>
    <p:sldLayoutId id="2147483890" r:id="rId18"/>
    <p:sldLayoutId id="2147483891" r:id="rId19"/>
    <p:sldLayoutId id="2147483892" r:id="rId20"/>
    <p:sldLayoutId id="2147483893" r:id="rId21"/>
    <p:sldLayoutId id="2147483894" r:id="rId22"/>
    <p:sldLayoutId id="2147483895" r:id="rId23"/>
    <p:sldLayoutId id="214748389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444" name="Shape 2444"/>
        <p:cNvGrpSpPr/>
        <p:nvPr/>
      </p:nvGrpSpPr>
      <p:grpSpPr>
        <a:xfrm>
          <a:off x="0" y="0"/>
          <a:ext cx="0" cy="0"/>
          <a:chOff x="0" y="0"/>
          <a:chExt cx="0" cy="0"/>
        </a:xfrm>
      </p:grpSpPr>
      <p:sp>
        <p:nvSpPr>
          <p:cNvPr id="2445" name="Google Shape;2445;p26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2446" name="Google Shape;2446;p26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 id="2147483914" r:id="rId18"/>
    <p:sldLayoutId id="2147483915" r:id="rId19"/>
    <p:sldLayoutId id="2147483916" r:id="rId20"/>
    <p:sldLayoutId id="2147483917" r:id="rId21"/>
    <p:sldLayoutId id="2147483918" r:id="rId22"/>
    <p:sldLayoutId id="2147483919" r:id="rId23"/>
    <p:sldLayoutId id="2147483920" r:id="rId24"/>
    <p:sldLayoutId id="2147483921" r:id="rId25"/>
    <p:sldLayoutId id="2147483922" r:id="rId26"/>
    <p:sldLayoutId id="2147483923" r:id="rId27"/>
    <p:sldLayoutId id="2147483924" r:id="rId28"/>
    <p:sldLayoutId id="2147483925" r:id="rId29"/>
    <p:sldLayoutId id="2147483926" r:id="rId30"/>
    <p:sldLayoutId id="2147483927"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73" name="Shape 2773"/>
        <p:cNvGrpSpPr/>
        <p:nvPr/>
      </p:nvGrpSpPr>
      <p:grpSpPr>
        <a:xfrm>
          <a:off x="0" y="0"/>
          <a:ext cx="0" cy="0"/>
          <a:chOff x="0" y="0"/>
          <a:chExt cx="0" cy="0"/>
        </a:xfrm>
      </p:grpSpPr>
      <p:sp>
        <p:nvSpPr>
          <p:cNvPr id="2774" name="Google Shape;2774;p29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2775" name="Google Shape;2775;p29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 id="2147483943" r:id="rId16"/>
    <p:sldLayoutId id="2147483944" r:id="rId17"/>
    <p:sldLayoutId id="2147483945" r:id="rId18"/>
    <p:sldLayoutId id="2147483946" r:id="rId19"/>
    <p:sldLayoutId id="2147483947" r:id="rId20"/>
    <p:sldLayoutId id="2147483948" r:id="rId21"/>
    <p:sldLayoutId id="2147483949" r:id="rId22"/>
    <p:sldLayoutId id="2147483950" r:id="rId23"/>
    <p:sldLayoutId id="2147483951" r:id="rId24"/>
    <p:sldLayoutId id="2147483952" r:id="rId25"/>
    <p:sldLayoutId id="2147483953" r:id="rId26"/>
    <p:sldLayoutId id="2147483954" r:id="rId27"/>
    <p:sldLayoutId id="2147483955" r:id="rId28"/>
    <p:sldLayoutId id="2147483956" r:id="rId29"/>
    <p:sldLayoutId id="2147483957" r:id="rId30"/>
    <p:sldLayoutId id="214748395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2" name="Shape 310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9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 Id="rId3" Type="http://schemas.openxmlformats.org/officeDocument/2006/relationships/image" Target="../media/image5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8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5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40" Type="http://schemas.openxmlformats.org/officeDocument/2006/relationships/image" Target="../media/image70.png"/><Relationship Id="rId20" Type="http://schemas.openxmlformats.org/officeDocument/2006/relationships/image" Target="../media/image44.png"/><Relationship Id="rId42" Type="http://schemas.openxmlformats.org/officeDocument/2006/relationships/image" Target="../media/image69.png"/><Relationship Id="rId41" Type="http://schemas.openxmlformats.org/officeDocument/2006/relationships/image" Target="../media/image62.png"/><Relationship Id="rId22" Type="http://schemas.openxmlformats.org/officeDocument/2006/relationships/image" Target="../media/image40.png"/><Relationship Id="rId21" Type="http://schemas.openxmlformats.org/officeDocument/2006/relationships/image" Target="../media/image47.png"/><Relationship Id="rId24" Type="http://schemas.openxmlformats.org/officeDocument/2006/relationships/image" Target="../media/image38.png"/><Relationship Id="rId23" Type="http://schemas.openxmlformats.org/officeDocument/2006/relationships/image" Target="../media/image48.png"/><Relationship Id="rId1" Type="http://schemas.openxmlformats.org/officeDocument/2006/relationships/slideLayout" Target="../slideLayouts/slideLayout36.xml"/><Relationship Id="rId2" Type="http://schemas.openxmlformats.org/officeDocument/2006/relationships/notesSlide" Target="../notesSlides/notesSlide55.xml"/><Relationship Id="rId3"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43.png"/><Relationship Id="rId26" Type="http://schemas.openxmlformats.org/officeDocument/2006/relationships/image" Target="../media/image45.png"/><Relationship Id="rId25" Type="http://schemas.openxmlformats.org/officeDocument/2006/relationships/image" Target="../media/image39.png"/><Relationship Id="rId28" Type="http://schemas.openxmlformats.org/officeDocument/2006/relationships/image" Target="../media/image52.png"/><Relationship Id="rId27" Type="http://schemas.openxmlformats.org/officeDocument/2006/relationships/image" Target="../media/image46.png"/><Relationship Id="rId5" Type="http://schemas.openxmlformats.org/officeDocument/2006/relationships/image" Target="../media/image23.png"/><Relationship Id="rId6" Type="http://schemas.openxmlformats.org/officeDocument/2006/relationships/image" Target="../media/image27.png"/><Relationship Id="rId29" Type="http://schemas.openxmlformats.org/officeDocument/2006/relationships/image" Target="../media/image49.png"/><Relationship Id="rId7" Type="http://schemas.openxmlformats.org/officeDocument/2006/relationships/image" Target="../media/image42.png"/><Relationship Id="rId8" Type="http://schemas.openxmlformats.org/officeDocument/2006/relationships/image" Target="../media/image37.png"/><Relationship Id="rId31" Type="http://schemas.openxmlformats.org/officeDocument/2006/relationships/image" Target="../media/image59.png"/><Relationship Id="rId30" Type="http://schemas.openxmlformats.org/officeDocument/2006/relationships/image" Target="../media/image64.png"/><Relationship Id="rId11" Type="http://schemas.openxmlformats.org/officeDocument/2006/relationships/image" Target="../media/image31.png"/><Relationship Id="rId33" Type="http://schemas.openxmlformats.org/officeDocument/2006/relationships/image" Target="../media/image55.png"/><Relationship Id="rId10" Type="http://schemas.openxmlformats.org/officeDocument/2006/relationships/image" Target="../media/image36.png"/><Relationship Id="rId32" Type="http://schemas.openxmlformats.org/officeDocument/2006/relationships/image" Target="../media/image50.png"/><Relationship Id="rId13" Type="http://schemas.openxmlformats.org/officeDocument/2006/relationships/image" Target="../media/image35.png"/><Relationship Id="rId35" Type="http://schemas.openxmlformats.org/officeDocument/2006/relationships/image" Target="../media/image74.png"/><Relationship Id="rId12" Type="http://schemas.openxmlformats.org/officeDocument/2006/relationships/image" Target="../media/image56.png"/><Relationship Id="rId34" Type="http://schemas.openxmlformats.org/officeDocument/2006/relationships/image" Target="../media/image53.png"/><Relationship Id="rId15" Type="http://schemas.openxmlformats.org/officeDocument/2006/relationships/image" Target="../media/image34.png"/><Relationship Id="rId37" Type="http://schemas.openxmlformats.org/officeDocument/2006/relationships/image" Target="../media/image58.png"/><Relationship Id="rId14" Type="http://schemas.openxmlformats.org/officeDocument/2006/relationships/image" Target="../media/image32.png"/><Relationship Id="rId36" Type="http://schemas.openxmlformats.org/officeDocument/2006/relationships/image" Target="../media/image60.png"/><Relationship Id="rId17" Type="http://schemas.openxmlformats.org/officeDocument/2006/relationships/image" Target="../media/image33.png"/><Relationship Id="rId39" Type="http://schemas.openxmlformats.org/officeDocument/2006/relationships/image" Target="../media/image57.png"/><Relationship Id="rId16" Type="http://schemas.openxmlformats.org/officeDocument/2006/relationships/image" Target="../media/image41.png"/><Relationship Id="rId38" Type="http://schemas.openxmlformats.org/officeDocument/2006/relationships/image" Target="../media/image63.png"/><Relationship Id="rId19" Type="http://schemas.openxmlformats.org/officeDocument/2006/relationships/image" Target="../media/image66.png"/><Relationship Id="rId18"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6.xml"/><Relationship Id="rId3"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0.xml"/><Relationship Id="rId3" Type="http://schemas.openxmlformats.org/officeDocument/2006/relationships/image" Target="../media/image19.png"/><Relationship Id="rId4" Type="http://schemas.openxmlformats.org/officeDocument/2006/relationships/image" Target="../media/image73.png"/><Relationship Id="rId5" Type="http://schemas.openxmlformats.org/officeDocument/2006/relationships/image" Target="../media/image75.png"/><Relationship Id="rId6" Type="http://schemas.openxmlformats.org/officeDocument/2006/relationships/image" Target="../media/image65.png"/><Relationship Id="rId7" Type="http://schemas.openxmlformats.org/officeDocument/2006/relationships/image" Target="../media/image8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3.xml"/><Relationship Id="rId3" Type="http://schemas.openxmlformats.org/officeDocument/2006/relationships/hyperlink" Target="https://water-sample-dashboard.pages.dev/"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4.xml"/><Relationship Id="rId3" Type="http://schemas.openxmlformats.org/officeDocument/2006/relationships/image" Target="../media/image72.png"/><Relationship Id="rId4" Type="http://schemas.openxmlformats.org/officeDocument/2006/relationships/image" Target="../media/image76.png"/><Relationship Id="rId5" Type="http://schemas.openxmlformats.org/officeDocument/2006/relationships/image" Target="../media/image71.png"/><Relationship Id="rId6" Type="http://schemas.openxmlformats.org/officeDocument/2006/relationships/image" Target="../media/image78.png"/><Relationship Id="rId7" Type="http://schemas.openxmlformats.org/officeDocument/2006/relationships/image" Target="../media/image77.png"/><Relationship Id="rId8" Type="http://schemas.openxmlformats.org/officeDocument/2006/relationships/image" Target="../media/image8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8.xml"/><Relationship Id="rId3" Type="http://schemas.openxmlformats.org/officeDocument/2006/relationships/image" Target="../media/image84.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5.xml"/><Relationship Id="rId3" Type="http://schemas.openxmlformats.org/officeDocument/2006/relationships/image" Target="../media/image79.png"/></Relationships>
</file>

<file path=ppt/slides/_rels/slide76.xml.rels><?xml version="1.0" encoding="UTF-8" standalone="yes"?><Relationships xmlns="http://schemas.openxmlformats.org/package/2006/relationships"><Relationship Id="rId40" Type="http://schemas.openxmlformats.org/officeDocument/2006/relationships/image" Target="../media/image70.png"/><Relationship Id="rId20" Type="http://schemas.openxmlformats.org/officeDocument/2006/relationships/image" Target="../media/image44.png"/><Relationship Id="rId42" Type="http://schemas.openxmlformats.org/officeDocument/2006/relationships/image" Target="../media/image69.png"/><Relationship Id="rId41" Type="http://schemas.openxmlformats.org/officeDocument/2006/relationships/image" Target="../media/image62.png"/><Relationship Id="rId22" Type="http://schemas.openxmlformats.org/officeDocument/2006/relationships/image" Target="../media/image40.png"/><Relationship Id="rId21" Type="http://schemas.openxmlformats.org/officeDocument/2006/relationships/image" Target="../media/image47.png"/><Relationship Id="rId24" Type="http://schemas.openxmlformats.org/officeDocument/2006/relationships/image" Target="../media/image38.png"/><Relationship Id="rId23" Type="http://schemas.openxmlformats.org/officeDocument/2006/relationships/image" Target="../media/image48.png"/><Relationship Id="rId1" Type="http://schemas.openxmlformats.org/officeDocument/2006/relationships/slideLayout" Target="../slideLayouts/slideLayout36.xml"/><Relationship Id="rId2" Type="http://schemas.openxmlformats.org/officeDocument/2006/relationships/notesSlide" Target="../notesSlides/notesSlide76.xml"/><Relationship Id="rId3"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43.png"/><Relationship Id="rId26" Type="http://schemas.openxmlformats.org/officeDocument/2006/relationships/image" Target="../media/image45.png"/><Relationship Id="rId25" Type="http://schemas.openxmlformats.org/officeDocument/2006/relationships/image" Target="../media/image39.png"/><Relationship Id="rId28" Type="http://schemas.openxmlformats.org/officeDocument/2006/relationships/image" Target="../media/image52.png"/><Relationship Id="rId27" Type="http://schemas.openxmlformats.org/officeDocument/2006/relationships/image" Target="../media/image46.png"/><Relationship Id="rId5" Type="http://schemas.openxmlformats.org/officeDocument/2006/relationships/image" Target="../media/image23.png"/><Relationship Id="rId6" Type="http://schemas.openxmlformats.org/officeDocument/2006/relationships/image" Target="../media/image27.png"/><Relationship Id="rId29" Type="http://schemas.openxmlformats.org/officeDocument/2006/relationships/image" Target="../media/image49.png"/><Relationship Id="rId7" Type="http://schemas.openxmlformats.org/officeDocument/2006/relationships/image" Target="../media/image42.png"/><Relationship Id="rId8" Type="http://schemas.openxmlformats.org/officeDocument/2006/relationships/image" Target="../media/image37.png"/><Relationship Id="rId31" Type="http://schemas.openxmlformats.org/officeDocument/2006/relationships/image" Target="../media/image59.png"/><Relationship Id="rId30" Type="http://schemas.openxmlformats.org/officeDocument/2006/relationships/image" Target="../media/image64.png"/><Relationship Id="rId11" Type="http://schemas.openxmlformats.org/officeDocument/2006/relationships/image" Target="../media/image31.png"/><Relationship Id="rId33" Type="http://schemas.openxmlformats.org/officeDocument/2006/relationships/image" Target="../media/image55.png"/><Relationship Id="rId10" Type="http://schemas.openxmlformats.org/officeDocument/2006/relationships/image" Target="../media/image36.png"/><Relationship Id="rId32" Type="http://schemas.openxmlformats.org/officeDocument/2006/relationships/image" Target="../media/image50.png"/><Relationship Id="rId13" Type="http://schemas.openxmlformats.org/officeDocument/2006/relationships/image" Target="../media/image35.png"/><Relationship Id="rId35" Type="http://schemas.openxmlformats.org/officeDocument/2006/relationships/image" Target="../media/image74.png"/><Relationship Id="rId12" Type="http://schemas.openxmlformats.org/officeDocument/2006/relationships/image" Target="../media/image56.png"/><Relationship Id="rId34" Type="http://schemas.openxmlformats.org/officeDocument/2006/relationships/image" Target="../media/image53.png"/><Relationship Id="rId15" Type="http://schemas.openxmlformats.org/officeDocument/2006/relationships/image" Target="../media/image34.png"/><Relationship Id="rId37" Type="http://schemas.openxmlformats.org/officeDocument/2006/relationships/image" Target="../media/image58.png"/><Relationship Id="rId14" Type="http://schemas.openxmlformats.org/officeDocument/2006/relationships/image" Target="../media/image32.png"/><Relationship Id="rId36" Type="http://schemas.openxmlformats.org/officeDocument/2006/relationships/image" Target="../media/image60.png"/><Relationship Id="rId17" Type="http://schemas.openxmlformats.org/officeDocument/2006/relationships/image" Target="../media/image33.png"/><Relationship Id="rId39" Type="http://schemas.openxmlformats.org/officeDocument/2006/relationships/image" Target="../media/image57.png"/><Relationship Id="rId16" Type="http://schemas.openxmlformats.org/officeDocument/2006/relationships/image" Target="../media/image41.png"/><Relationship Id="rId38" Type="http://schemas.openxmlformats.org/officeDocument/2006/relationships/image" Target="../media/image63.png"/><Relationship Id="rId19" Type="http://schemas.openxmlformats.org/officeDocument/2006/relationships/image" Target="../media/image66.png"/><Relationship Id="rId18" Type="http://schemas.openxmlformats.org/officeDocument/2006/relationships/image" Target="../media/image6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7.xml"/><Relationship Id="rId3" Type="http://schemas.openxmlformats.org/officeDocument/2006/relationships/image" Target="../media/image6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9.xml"/><Relationship Id="rId2" Type="http://schemas.openxmlformats.org/officeDocument/2006/relationships/notesSlide" Target="../notesSlides/notesSlide81.xml"/><Relationship Id="rId3" Type="http://schemas.openxmlformats.org/officeDocument/2006/relationships/image" Target="../media/image19.png"/><Relationship Id="rId4" Type="http://schemas.openxmlformats.org/officeDocument/2006/relationships/image" Target="../media/image73.png"/><Relationship Id="rId5" Type="http://schemas.openxmlformats.org/officeDocument/2006/relationships/image" Target="../media/image75.png"/><Relationship Id="rId6" Type="http://schemas.openxmlformats.org/officeDocument/2006/relationships/image" Target="../media/image65.png"/><Relationship Id="rId7" Type="http://schemas.openxmlformats.org/officeDocument/2006/relationships/image" Target="../media/image8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2.xml"/><Relationship Id="rId2" Type="http://schemas.openxmlformats.org/officeDocument/2006/relationships/notesSlide" Target="../notesSlides/notesSlide82.xml"/><Relationship Id="rId3" Type="http://schemas.openxmlformats.org/officeDocument/2006/relationships/hyperlink" Target="https://water-sample-dashboard.pages.dev/" TargetMode="External"/><Relationship Id="rId4" Type="http://schemas.openxmlformats.org/officeDocument/2006/relationships/image" Target="../media/image8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9.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2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0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0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9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78.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326"/>
          <p:cNvSpPr/>
          <p:nvPr>
            <p:ph idx="2" type="pic"/>
          </p:nvPr>
        </p:nvSpPr>
        <p:spPr>
          <a:xfrm>
            <a:off x="0" y="0"/>
            <a:ext cx="9144000" cy="5143500"/>
          </a:xfrm>
          <a:prstGeom prst="rect">
            <a:avLst/>
          </a:prstGeom>
        </p:spPr>
      </p:sp>
      <p:sp>
        <p:nvSpPr>
          <p:cNvPr id="3109" name="Google Shape;3109;p326"/>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3" name="Shape 3113"/>
        <p:cNvGrpSpPr/>
        <p:nvPr/>
      </p:nvGrpSpPr>
      <p:grpSpPr>
        <a:xfrm>
          <a:off x="0" y="0"/>
          <a:ext cx="0" cy="0"/>
          <a:chOff x="0" y="0"/>
          <a:chExt cx="0" cy="0"/>
        </a:xfrm>
      </p:grpSpPr>
      <p:grpSp>
        <p:nvGrpSpPr>
          <p:cNvPr id="3114" name="Google Shape;3114;p327"/>
          <p:cNvGrpSpPr/>
          <p:nvPr/>
        </p:nvGrpSpPr>
        <p:grpSpPr>
          <a:xfrm rot="756538">
            <a:off x="-943408" y="-1494947"/>
            <a:ext cx="4574157" cy="3479412"/>
            <a:chOff x="1522650" y="1117750"/>
            <a:chExt cx="4574075" cy="3479350"/>
          </a:xfrm>
        </p:grpSpPr>
        <p:sp>
          <p:nvSpPr>
            <p:cNvPr id="3115" name="Google Shape;3115;p3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3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17" name="Google Shape;3117;p327"/>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
        <p:nvSpPr>
          <p:cNvPr id="3118" name="Google Shape;3118;p327"/>
          <p:cNvSpPr txBox="1"/>
          <p:nvPr>
            <p:ph type="ctrTitle"/>
          </p:nvPr>
        </p:nvSpPr>
        <p:spPr>
          <a:xfrm>
            <a:off x="311708" y="1133756"/>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1100"/>
              <a:buNone/>
            </a:pPr>
            <a:r>
              <a:rPr lang="en" sz="4800">
                <a:solidFill>
                  <a:srgbClr val="241160"/>
                </a:solidFill>
                <a:latin typeface="Space Grotesk"/>
                <a:ea typeface="Space Grotesk"/>
                <a:cs typeface="Space Grotesk"/>
                <a:sym typeface="Space Grotesk"/>
              </a:rPr>
              <a:t>From MLPs to CNNs for images</a:t>
            </a:r>
            <a:endParaRPr sz="4800">
              <a:solidFill>
                <a:srgbClr val="241160"/>
              </a:solidFill>
              <a:latin typeface="Space Grotesk"/>
              <a:ea typeface="Space Grotesk"/>
              <a:cs typeface="Space Grotesk"/>
              <a:sym typeface="Space Grotesk"/>
            </a:endParaRPr>
          </a:p>
        </p:txBody>
      </p:sp>
      <p:sp>
        <p:nvSpPr>
          <p:cNvPr id="3119" name="Google Shape;3119;p327"/>
          <p:cNvSpPr txBox="1"/>
          <p:nvPr>
            <p:ph idx="1" type="subTitle"/>
          </p:nvPr>
        </p:nvSpPr>
        <p:spPr>
          <a:xfrm>
            <a:off x="311700" y="3223306"/>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solidFill>
                  <a:srgbClr val="241160"/>
                </a:solidFill>
                <a:latin typeface="Cairo"/>
                <a:ea typeface="Cairo"/>
                <a:cs typeface="Cairo"/>
                <a:sym typeface="Cairo"/>
              </a:rPr>
              <a:t>Sarina &amp; Nick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3" name="Shape 3123"/>
        <p:cNvGrpSpPr/>
        <p:nvPr/>
      </p:nvGrpSpPr>
      <p:grpSpPr>
        <a:xfrm>
          <a:off x="0" y="0"/>
          <a:ext cx="0" cy="0"/>
          <a:chOff x="0" y="0"/>
          <a:chExt cx="0" cy="0"/>
        </a:xfrm>
      </p:grpSpPr>
      <p:sp>
        <p:nvSpPr>
          <p:cNvPr id="3124" name="Google Shape;3124;p328"/>
          <p:cNvSpPr txBox="1"/>
          <p:nvPr>
            <p:ph type="title"/>
          </p:nvPr>
        </p:nvSpPr>
        <p:spPr>
          <a:xfrm>
            <a:off x="2224125" y="628950"/>
            <a:ext cx="4704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Multi-Layer Perceptrons</a:t>
            </a:r>
            <a:endParaRPr/>
          </a:p>
        </p:txBody>
      </p:sp>
      <p:sp>
        <p:nvSpPr>
          <p:cNvPr id="3125" name="Google Shape;3125;p328"/>
          <p:cNvSpPr txBox="1"/>
          <p:nvPr>
            <p:ph idx="1" type="body"/>
          </p:nvPr>
        </p:nvSpPr>
        <p:spPr>
          <a:xfrm>
            <a:off x="518750" y="1823550"/>
            <a:ext cx="2320800" cy="9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Has an input layer, output layer, and at least one hidden layer</a:t>
            </a:r>
            <a:endParaRPr sz="1800"/>
          </a:p>
        </p:txBody>
      </p:sp>
      <p:cxnSp>
        <p:nvCxnSpPr>
          <p:cNvPr id="3126" name="Google Shape;3126;p328"/>
          <p:cNvCxnSpPr/>
          <p:nvPr/>
        </p:nvCxnSpPr>
        <p:spPr>
          <a:xfrm flipH="1">
            <a:off x="2375425" y="1205450"/>
            <a:ext cx="464100" cy="550500"/>
          </a:xfrm>
          <a:prstGeom prst="straightConnector1">
            <a:avLst/>
          </a:prstGeom>
          <a:noFill/>
          <a:ln cap="flat" cmpd="sng" w="9525">
            <a:solidFill>
              <a:srgbClr val="241160"/>
            </a:solidFill>
            <a:prstDash val="solid"/>
            <a:round/>
            <a:headEnd len="med" w="med" type="none"/>
            <a:tailEnd len="med" w="med" type="triangle"/>
          </a:ln>
        </p:spPr>
      </p:cxnSp>
      <p:cxnSp>
        <p:nvCxnSpPr>
          <p:cNvPr id="3127" name="Google Shape;3127;p328"/>
          <p:cNvCxnSpPr>
            <a:stCxn id="3124" idx="2"/>
          </p:cNvCxnSpPr>
          <p:nvPr/>
        </p:nvCxnSpPr>
        <p:spPr>
          <a:xfrm>
            <a:off x="4576275" y="1201650"/>
            <a:ext cx="28200" cy="932100"/>
          </a:xfrm>
          <a:prstGeom prst="straightConnector1">
            <a:avLst/>
          </a:prstGeom>
          <a:noFill/>
          <a:ln cap="flat" cmpd="sng" w="9525">
            <a:solidFill>
              <a:srgbClr val="241160"/>
            </a:solidFill>
            <a:prstDash val="solid"/>
            <a:round/>
            <a:headEnd len="med" w="med" type="none"/>
            <a:tailEnd len="med" w="med" type="triangle"/>
          </a:ln>
        </p:spPr>
      </p:cxnSp>
      <p:sp>
        <p:nvSpPr>
          <p:cNvPr id="3128" name="Google Shape;3128;p328"/>
          <p:cNvSpPr txBox="1"/>
          <p:nvPr>
            <p:ph idx="1" type="body"/>
          </p:nvPr>
        </p:nvSpPr>
        <p:spPr>
          <a:xfrm>
            <a:off x="3173175" y="2229875"/>
            <a:ext cx="2806200" cy="96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Every neuron connects to every neuron in the following layer</a:t>
            </a:r>
            <a:endParaRPr sz="1800"/>
          </a:p>
        </p:txBody>
      </p:sp>
      <p:cxnSp>
        <p:nvCxnSpPr>
          <p:cNvPr id="3129" name="Google Shape;3129;p328"/>
          <p:cNvCxnSpPr/>
          <p:nvPr/>
        </p:nvCxnSpPr>
        <p:spPr>
          <a:xfrm>
            <a:off x="6380075" y="1194650"/>
            <a:ext cx="451200" cy="510300"/>
          </a:xfrm>
          <a:prstGeom prst="straightConnector1">
            <a:avLst/>
          </a:prstGeom>
          <a:noFill/>
          <a:ln cap="flat" cmpd="sng" w="9525">
            <a:solidFill>
              <a:srgbClr val="241160"/>
            </a:solidFill>
            <a:prstDash val="solid"/>
            <a:round/>
            <a:headEnd len="med" w="med" type="none"/>
            <a:tailEnd len="med" w="med" type="triangle"/>
          </a:ln>
        </p:spPr>
      </p:cxnSp>
      <p:sp>
        <p:nvSpPr>
          <p:cNvPr id="3130" name="Google Shape;3130;p328"/>
          <p:cNvSpPr txBox="1"/>
          <p:nvPr>
            <p:ph idx="1" type="body"/>
          </p:nvPr>
        </p:nvSpPr>
        <p:spPr>
          <a:xfrm>
            <a:off x="6334725" y="1758425"/>
            <a:ext cx="2290500" cy="76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Require a one dimensional input vector</a:t>
            </a:r>
            <a:endParaRPr sz="1800"/>
          </a:p>
        </p:txBody>
      </p:sp>
      <p:sp>
        <p:nvSpPr>
          <p:cNvPr id="3131" name="Google Shape;3131;p328"/>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The Multilayer Perceptron (MLP) procedure produces a predictive model for one or more dependent (target) variables based on values of the predictor variables (ibm, n.d)</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5" name="Shape 3135"/>
        <p:cNvGrpSpPr/>
        <p:nvPr/>
      </p:nvGrpSpPr>
      <p:grpSpPr>
        <a:xfrm>
          <a:off x="0" y="0"/>
          <a:ext cx="0" cy="0"/>
          <a:chOff x="0" y="0"/>
          <a:chExt cx="0" cy="0"/>
        </a:xfrm>
      </p:grpSpPr>
      <p:sp>
        <p:nvSpPr>
          <p:cNvPr id="3136" name="Google Shape;3136;p329"/>
          <p:cNvSpPr txBox="1"/>
          <p:nvPr>
            <p:ph type="title"/>
          </p:nvPr>
        </p:nvSpPr>
        <p:spPr>
          <a:xfrm>
            <a:off x="670088" y="2415575"/>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Convolutional Neural  Networks</a:t>
            </a:r>
            <a:endParaRPr sz="3400"/>
          </a:p>
        </p:txBody>
      </p:sp>
      <p:sp>
        <p:nvSpPr>
          <p:cNvPr id="3137" name="Google Shape;3137;p329"/>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Convolutional Neural Networks (CNNs) are unique neural networks for image recognition and computer vision (ibm, n.d)</a:t>
            </a:r>
            <a:endParaRPr sz="1800"/>
          </a:p>
        </p:txBody>
      </p:sp>
      <p:sp>
        <p:nvSpPr>
          <p:cNvPr id="3138" name="Google Shape;3138;p329"/>
          <p:cNvSpPr txBox="1"/>
          <p:nvPr>
            <p:ph idx="1" type="body"/>
          </p:nvPr>
        </p:nvSpPr>
        <p:spPr>
          <a:xfrm>
            <a:off x="401763" y="573150"/>
            <a:ext cx="1872900" cy="14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Operation used to scan an image with a small filter/kernel.</a:t>
            </a:r>
            <a:endParaRPr sz="1800"/>
          </a:p>
        </p:txBody>
      </p:sp>
      <p:cxnSp>
        <p:nvCxnSpPr>
          <p:cNvPr id="3139" name="Google Shape;3139;p329"/>
          <p:cNvCxnSpPr/>
          <p:nvPr/>
        </p:nvCxnSpPr>
        <p:spPr>
          <a:xfrm rot="10800000">
            <a:off x="1259163" y="1902900"/>
            <a:ext cx="158100" cy="555600"/>
          </a:xfrm>
          <a:prstGeom prst="straightConnector1">
            <a:avLst/>
          </a:prstGeom>
          <a:noFill/>
          <a:ln cap="flat" cmpd="sng" w="9525">
            <a:solidFill>
              <a:srgbClr val="241160"/>
            </a:solidFill>
            <a:prstDash val="solid"/>
            <a:round/>
            <a:headEnd len="med" w="med" type="none"/>
            <a:tailEnd len="med" w="med" type="triangle"/>
          </a:ln>
        </p:spPr>
      </p:cxnSp>
      <p:cxnSp>
        <p:nvCxnSpPr>
          <p:cNvPr id="3140" name="Google Shape;3140;p329"/>
          <p:cNvCxnSpPr>
            <a:endCxn id="3141" idx="2"/>
          </p:cNvCxnSpPr>
          <p:nvPr/>
        </p:nvCxnSpPr>
        <p:spPr>
          <a:xfrm rot="10800000">
            <a:off x="4373250" y="1708875"/>
            <a:ext cx="156600" cy="750900"/>
          </a:xfrm>
          <a:prstGeom prst="straightConnector1">
            <a:avLst/>
          </a:prstGeom>
          <a:noFill/>
          <a:ln cap="flat" cmpd="sng" w="9525">
            <a:solidFill>
              <a:srgbClr val="241160"/>
            </a:solidFill>
            <a:prstDash val="solid"/>
            <a:round/>
            <a:headEnd len="med" w="med" type="none"/>
            <a:tailEnd len="med" w="med" type="triangle"/>
          </a:ln>
        </p:spPr>
      </p:cxnSp>
      <p:sp>
        <p:nvSpPr>
          <p:cNvPr id="3141" name="Google Shape;3141;p329"/>
          <p:cNvSpPr txBox="1"/>
          <p:nvPr>
            <p:ph idx="1" type="body"/>
          </p:nvPr>
        </p:nvSpPr>
        <p:spPr>
          <a:xfrm>
            <a:off x="2970150" y="957975"/>
            <a:ext cx="2806200" cy="75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made from artificial neurons that learn weights</a:t>
            </a:r>
            <a:endParaRPr sz="1800"/>
          </a:p>
        </p:txBody>
      </p:sp>
      <p:cxnSp>
        <p:nvCxnSpPr>
          <p:cNvPr id="3142" name="Google Shape;3142;p329"/>
          <p:cNvCxnSpPr/>
          <p:nvPr/>
        </p:nvCxnSpPr>
        <p:spPr>
          <a:xfrm flipH="1" rot="10800000">
            <a:off x="6704538" y="1917150"/>
            <a:ext cx="229800" cy="590400"/>
          </a:xfrm>
          <a:prstGeom prst="straightConnector1">
            <a:avLst/>
          </a:prstGeom>
          <a:noFill/>
          <a:ln cap="flat" cmpd="sng" w="9525">
            <a:solidFill>
              <a:srgbClr val="241160"/>
            </a:solidFill>
            <a:prstDash val="solid"/>
            <a:round/>
            <a:headEnd len="med" w="med" type="none"/>
            <a:tailEnd len="med" w="med" type="triangle"/>
          </a:ln>
        </p:spPr>
      </p:cxnSp>
      <p:sp>
        <p:nvSpPr>
          <p:cNvPr id="3143" name="Google Shape;3143;p329"/>
          <p:cNvSpPr txBox="1"/>
          <p:nvPr>
            <p:ph idx="1" type="body"/>
          </p:nvPr>
        </p:nvSpPr>
        <p:spPr>
          <a:xfrm>
            <a:off x="6262138" y="957975"/>
            <a:ext cx="2480100" cy="10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many layers of these computations connected together</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7" name="Shape 3147"/>
        <p:cNvGrpSpPr/>
        <p:nvPr/>
      </p:nvGrpSpPr>
      <p:grpSpPr>
        <a:xfrm>
          <a:off x="0" y="0"/>
          <a:ext cx="0" cy="0"/>
          <a:chOff x="0" y="0"/>
          <a:chExt cx="0" cy="0"/>
        </a:xfrm>
      </p:grpSpPr>
      <p:pic>
        <p:nvPicPr>
          <p:cNvPr id="3148" name="Google Shape;3148;p330"/>
          <p:cNvPicPr preferRelativeResize="0"/>
          <p:nvPr/>
        </p:nvPicPr>
        <p:blipFill>
          <a:blip r:embed="rId3">
            <a:alphaModFix/>
          </a:blip>
          <a:stretch>
            <a:fillRect/>
          </a:stretch>
        </p:blipFill>
        <p:spPr>
          <a:xfrm>
            <a:off x="2702300" y="702050"/>
            <a:ext cx="3739400" cy="3739400"/>
          </a:xfrm>
          <a:prstGeom prst="rect">
            <a:avLst/>
          </a:prstGeom>
          <a:noFill/>
          <a:ln>
            <a:noFill/>
          </a:ln>
        </p:spPr>
      </p:pic>
      <p:sp>
        <p:nvSpPr>
          <p:cNvPr id="3149" name="Google Shape;3149;p330"/>
          <p:cNvSpPr txBox="1"/>
          <p:nvPr>
            <p:ph type="title"/>
          </p:nvPr>
        </p:nvSpPr>
        <p:spPr>
          <a:xfrm>
            <a:off x="186288" y="0"/>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 Layer</a:t>
            </a:r>
            <a:endParaRPr sz="3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3" name="Shape 3153"/>
        <p:cNvGrpSpPr/>
        <p:nvPr/>
      </p:nvGrpSpPr>
      <p:grpSpPr>
        <a:xfrm>
          <a:off x="0" y="0"/>
          <a:ext cx="0" cy="0"/>
          <a:chOff x="0" y="0"/>
          <a:chExt cx="0" cy="0"/>
        </a:xfrm>
      </p:grpSpPr>
      <p:pic>
        <p:nvPicPr>
          <p:cNvPr id="3154" name="Google Shape;3154;p331"/>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3155" name="Google Shape;3155;p331"/>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9" name="Shape 3159"/>
        <p:cNvGrpSpPr/>
        <p:nvPr/>
      </p:nvGrpSpPr>
      <p:grpSpPr>
        <a:xfrm>
          <a:off x="0" y="0"/>
          <a:ext cx="0" cy="0"/>
          <a:chOff x="0" y="0"/>
          <a:chExt cx="0" cy="0"/>
        </a:xfrm>
      </p:grpSpPr>
      <p:pic>
        <p:nvPicPr>
          <p:cNvPr id="3160" name="Google Shape;3160;p332"/>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3161" name="Google Shape;3161;p332"/>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5" name="Shape 3165"/>
        <p:cNvGrpSpPr/>
        <p:nvPr/>
      </p:nvGrpSpPr>
      <p:grpSpPr>
        <a:xfrm>
          <a:off x="0" y="0"/>
          <a:ext cx="0" cy="0"/>
          <a:chOff x="0" y="0"/>
          <a:chExt cx="0" cy="0"/>
        </a:xfrm>
      </p:grpSpPr>
      <p:pic>
        <p:nvPicPr>
          <p:cNvPr id="3166" name="Google Shape;3166;p333" title="output_feature_map_5x5.png"/>
          <p:cNvPicPr preferRelativeResize="0"/>
          <p:nvPr/>
        </p:nvPicPr>
        <p:blipFill rotWithShape="1">
          <a:blip r:embed="rId3">
            <a:alphaModFix/>
          </a:blip>
          <a:srcRect b="26589" l="0" r="0" t="0"/>
          <a:stretch/>
        </p:blipFill>
        <p:spPr>
          <a:xfrm>
            <a:off x="-840787" y="0"/>
            <a:ext cx="10825574" cy="49088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0" name="Shape 3170"/>
        <p:cNvGrpSpPr/>
        <p:nvPr/>
      </p:nvGrpSpPr>
      <p:grpSpPr>
        <a:xfrm>
          <a:off x="0" y="0"/>
          <a:ext cx="0" cy="0"/>
          <a:chOff x="0" y="0"/>
          <a:chExt cx="0" cy="0"/>
        </a:xfrm>
      </p:grpSpPr>
      <p:sp>
        <p:nvSpPr>
          <p:cNvPr id="3171" name="Google Shape;3171;p334"/>
          <p:cNvSpPr txBox="1"/>
          <p:nvPr>
            <p:ph type="title"/>
          </p:nvPr>
        </p:nvSpPr>
        <p:spPr>
          <a:xfrm>
            <a:off x="50085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Activation Layer</a:t>
            </a:r>
            <a:endParaRPr/>
          </a:p>
        </p:txBody>
      </p:sp>
      <p:sp>
        <p:nvSpPr>
          <p:cNvPr id="3172" name="Google Shape;3172;p334"/>
          <p:cNvSpPr txBox="1"/>
          <p:nvPr>
            <p:ph type="title"/>
          </p:nvPr>
        </p:nvSpPr>
        <p:spPr>
          <a:xfrm>
            <a:off x="421760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Pooling Layer</a:t>
            </a:r>
            <a:endParaRPr/>
          </a:p>
        </p:txBody>
      </p:sp>
      <p:sp>
        <p:nvSpPr>
          <p:cNvPr id="3173" name="Google Shape;3173;p334"/>
          <p:cNvSpPr txBox="1"/>
          <p:nvPr>
            <p:ph type="title"/>
          </p:nvPr>
        </p:nvSpPr>
        <p:spPr>
          <a:xfrm>
            <a:off x="2253775" y="2651250"/>
            <a:ext cx="4395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Fully Connected Layer</a:t>
            </a:r>
            <a:endParaRPr/>
          </a:p>
        </p:txBody>
      </p:sp>
      <p:sp>
        <p:nvSpPr>
          <p:cNvPr id="3174" name="Google Shape;3174;p334"/>
          <p:cNvSpPr/>
          <p:nvPr/>
        </p:nvSpPr>
        <p:spPr>
          <a:xfrm>
            <a:off x="996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3175" name="Google Shape;3175;p334"/>
          <p:cNvSpPr/>
          <p:nvPr/>
        </p:nvSpPr>
        <p:spPr>
          <a:xfrm>
            <a:off x="1692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3176" name="Google Shape;3176;p334"/>
          <p:cNvSpPr/>
          <p:nvPr/>
        </p:nvSpPr>
        <p:spPr>
          <a:xfrm>
            <a:off x="996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3177" name="Google Shape;3177;p334"/>
          <p:cNvSpPr/>
          <p:nvPr/>
        </p:nvSpPr>
        <p:spPr>
          <a:xfrm>
            <a:off x="996925"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178" name="Google Shape;3178;p334"/>
          <p:cNvSpPr/>
          <p:nvPr/>
        </p:nvSpPr>
        <p:spPr>
          <a:xfrm>
            <a:off x="1692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3179" name="Google Shape;3179;p334"/>
          <p:cNvSpPr/>
          <p:nvPr/>
        </p:nvSpPr>
        <p:spPr>
          <a:xfrm>
            <a:off x="4829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3180" name="Google Shape;3180;p334"/>
          <p:cNvSpPr/>
          <p:nvPr/>
        </p:nvSpPr>
        <p:spPr>
          <a:xfrm>
            <a:off x="5525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3181" name="Google Shape;3181;p334"/>
          <p:cNvSpPr/>
          <p:nvPr/>
        </p:nvSpPr>
        <p:spPr>
          <a:xfrm>
            <a:off x="4829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3182" name="Google Shape;3182;p334"/>
          <p:cNvSpPr/>
          <p:nvPr/>
        </p:nvSpPr>
        <p:spPr>
          <a:xfrm>
            <a:off x="4829700"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183" name="Google Shape;3183;p334"/>
          <p:cNvSpPr/>
          <p:nvPr/>
        </p:nvSpPr>
        <p:spPr>
          <a:xfrm>
            <a:off x="5525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3184" name="Google Shape;3184;p334"/>
          <p:cNvSpPr/>
          <p:nvPr/>
        </p:nvSpPr>
        <p:spPr>
          <a:xfrm>
            <a:off x="4829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185" name="Google Shape;3185;p334"/>
          <p:cNvSpPr/>
          <p:nvPr/>
        </p:nvSpPr>
        <p:spPr>
          <a:xfrm>
            <a:off x="5525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186" name="Google Shape;3186;p334"/>
          <p:cNvSpPr/>
          <p:nvPr/>
        </p:nvSpPr>
        <p:spPr>
          <a:xfrm>
            <a:off x="236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3187" name="Google Shape;3187;p334"/>
          <p:cNvSpPr/>
          <p:nvPr/>
        </p:nvSpPr>
        <p:spPr>
          <a:xfrm>
            <a:off x="3059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3188" name="Google Shape;3188;p334"/>
          <p:cNvSpPr/>
          <p:nvPr/>
        </p:nvSpPr>
        <p:spPr>
          <a:xfrm>
            <a:off x="3755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3189" name="Google Shape;3189;p334"/>
          <p:cNvSpPr/>
          <p:nvPr/>
        </p:nvSpPr>
        <p:spPr>
          <a:xfrm>
            <a:off x="4451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3190" name="Google Shape;3190;p334"/>
          <p:cNvSpPr/>
          <p:nvPr/>
        </p:nvSpPr>
        <p:spPr>
          <a:xfrm>
            <a:off x="5147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3191" name="Google Shape;3191;p334"/>
          <p:cNvSpPr/>
          <p:nvPr/>
        </p:nvSpPr>
        <p:spPr>
          <a:xfrm>
            <a:off x="584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5" name="Shape 3195"/>
        <p:cNvGrpSpPr/>
        <p:nvPr/>
      </p:nvGrpSpPr>
      <p:grpSpPr>
        <a:xfrm>
          <a:off x="0" y="0"/>
          <a:ext cx="0" cy="0"/>
          <a:chOff x="0" y="0"/>
          <a:chExt cx="0" cy="0"/>
        </a:xfrm>
      </p:grpSpPr>
      <p:sp>
        <p:nvSpPr>
          <p:cNvPr id="3196" name="Google Shape;3196;p3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Classifier (Softmax)</a:t>
            </a:r>
            <a:endParaRPr/>
          </a:p>
        </p:txBody>
      </p:sp>
      <p:sp>
        <p:nvSpPr>
          <p:cNvPr id="3197" name="Google Shape;3197;p335"/>
          <p:cNvSpPr/>
          <p:nvPr/>
        </p:nvSpPr>
        <p:spPr>
          <a:xfrm>
            <a:off x="230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3198" name="Google Shape;3198;p335"/>
          <p:cNvSpPr/>
          <p:nvPr/>
        </p:nvSpPr>
        <p:spPr>
          <a:xfrm>
            <a:off x="3001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3199" name="Google Shape;3199;p335"/>
          <p:cNvSpPr/>
          <p:nvPr/>
        </p:nvSpPr>
        <p:spPr>
          <a:xfrm>
            <a:off x="3697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3200" name="Google Shape;3200;p335"/>
          <p:cNvSpPr/>
          <p:nvPr/>
        </p:nvSpPr>
        <p:spPr>
          <a:xfrm>
            <a:off x="4393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3201" name="Google Shape;3201;p335"/>
          <p:cNvSpPr/>
          <p:nvPr/>
        </p:nvSpPr>
        <p:spPr>
          <a:xfrm>
            <a:off x="5089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3202" name="Google Shape;3202;p335"/>
          <p:cNvSpPr/>
          <p:nvPr/>
        </p:nvSpPr>
        <p:spPr>
          <a:xfrm>
            <a:off x="578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pic>
        <p:nvPicPr>
          <p:cNvPr id="3203" name="Google Shape;3203;p335"/>
          <p:cNvPicPr preferRelativeResize="0"/>
          <p:nvPr/>
        </p:nvPicPr>
        <p:blipFill>
          <a:blip r:embed="rId3">
            <a:alphaModFix/>
          </a:blip>
          <a:stretch>
            <a:fillRect/>
          </a:stretch>
        </p:blipFill>
        <p:spPr>
          <a:xfrm>
            <a:off x="1962725" y="2623225"/>
            <a:ext cx="1381974" cy="1381974"/>
          </a:xfrm>
          <a:prstGeom prst="rect">
            <a:avLst/>
          </a:prstGeom>
          <a:noFill/>
          <a:ln>
            <a:noFill/>
          </a:ln>
        </p:spPr>
      </p:pic>
      <p:sp>
        <p:nvSpPr>
          <p:cNvPr id="3204" name="Google Shape;3204;p335"/>
          <p:cNvSpPr txBox="1"/>
          <p:nvPr>
            <p:ph type="title"/>
          </p:nvPr>
        </p:nvSpPr>
        <p:spPr>
          <a:xfrm>
            <a:off x="1666563"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92%</a:t>
            </a:r>
            <a:endParaRPr sz="1800"/>
          </a:p>
        </p:txBody>
      </p:sp>
      <p:sp>
        <p:nvSpPr>
          <p:cNvPr id="3205" name="Google Shape;3205;p335"/>
          <p:cNvSpPr txBox="1"/>
          <p:nvPr>
            <p:ph type="title"/>
          </p:nvPr>
        </p:nvSpPr>
        <p:spPr>
          <a:xfrm>
            <a:off x="2358213" y="2146525"/>
            <a:ext cx="5910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Cat</a:t>
            </a:r>
            <a:endParaRPr sz="1800"/>
          </a:p>
        </p:txBody>
      </p:sp>
      <p:sp>
        <p:nvSpPr>
          <p:cNvPr id="3206" name="Google Shape;3206;p335"/>
          <p:cNvSpPr txBox="1"/>
          <p:nvPr>
            <p:ph type="title"/>
          </p:nvPr>
        </p:nvSpPr>
        <p:spPr>
          <a:xfrm>
            <a:off x="4900500"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26%</a:t>
            </a:r>
            <a:endParaRPr sz="1800"/>
          </a:p>
        </p:txBody>
      </p:sp>
      <p:sp>
        <p:nvSpPr>
          <p:cNvPr id="3207" name="Google Shape;3207;p335"/>
          <p:cNvSpPr txBox="1"/>
          <p:nvPr>
            <p:ph type="title"/>
          </p:nvPr>
        </p:nvSpPr>
        <p:spPr>
          <a:xfrm>
            <a:off x="5544888" y="2146525"/>
            <a:ext cx="6384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Dog</a:t>
            </a:r>
            <a:endParaRPr sz="1800"/>
          </a:p>
        </p:txBody>
      </p:sp>
      <p:cxnSp>
        <p:nvCxnSpPr>
          <p:cNvPr id="3208" name="Google Shape;3208;p335"/>
          <p:cNvCxnSpPr/>
          <p:nvPr/>
        </p:nvCxnSpPr>
        <p:spPr>
          <a:xfrm>
            <a:off x="4258325" y="2041075"/>
            <a:ext cx="6600" cy="1431000"/>
          </a:xfrm>
          <a:prstGeom prst="straightConnector1">
            <a:avLst/>
          </a:prstGeom>
          <a:noFill/>
          <a:ln cap="flat" cmpd="sng" w="9525">
            <a:solidFill>
              <a:srgbClr val="666666"/>
            </a:solidFill>
            <a:prstDash val="solid"/>
            <a:round/>
            <a:headEnd len="med" w="med" type="none"/>
            <a:tailEnd len="med" w="med" type="none"/>
          </a:ln>
        </p:spPr>
      </p:cxnSp>
      <p:cxnSp>
        <p:nvCxnSpPr>
          <p:cNvPr id="3209" name="Google Shape;3209;p335"/>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3210" name="Google Shape;3210;p335"/>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3211" name="Google Shape;3211;p335"/>
          <p:cNvCxnSpPr/>
          <p:nvPr/>
        </p:nvCxnSpPr>
        <p:spPr>
          <a:xfrm rot="10800000">
            <a:off x="3781625" y="3468825"/>
            <a:ext cx="476700" cy="6300"/>
          </a:xfrm>
          <a:prstGeom prst="straightConnector1">
            <a:avLst/>
          </a:prstGeom>
          <a:noFill/>
          <a:ln cap="flat" cmpd="sng" w="9525">
            <a:solidFill>
              <a:srgbClr val="666666"/>
            </a:solidFill>
            <a:prstDash val="solid"/>
            <a:round/>
            <a:headEnd len="med" w="med" type="none"/>
            <a:tailEnd len="med" w="med" type="triangle"/>
          </a:ln>
        </p:spPr>
      </p:cxnSp>
      <p:pic>
        <p:nvPicPr>
          <p:cNvPr id="3212" name="Google Shape;3212;p335" title="golden-retriever-tongue-out.jpg"/>
          <p:cNvPicPr preferRelativeResize="0"/>
          <p:nvPr/>
        </p:nvPicPr>
        <p:blipFill rotWithShape="1">
          <a:blip r:embed="rId4">
            <a:alphaModFix/>
          </a:blip>
          <a:srcRect b="0" l="11224" r="28207" t="0"/>
          <a:stretch/>
        </p:blipFill>
        <p:spPr>
          <a:xfrm>
            <a:off x="5178550" y="2623225"/>
            <a:ext cx="1381974" cy="1381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3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Putting It All Together</a:t>
            </a:r>
            <a:endParaRPr/>
          </a:p>
        </p:txBody>
      </p:sp>
      <p:sp>
        <p:nvSpPr>
          <p:cNvPr id="3218" name="Google Shape;3218;p336"/>
          <p:cNvSpPr txBox="1"/>
          <p:nvPr>
            <p:ph idx="1" type="body"/>
          </p:nvPr>
        </p:nvSpPr>
        <p:spPr>
          <a:xfrm>
            <a:off x="720000" y="1335850"/>
            <a:ext cx="7704000" cy="31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Early on in convolutions, the network notices simple things (edges, lines, corners)</a:t>
            </a:r>
            <a:endParaRPr sz="2000"/>
          </a:p>
          <a:p>
            <a:pPr indent="0" lvl="0" marL="0" rtl="0" algn="l">
              <a:lnSpc>
                <a:spcPct val="100000"/>
              </a:lnSpc>
              <a:spcBef>
                <a:spcPts val="0"/>
              </a:spcBef>
              <a:spcAft>
                <a:spcPts val="0"/>
              </a:spcAft>
              <a:buSzPts val="1200"/>
              <a:buNone/>
            </a:pPr>
            <a:r>
              <a:rPr lang="en" sz="2000"/>
              <a:t>Those get combined into slightly more complex shapes (curves, textures)</a:t>
            </a:r>
            <a:endParaRPr sz="2000"/>
          </a:p>
          <a:p>
            <a:pPr indent="0" lvl="0" marL="0" rtl="0" algn="l">
              <a:lnSpc>
                <a:spcPct val="100000"/>
              </a:lnSpc>
              <a:spcBef>
                <a:spcPts val="0"/>
              </a:spcBef>
              <a:spcAft>
                <a:spcPts val="0"/>
              </a:spcAft>
              <a:buSzPts val="1200"/>
              <a:buNone/>
            </a:pPr>
            <a:r>
              <a:rPr lang="en" sz="2000"/>
              <a:t>Eventually those combine into recognizable objects (eyes, a wheel, a face)</a:t>
            </a:r>
            <a:endParaRPr sz="2000"/>
          </a:p>
          <a:p>
            <a:pPr indent="0" lvl="0" marL="0" rtl="0" algn="l">
              <a:lnSpc>
                <a:spcPct val="100000"/>
              </a:lnSpc>
              <a:spcBef>
                <a:spcPts val="0"/>
              </a:spcBef>
              <a:spcAft>
                <a:spcPts val="0"/>
              </a:spcAft>
              <a:buSzPts val="1200"/>
              <a:buNone/>
            </a:pPr>
            <a:r>
              <a:rPr lang="en" sz="2000"/>
              <a:t>Flattening happens at the end then classification.</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2" name="Shape 3222"/>
        <p:cNvGrpSpPr/>
        <p:nvPr/>
      </p:nvGrpSpPr>
      <p:grpSpPr>
        <a:xfrm>
          <a:off x="0" y="0"/>
          <a:ext cx="0" cy="0"/>
          <a:chOff x="0" y="0"/>
          <a:chExt cx="0" cy="0"/>
        </a:xfrm>
      </p:grpSpPr>
      <p:sp>
        <p:nvSpPr>
          <p:cNvPr id="3223" name="Google Shape;3223;p3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Polished Talks Benefit Careers</a:t>
            </a:r>
            <a:endParaRPr/>
          </a:p>
        </p:txBody>
      </p:sp>
      <p:sp>
        <p:nvSpPr>
          <p:cNvPr id="3224" name="Google Shape;3224;p337"/>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by Sarina &amp; Nick</a:t>
            </a:r>
            <a:endParaRPr/>
          </a:p>
        </p:txBody>
      </p:sp>
      <p:pic>
        <p:nvPicPr>
          <p:cNvPr id="3225" name="Google Shape;3225;p337" title="Screenshot 2026-09-10 162615.png"/>
          <p:cNvPicPr preferRelativeResize="0"/>
          <p:nvPr/>
        </p:nvPicPr>
        <p:blipFill>
          <a:blip r:embed="rId3">
            <a:alphaModFix/>
          </a:blip>
          <a:stretch>
            <a:fillRect/>
          </a:stretch>
        </p:blipFill>
        <p:spPr>
          <a:xfrm>
            <a:off x="5234200" y="1164729"/>
            <a:ext cx="2321109" cy="3399872"/>
          </a:xfrm>
          <a:prstGeom prst="rect">
            <a:avLst/>
          </a:prstGeom>
          <a:noFill/>
          <a:ln>
            <a:noFill/>
          </a:ln>
        </p:spPr>
      </p:pic>
      <p:pic>
        <p:nvPicPr>
          <p:cNvPr id="3226" name="Google Shape;3226;p337" title="Screenshot 2026-09-10 162654.png"/>
          <p:cNvPicPr preferRelativeResize="0"/>
          <p:nvPr/>
        </p:nvPicPr>
        <p:blipFill rotWithShape="1">
          <a:blip r:embed="rId4">
            <a:alphaModFix/>
          </a:blip>
          <a:srcRect b="0" l="0" r="67804" t="14821"/>
          <a:stretch/>
        </p:blipFill>
        <p:spPr>
          <a:xfrm>
            <a:off x="521275" y="2500675"/>
            <a:ext cx="1254875" cy="1299525"/>
          </a:xfrm>
          <a:prstGeom prst="rect">
            <a:avLst/>
          </a:prstGeom>
          <a:noFill/>
          <a:ln>
            <a:noFill/>
          </a:ln>
        </p:spPr>
      </p:pic>
      <p:pic>
        <p:nvPicPr>
          <p:cNvPr id="3227" name="Google Shape;3227;p337" title="Screenshot 2026-09-10 162654.png"/>
          <p:cNvPicPr preferRelativeResize="0"/>
          <p:nvPr/>
        </p:nvPicPr>
        <p:blipFill rotWithShape="1">
          <a:blip r:embed="rId4">
            <a:alphaModFix/>
          </a:blip>
          <a:srcRect b="84945" l="0" r="47282" t="0"/>
          <a:stretch/>
        </p:blipFill>
        <p:spPr>
          <a:xfrm>
            <a:off x="1442725" y="2172500"/>
            <a:ext cx="2054775" cy="229688"/>
          </a:xfrm>
          <a:prstGeom prst="rect">
            <a:avLst/>
          </a:prstGeom>
          <a:noFill/>
          <a:ln>
            <a:noFill/>
          </a:ln>
        </p:spPr>
      </p:pic>
      <p:pic>
        <p:nvPicPr>
          <p:cNvPr id="3228" name="Google Shape;3228;p337" title="Screenshot 2026-09-10 162654.png"/>
          <p:cNvPicPr preferRelativeResize="0"/>
          <p:nvPr/>
        </p:nvPicPr>
        <p:blipFill rotWithShape="1">
          <a:blip r:embed="rId4">
            <a:alphaModFix/>
          </a:blip>
          <a:srcRect b="0" l="32487" r="33237" t="14821"/>
          <a:stretch/>
        </p:blipFill>
        <p:spPr>
          <a:xfrm>
            <a:off x="1878950" y="2500675"/>
            <a:ext cx="1335950" cy="1299525"/>
          </a:xfrm>
          <a:prstGeom prst="rect">
            <a:avLst/>
          </a:prstGeom>
          <a:noFill/>
          <a:ln>
            <a:noFill/>
          </a:ln>
        </p:spPr>
      </p:pic>
      <p:pic>
        <p:nvPicPr>
          <p:cNvPr id="3229" name="Google Shape;3229;p337" title="Screenshot 2026-09-10 162654.png"/>
          <p:cNvPicPr preferRelativeResize="0"/>
          <p:nvPr/>
        </p:nvPicPr>
        <p:blipFill rotWithShape="1">
          <a:blip r:embed="rId4">
            <a:alphaModFix/>
          </a:blip>
          <a:srcRect b="0" l="66561" r="0" t="14821"/>
          <a:stretch/>
        </p:blipFill>
        <p:spPr>
          <a:xfrm>
            <a:off x="3348500" y="2500675"/>
            <a:ext cx="1303325" cy="1299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3" name="Shape 3233"/>
        <p:cNvGrpSpPr/>
        <p:nvPr/>
      </p:nvGrpSpPr>
      <p:grpSpPr>
        <a:xfrm>
          <a:off x="0" y="0"/>
          <a:ext cx="0" cy="0"/>
          <a:chOff x="0" y="0"/>
          <a:chExt cx="0" cy="0"/>
        </a:xfrm>
      </p:grpSpPr>
      <p:sp>
        <p:nvSpPr>
          <p:cNvPr id="3234" name="Google Shape;3234;p338"/>
          <p:cNvSpPr txBox="1"/>
          <p:nvPr>
            <p:ph idx="1" type="body"/>
          </p:nvPr>
        </p:nvSpPr>
        <p:spPr>
          <a:xfrm>
            <a:off x="3175075" y="3949650"/>
            <a:ext cx="17418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Review by Sarina &amp; Nick</a:t>
            </a:r>
            <a:endParaRPr>
              <a:solidFill>
                <a:srgbClr val="000000"/>
              </a:solidFill>
            </a:endParaRPr>
          </a:p>
        </p:txBody>
      </p:sp>
      <p:pic>
        <p:nvPicPr>
          <p:cNvPr id="3235" name="Google Shape;3235;p338" title="Screenshot 2026-09-10 162615.png"/>
          <p:cNvPicPr preferRelativeResize="0"/>
          <p:nvPr/>
        </p:nvPicPr>
        <p:blipFill rotWithShape="1">
          <a:blip r:embed="rId3">
            <a:alphaModFix/>
          </a:blip>
          <a:srcRect b="19120" l="0" r="0" t="0"/>
          <a:stretch/>
        </p:blipFill>
        <p:spPr>
          <a:xfrm>
            <a:off x="3130300" y="1624350"/>
            <a:ext cx="1763325" cy="2088950"/>
          </a:xfrm>
          <a:prstGeom prst="rect">
            <a:avLst/>
          </a:prstGeom>
          <a:noFill/>
          <a:ln>
            <a:noFill/>
          </a:ln>
        </p:spPr>
      </p:pic>
      <p:pic>
        <p:nvPicPr>
          <p:cNvPr id="3236" name="Google Shape;3236;p338" title="Screenshot 2026-09-10 162615.png"/>
          <p:cNvPicPr preferRelativeResize="0"/>
          <p:nvPr/>
        </p:nvPicPr>
        <p:blipFill rotWithShape="1">
          <a:blip r:embed="rId3">
            <a:alphaModFix/>
          </a:blip>
          <a:srcRect b="0" l="0" r="0" t="85322"/>
          <a:stretch/>
        </p:blipFill>
        <p:spPr>
          <a:xfrm>
            <a:off x="2337250" y="527550"/>
            <a:ext cx="3417474" cy="734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0" name="Shape 3240"/>
        <p:cNvGrpSpPr/>
        <p:nvPr/>
      </p:nvGrpSpPr>
      <p:grpSpPr>
        <a:xfrm>
          <a:off x="0" y="0"/>
          <a:ext cx="0" cy="0"/>
          <a:chOff x="0" y="0"/>
          <a:chExt cx="0" cy="0"/>
        </a:xfrm>
      </p:grpSpPr>
      <p:sp>
        <p:nvSpPr>
          <p:cNvPr id="3241" name="Google Shape;3241;p339"/>
          <p:cNvSpPr/>
          <p:nvPr>
            <p:ph idx="2" type="pic"/>
          </p:nvPr>
        </p:nvSpPr>
        <p:spPr>
          <a:xfrm>
            <a:off x="0" y="0"/>
            <a:ext cx="9144000" cy="5143500"/>
          </a:xfrm>
          <a:prstGeom prst="rect">
            <a:avLst/>
          </a:prstGeom>
        </p:spPr>
      </p:sp>
      <p:sp>
        <p:nvSpPr>
          <p:cNvPr id="3242" name="Google Shape;3242;p339"/>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6" name="Shape 3246"/>
        <p:cNvGrpSpPr/>
        <p:nvPr/>
      </p:nvGrpSpPr>
      <p:grpSpPr>
        <a:xfrm>
          <a:off x="0" y="0"/>
          <a:ext cx="0" cy="0"/>
          <a:chOff x="0" y="0"/>
          <a:chExt cx="0" cy="0"/>
        </a:xfrm>
      </p:grpSpPr>
      <p:sp>
        <p:nvSpPr>
          <p:cNvPr id="3247" name="Google Shape;3247;p3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 So Far</a:t>
            </a:r>
            <a:endParaRPr sz="3200"/>
          </a:p>
        </p:txBody>
      </p:sp>
      <p:sp>
        <p:nvSpPr>
          <p:cNvPr id="3248" name="Google Shape;3248;p340"/>
          <p:cNvSpPr txBox="1"/>
          <p:nvPr>
            <p:ph idx="1" type="body"/>
          </p:nvPr>
        </p:nvSpPr>
        <p:spPr>
          <a:xfrm>
            <a:off x="720000" y="1090200"/>
            <a:ext cx="4959300" cy="30801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Received the dataset of images from biology professor.</a:t>
            </a:r>
            <a:endParaRPr sz="2100"/>
          </a:p>
          <a:p>
            <a:pPr indent="-361950" lvl="0" marL="457200" rtl="0" algn="l">
              <a:spcBef>
                <a:spcPts val="0"/>
              </a:spcBef>
              <a:spcAft>
                <a:spcPts val="0"/>
              </a:spcAft>
              <a:buSzPts val="2100"/>
              <a:buChar char="-"/>
            </a:pPr>
            <a:r>
              <a:rPr lang="en" sz="2100"/>
              <a:t>Analyzed the folders/filenames to separate attributes</a:t>
            </a:r>
            <a:endParaRPr sz="2100"/>
          </a:p>
          <a:p>
            <a:pPr indent="-361950" lvl="0" marL="457200" rtl="0" algn="l">
              <a:spcBef>
                <a:spcPts val="0"/>
              </a:spcBef>
              <a:spcAft>
                <a:spcPts val="0"/>
              </a:spcAft>
              <a:buSzPts val="2100"/>
              <a:buChar char="-"/>
            </a:pPr>
            <a:r>
              <a:rPr lang="en" sz="2100"/>
              <a:t>Wrote a script to run through the dataset</a:t>
            </a:r>
            <a:endParaRPr sz="2100"/>
          </a:p>
          <a:p>
            <a:pPr indent="-361950" lvl="0" marL="457200" rtl="0" algn="l">
              <a:spcBef>
                <a:spcPts val="0"/>
              </a:spcBef>
              <a:spcAft>
                <a:spcPts val="0"/>
              </a:spcAft>
              <a:buSzPts val="2100"/>
              <a:buChar char="-"/>
            </a:pPr>
            <a:r>
              <a:rPr lang="en" sz="2100"/>
              <a:t>Designed a dashboard to represent current csv data.</a:t>
            </a:r>
            <a:endParaRPr sz="2100"/>
          </a:p>
        </p:txBody>
      </p:sp>
      <p:pic>
        <p:nvPicPr>
          <p:cNvPr id="3249" name="Google Shape;3249;p340" title="Bell Pond_5.15.2023_10X_TR1 no dilution-pp_00010.png"/>
          <p:cNvPicPr preferRelativeResize="0"/>
          <p:nvPr/>
        </p:nvPicPr>
        <p:blipFill>
          <a:blip r:embed="rId3">
            <a:alphaModFix/>
          </a:blip>
          <a:stretch>
            <a:fillRect/>
          </a:stretch>
        </p:blipFill>
        <p:spPr>
          <a:xfrm>
            <a:off x="6657075" y="790950"/>
            <a:ext cx="805918" cy="626825"/>
          </a:xfrm>
          <a:prstGeom prst="rect">
            <a:avLst/>
          </a:prstGeom>
          <a:noFill/>
          <a:ln>
            <a:noFill/>
          </a:ln>
        </p:spPr>
      </p:pic>
      <p:pic>
        <p:nvPicPr>
          <p:cNvPr id="3250" name="Google Shape;3250;p340" title="Bell Pond_5.15.2023_10X_TR1 no dilution-pp_00016.png"/>
          <p:cNvPicPr preferRelativeResize="0"/>
          <p:nvPr/>
        </p:nvPicPr>
        <p:blipFill>
          <a:blip r:embed="rId4">
            <a:alphaModFix/>
          </a:blip>
          <a:stretch>
            <a:fillRect/>
          </a:stretch>
        </p:blipFill>
        <p:spPr>
          <a:xfrm>
            <a:off x="5969600" y="1417775"/>
            <a:ext cx="687475" cy="626825"/>
          </a:xfrm>
          <a:prstGeom prst="rect">
            <a:avLst/>
          </a:prstGeom>
          <a:noFill/>
          <a:ln>
            <a:noFill/>
          </a:ln>
        </p:spPr>
      </p:pic>
      <p:pic>
        <p:nvPicPr>
          <p:cNvPr id="3251" name="Google Shape;3251;p340" title="Bell Pond_8.19.2023_10x_TM 0.5 dilution-PP_00006.png"/>
          <p:cNvPicPr preferRelativeResize="0"/>
          <p:nvPr/>
        </p:nvPicPr>
        <p:blipFill>
          <a:blip r:embed="rId5">
            <a:alphaModFix/>
          </a:blip>
          <a:stretch>
            <a:fillRect/>
          </a:stretch>
        </p:blipFill>
        <p:spPr>
          <a:xfrm>
            <a:off x="6721900" y="1969275"/>
            <a:ext cx="676275" cy="695325"/>
          </a:xfrm>
          <a:prstGeom prst="rect">
            <a:avLst/>
          </a:prstGeom>
          <a:noFill/>
          <a:ln>
            <a:noFill/>
          </a:ln>
        </p:spPr>
      </p:pic>
      <p:pic>
        <p:nvPicPr>
          <p:cNvPr id="3252" name="Google Shape;3252;p340" title="Bell Pond_8.19.2023_10x_TM 0.5 dilution-PP_00002.png"/>
          <p:cNvPicPr preferRelativeResize="0"/>
          <p:nvPr/>
        </p:nvPicPr>
        <p:blipFill>
          <a:blip r:embed="rId6">
            <a:alphaModFix/>
          </a:blip>
          <a:stretch>
            <a:fillRect/>
          </a:stretch>
        </p:blipFill>
        <p:spPr>
          <a:xfrm>
            <a:off x="6165700" y="2508925"/>
            <a:ext cx="295275" cy="457200"/>
          </a:xfrm>
          <a:prstGeom prst="rect">
            <a:avLst/>
          </a:prstGeom>
          <a:noFill/>
          <a:ln>
            <a:noFill/>
          </a:ln>
        </p:spPr>
      </p:pic>
      <p:pic>
        <p:nvPicPr>
          <p:cNvPr id="3253" name="Google Shape;3253;p340" title="Bell Pond_8.19.2023_10x_TM 0.5 dilution-PP_00003.png"/>
          <p:cNvPicPr preferRelativeResize="0"/>
          <p:nvPr/>
        </p:nvPicPr>
        <p:blipFill>
          <a:blip r:embed="rId7">
            <a:alphaModFix/>
          </a:blip>
          <a:stretch>
            <a:fillRect/>
          </a:stretch>
        </p:blipFill>
        <p:spPr>
          <a:xfrm>
            <a:off x="6883825" y="2876100"/>
            <a:ext cx="352425" cy="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pic>
        <p:nvPicPr>
          <p:cNvPr id="3258" name="Google Shape;3258;p341" title="Screenshot 2026-09-14 at 6.45.52 PM.png"/>
          <p:cNvPicPr preferRelativeResize="0"/>
          <p:nvPr/>
        </p:nvPicPr>
        <p:blipFill>
          <a:blip r:embed="rId3">
            <a:alphaModFix/>
          </a:blip>
          <a:stretch>
            <a:fillRect/>
          </a:stretch>
        </p:blipFill>
        <p:spPr>
          <a:xfrm>
            <a:off x="108125" y="1937125"/>
            <a:ext cx="8927749" cy="1089800"/>
          </a:xfrm>
          <a:prstGeom prst="rect">
            <a:avLst/>
          </a:prstGeom>
          <a:noFill/>
          <a:ln>
            <a:noFill/>
          </a:ln>
        </p:spPr>
      </p:pic>
      <p:sp>
        <p:nvSpPr>
          <p:cNvPr id="3259" name="Google Shape;3259;p341"/>
          <p:cNvSpPr txBox="1"/>
          <p:nvPr>
            <p:ph idx="4294967295" type="body"/>
          </p:nvPr>
        </p:nvSpPr>
        <p:spPr>
          <a:xfrm>
            <a:off x="693200" y="3295050"/>
            <a:ext cx="6700500" cy="10899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~550,000 images in the dataset</a:t>
            </a:r>
            <a:endParaRPr sz="1700"/>
          </a:p>
          <a:p>
            <a:pPr indent="-336550" lvl="0" marL="457200" rtl="0" algn="l">
              <a:spcBef>
                <a:spcPts val="0"/>
              </a:spcBef>
              <a:spcAft>
                <a:spcPts val="0"/>
              </a:spcAft>
              <a:buSzPts val="1700"/>
              <a:buChar char="-"/>
            </a:pPr>
            <a:r>
              <a:rPr lang="en" sz="1700"/>
              <a:t>From the 648 total folders, 77 are raw, and 571 are -pp.</a:t>
            </a:r>
            <a:endParaRPr sz="1700"/>
          </a:p>
          <a:p>
            <a:pPr indent="-336550" lvl="0" marL="457200" rtl="0" algn="l">
              <a:spcBef>
                <a:spcPts val="0"/>
              </a:spcBef>
              <a:spcAft>
                <a:spcPts val="0"/>
              </a:spcAft>
              <a:buSzPts val="1700"/>
              <a:buChar char="-"/>
            </a:pPr>
            <a:r>
              <a:rPr lang="en" sz="1700"/>
              <a:t>out of the 77 raw, 34 are pairs with -pp, and 43 are standalone</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3" name="Shape 3263"/>
        <p:cNvGrpSpPr/>
        <p:nvPr/>
      </p:nvGrpSpPr>
      <p:grpSpPr>
        <a:xfrm>
          <a:off x="0" y="0"/>
          <a:ext cx="0" cy="0"/>
          <a:chOff x="0" y="0"/>
          <a:chExt cx="0" cy="0"/>
        </a:xfrm>
      </p:grpSpPr>
      <p:pic>
        <p:nvPicPr>
          <p:cNvPr id="3264" name="Google Shape;3264;p342" title="Screenshot 2026-09-17 at 2.41.16 PM.png"/>
          <p:cNvPicPr preferRelativeResize="0"/>
          <p:nvPr/>
        </p:nvPicPr>
        <p:blipFill>
          <a:blip r:embed="rId3">
            <a:alphaModFix/>
          </a:blip>
          <a:stretch>
            <a:fillRect/>
          </a:stretch>
        </p:blipFill>
        <p:spPr>
          <a:xfrm>
            <a:off x="276938" y="646774"/>
            <a:ext cx="8590124" cy="3849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8" name="Shape 3268"/>
        <p:cNvGrpSpPr/>
        <p:nvPr/>
      </p:nvGrpSpPr>
      <p:grpSpPr>
        <a:xfrm>
          <a:off x="0" y="0"/>
          <a:ext cx="0" cy="0"/>
          <a:chOff x="0" y="0"/>
          <a:chExt cx="0" cy="0"/>
        </a:xfrm>
      </p:grpSpPr>
      <p:pic>
        <p:nvPicPr>
          <p:cNvPr id="3269" name="Google Shape;3269;p343" title="Screenshot 2026-09-17 at 2.40.59 PM.png"/>
          <p:cNvPicPr preferRelativeResize="0"/>
          <p:nvPr/>
        </p:nvPicPr>
        <p:blipFill>
          <a:blip r:embed="rId3">
            <a:alphaModFix/>
          </a:blip>
          <a:stretch>
            <a:fillRect/>
          </a:stretch>
        </p:blipFill>
        <p:spPr>
          <a:xfrm>
            <a:off x="576938" y="698012"/>
            <a:ext cx="7990123" cy="3747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3" name="Shape 3273"/>
        <p:cNvGrpSpPr/>
        <p:nvPr/>
      </p:nvGrpSpPr>
      <p:grpSpPr>
        <a:xfrm>
          <a:off x="0" y="0"/>
          <a:ext cx="0" cy="0"/>
          <a:chOff x="0" y="0"/>
          <a:chExt cx="0" cy="0"/>
        </a:xfrm>
      </p:grpSpPr>
      <p:sp>
        <p:nvSpPr>
          <p:cNvPr id="3274" name="Google Shape;3274;p3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Challenges</a:t>
            </a:r>
            <a:endParaRPr/>
          </a:p>
        </p:txBody>
      </p:sp>
      <p:sp>
        <p:nvSpPr>
          <p:cNvPr id="3275" name="Google Shape;3275;p344"/>
          <p:cNvSpPr txBox="1"/>
          <p:nvPr>
            <p:ph idx="1" type="body"/>
          </p:nvPr>
        </p:nvSpPr>
        <p:spPr>
          <a:xfrm>
            <a:off x="720000" y="1090195"/>
            <a:ext cx="7704000" cy="216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-649 raw folders with no consistent naming convention</a:t>
            </a:r>
            <a:endParaRPr sz="2000"/>
          </a:p>
          <a:p>
            <a:pPr indent="0" lvl="0" marL="0" rtl="0" algn="l">
              <a:lnSpc>
                <a:spcPct val="100000"/>
              </a:lnSpc>
              <a:spcBef>
                <a:spcPts val="0"/>
              </a:spcBef>
              <a:spcAft>
                <a:spcPts val="0"/>
              </a:spcAft>
              <a:buSzPts val="1200"/>
              <a:buNone/>
            </a:pPr>
            <a:r>
              <a:rPr lang="en" sz="2000"/>
              <a:t>-Didnt know whether to normalize names or to separate them</a:t>
            </a:r>
            <a:endParaRPr sz="2000"/>
          </a:p>
          <a:p>
            <a:pPr indent="0" lvl="0" marL="0" rtl="0" algn="l">
              <a:lnSpc>
                <a:spcPct val="100000"/>
              </a:lnSpc>
              <a:spcBef>
                <a:spcPts val="0"/>
              </a:spcBef>
              <a:spcAft>
                <a:spcPts val="0"/>
              </a:spcAft>
              <a:buSzPts val="1200"/>
              <a:buNone/>
            </a:pPr>
            <a:r>
              <a:rPr lang="en" sz="2000"/>
              <a:t>-37 folders are missing magnification info</a:t>
            </a:r>
            <a:endParaRPr sz="2000"/>
          </a:p>
          <a:p>
            <a:pPr indent="0" lvl="0" marL="0" rtl="0" algn="l">
              <a:lnSpc>
                <a:spcPct val="100000"/>
              </a:lnSpc>
              <a:spcBef>
                <a:spcPts val="0"/>
              </a:spcBef>
              <a:spcAft>
                <a:spcPts val="0"/>
              </a:spcAft>
              <a:buSzPts val="1200"/>
              <a:buNone/>
            </a:pPr>
            <a:r>
              <a:rPr lang="en" sz="2000"/>
              <a:t>-Didnt know what -pp was; then discovered it wasnt a clean filter (90% success rate)</a:t>
            </a:r>
            <a:endParaRPr sz="2000"/>
          </a:p>
          <a:p>
            <a:pPr indent="0" lvl="0" marL="0" rtl="0" algn="l">
              <a:lnSpc>
                <a:spcPct val="100000"/>
              </a:lnSpc>
              <a:spcBef>
                <a:spcPts val="0"/>
              </a:spcBef>
              <a:spcAft>
                <a:spcPts val="0"/>
              </a:spcAft>
              <a:buSzPts val="1200"/>
              <a:buNone/>
            </a:pPr>
            <a:r>
              <a:rPr lang="en" sz="2000"/>
              <a:t>-Some -pp folders included duplicates from their raw counterparts</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9" name="Shape 3279"/>
        <p:cNvGrpSpPr/>
        <p:nvPr/>
      </p:nvGrpSpPr>
      <p:grpSpPr>
        <a:xfrm>
          <a:off x="0" y="0"/>
          <a:ext cx="0" cy="0"/>
          <a:chOff x="0" y="0"/>
          <a:chExt cx="0" cy="0"/>
        </a:xfrm>
      </p:grpSpPr>
      <p:sp>
        <p:nvSpPr>
          <p:cNvPr id="3280" name="Google Shape;3280;p3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Prof. Ahlgren Update: Most Recent State</a:t>
            </a:r>
            <a:endParaRPr/>
          </a:p>
        </p:txBody>
      </p:sp>
      <p:sp>
        <p:nvSpPr>
          <p:cNvPr id="3281" name="Google Shape;3281;p345"/>
          <p:cNvSpPr txBox="1"/>
          <p:nvPr>
            <p:ph idx="1" type="body"/>
          </p:nvPr>
        </p:nvSpPr>
        <p:spPr>
          <a:xfrm>
            <a:off x="793050" y="1090200"/>
            <a:ext cx="7557900" cy="32601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SzPts val="2100"/>
              <a:buChar char="-"/>
            </a:pPr>
            <a:r>
              <a:rPr lang="en" sz="2100"/>
              <a:t>pp = post-processing</a:t>
            </a:r>
            <a:endParaRPr sz="2200"/>
          </a:p>
          <a:p>
            <a:pPr indent="-361950" lvl="0" marL="457200" rtl="0" algn="l">
              <a:lnSpc>
                <a:spcPct val="100000"/>
              </a:lnSpc>
              <a:spcBef>
                <a:spcPts val="0"/>
              </a:spcBef>
              <a:spcAft>
                <a:spcPts val="0"/>
              </a:spcAft>
              <a:buSzPts val="2100"/>
              <a:buChar char="-"/>
            </a:pPr>
            <a:r>
              <a:rPr lang="en" sz="2100"/>
              <a:t>AI = autoimage mode; TR1/TM = trigger mode (preferred, standardized post-2022)</a:t>
            </a:r>
            <a:endParaRPr sz="2200"/>
          </a:p>
          <a:p>
            <a:pPr indent="-361950" lvl="0" marL="457200" rtl="0" algn="l">
              <a:lnSpc>
                <a:spcPct val="100000"/>
              </a:lnSpc>
              <a:spcBef>
                <a:spcPts val="0"/>
              </a:spcBef>
              <a:spcAft>
                <a:spcPts val="0"/>
              </a:spcAft>
              <a:buSzPts val="2100"/>
              <a:buChar char="-"/>
            </a:pPr>
            <a:r>
              <a:rPr lang="en" sz="2100"/>
              <a:t>Dilution 0.1/0.5 = diluted 1:10/1:5; none listed = undiluted</a:t>
            </a:r>
            <a:endParaRPr sz="2200"/>
          </a:p>
          <a:p>
            <a:pPr indent="-361950" lvl="0" marL="457200" rtl="0" algn="l">
              <a:lnSpc>
                <a:spcPct val="100000"/>
              </a:lnSpc>
              <a:spcBef>
                <a:spcPts val="0"/>
              </a:spcBef>
              <a:spcAft>
                <a:spcPts val="0"/>
              </a:spcAft>
              <a:buSzPts val="2100"/>
              <a:buChar char="-"/>
            </a:pPr>
            <a:r>
              <a:rPr lang="en" sz="2100"/>
              <a:t>Magnification: 10X standard, 4X for high concentration; none listed = assume 10X</a:t>
            </a:r>
            <a:endParaRPr sz="2200"/>
          </a:p>
          <a:p>
            <a:pPr indent="-361950" lvl="0" marL="457200" rtl="0" algn="l">
              <a:lnSpc>
                <a:spcPct val="100000"/>
              </a:lnSpc>
              <a:spcBef>
                <a:spcPts val="0"/>
              </a:spcBef>
              <a:spcAft>
                <a:spcPts val="0"/>
              </a:spcAft>
              <a:buSzPts val="2100"/>
              <a:buChar char="-"/>
            </a:pPr>
            <a:r>
              <a:rPr lang="en" sz="2100"/>
              <a:t>Prefiltering: assume 50µm if noted</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5" name="Shape 3285"/>
        <p:cNvGrpSpPr/>
        <p:nvPr/>
      </p:nvGrpSpPr>
      <p:grpSpPr>
        <a:xfrm>
          <a:off x="0" y="0"/>
          <a:ext cx="0" cy="0"/>
          <a:chOff x="0" y="0"/>
          <a:chExt cx="0" cy="0"/>
        </a:xfrm>
      </p:grpSpPr>
      <p:sp>
        <p:nvSpPr>
          <p:cNvPr id="3286" name="Google Shape;3286;p34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Next Steps</a:t>
            </a:r>
            <a:endParaRPr/>
          </a:p>
        </p:txBody>
      </p:sp>
      <p:sp>
        <p:nvSpPr>
          <p:cNvPr id="3287" name="Google Shape;3287;p346"/>
          <p:cNvSpPr txBox="1"/>
          <p:nvPr>
            <p:ph idx="1" type="body"/>
          </p:nvPr>
        </p:nvSpPr>
        <p:spPr>
          <a:xfrm>
            <a:off x="776875" y="1090200"/>
            <a:ext cx="8103000" cy="3260100"/>
          </a:xfrm>
          <a:prstGeom prst="rect">
            <a:avLst/>
          </a:prstGeom>
          <a:noFill/>
          <a:ln>
            <a:noFill/>
          </a:ln>
        </p:spPr>
        <p:txBody>
          <a:bodyPr anchorCtr="0" anchor="t" bIns="91425" lIns="91425" spcFirstLastPara="1" rIns="91425" wrap="square" tIns="91425">
            <a:noAutofit/>
          </a:bodyPr>
          <a:lstStyle/>
          <a:p>
            <a:pPr indent="-368300" lvl="0" marL="457200" rtl="0" algn="l">
              <a:lnSpc>
                <a:spcPct val="100000"/>
              </a:lnSpc>
              <a:spcBef>
                <a:spcPts val="0"/>
              </a:spcBef>
              <a:spcAft>
                <a:spcPts val="0"/>
              </a:spcAft>
              <a:buSzPts val="2200"/>
              <a:buChar char="-"/>
            </a:pPr>
            <a:r>
              <a:rPr lang="en" sz="2200"/>
              <a:t>Organize dataset using the PP folders (city's standard pipeline)</a:t>
            </a:r>
            <a:endParaRPr sz="2300"/>
          </a:p>
          <a:p>
            <a:pPr indent="-368300" lvl="0" marL="457200" rtl="0" algn="l">
              <a:lnSpc>
                <a:spcPct val="100000"/>
              </a:lnSpc>
              <a:spcBef>
                <a:spcPts val="0"/>
              </a:spcBef>
              <a:spcAft>
                <a:spcPts val="0"/>
              </a:spcAft>
              <a:buSzPts val="2200"/>
              <a:buChar char="-"/>
            </a:pPr>
            <a:r>
              <a:rPr lang="en" sz="2200"/>
              <a:t>Include AI and TR1/TM as modes in csv file</a:t>
            </a:r>
            <a:endParaRPr sz="2300"/>
          </a:p>
          <a:p>
            <a:pPr indent="-368300" lvl="0" marL="457200" rtl="0" algn="l">
              <a:lnSpc>
                <a:spcPct val="100000"/>
              </a:lnSpc>
              <a:spcBef>
                <a:spcPts val="0"/>
              </a:spcBef>
              <a:spcAft>
                <a:spcPts val="0"/>
              </a:spcAft>
              <a:buSzPts val="2200"/>
              <a:buChar char="-"/>
            </a:pPr>
            <a:r>
              <a:rPr lang="en" sz="2200"/>
              <a:t>Record prefiltration as attributes in the script</a:t>
            </a:r>
            <a:endParaRPr sz="2300"/>
          </a:p>
          <a:p>
            <a:pPr indent="-368300" lvl="0" marL="457200" rtl="0" algn="l">
              <a:lnSpc>
                <a:spcPct val="100000"/>
              </a:lnSpc>
              <a:spcBef>
                <a:spcPts val="0"/>
              </a:spcBef>
              <a:spcAft>
                <a:spcPts val="0"/>
              </a:spcAft>
              <a:buSzPts val="2200"/>
              <a:buChar char="-"/>
            </a:pPr>
            <a:r>
              <a:rPr lang="en" sz="2200"/>
              <a:t>Incorporate the new 2024 dataset </a:t>
            </a:r>
            <a:endParaRPr sz="2300"/>
          </a:p>
          <a:p>
            <a:pPr indent="-374650" lvl="0" marL="457200" rtl="0" algn="l">
              <a:lnSpc>
                <a:spcPct val="100000"/>
              </a:lnSpc>
              <a:spcBef>
                <a:spcPts val="0"/>
              </a:spcBef>
              <a:spcAft>
                <a:spcPts val="0"/>
              </a:spcAft>
              <a:buSzPts val="2300"/>
              <a:buChar char="-"/>
            </a:pPr>
            <a:r>
              <a:rPr lang="en" sz="2300"/>
              <a:t>Decide on a database to start using</a:t>
            </a:r>
            <a:endParaRPr sz="2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1" name="Shape 3291"/>
        <p:cNvGrpSpPr/>
        <p:nvPr/>
      </p:nvGrpSpPr>
      <p:grpSpPr>
        <a:xfrm>
          <a:off x="0" y="0"/>
          <a:ext cx="0" cy="0"/>
          <a:chOff x="0" y="0"/>
          <a:chExt cx="0" cy="0"/>
        </a:xfrm>
      </p:grpSpPr>
      <p:sp>
        <p:nvSpPr>
          <p:cNvPr id="3292" name="Google Shape;3292;p347"/>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3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a:t>
            </a:r>
            <a:endParaRPr sz="3200"/>
          </a:p>
        </p:txBody>
      </p:sp>
      <p:sp>
        <p:nvSpPr>
          <p:cNvPr id="3298" name="Google Shape;3298;p348"/>
          <p:cNvSpPr/>
          <p:nvPr/>
        </p:nvSpPr>
        <p:spPr>
          <a:xfrm>
            <a:off x="714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9" name="Google Shape;3299;p348"/>
          <p:cNvSpPr/>
          <p:nvPr/>
        </p:nvSpPr>
        <p:spPr>
          <a:xfrm>
            <a:off x="904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0" name="Google Shape;3300;p348"/>
          <p:cNvSpPr txBox="1"/>
          <p:nvPr/>
        </p:nvSpPr>
        <p:spPr>
          <a:xfrm>
            <a:off x="904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lt2"/>
                </a:solidFill>
                <a:latin typeface="Material Icons"/>
                <a:ea typeface="Material Icons"/>
                <a:cs typeface="Material Icons"/>
                <a:sym typeface="Material Icons"/>
              </a:rPr>
              <a:t>tune</a:t>
            </a:r>
            <a:endParaRPr sz="2400">
              <a:solidFill>
                <a:schemeClr val="lt2"/>
              </a:solidFill>
              <a:latin typeface="Material Icons"/>
              <a:ea typeface="Material Icons"/>
              <a:cs typeface="Material Icons"/>
              <a:sym typeface="Material Icons"/>
            </a:endParaRPr>
          </a:p>
        </p:txBody>
      </p:sp>
      <p:sp>
        <p:nvSpPr>
          <p:cNvPr id="3301" name="Google Shape;3301;p348"/>
          <p:cNvSpPr/>
          <p:nvPr/>
        </p:nvSpPr>
        <p:spPr>
          <a:xfrm>
            <a:off x="2505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2" name="Google Shape;3302;p348"/>
          <p:cNvSpPr txBox="1"/>
          <p:nvPr/>
        </p:nvSpPr>
        <p:spPr>
          <a:xfrm>
            <a:off x="2505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sp>
        <p:nvSpPr>
          <p:cNvPr id="3303" name="Google Shape;3303;p348"/>
          <p:cNvSpPr txBox="1"/>
          <p:nvPr/>
        </p:nvSpPr>
        <p:spPr>
          <a:xfrm>
            <a:off x="904875" y="2095500"/>
            <a:ext cx="2000100" cy="252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Script Optimization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Slight tweaks to script and dashboard to improve organization and clutter</a:t>
            </a:r>
            <a:endParaRPr sz="1300">
              <a:solidFill>
                <a:srgbClr val="475569"/>
              </a:solidFill>
              <a:latin typeface="Cairo"/>
              <a:ea typeface="Cairo"/>
              <a:cs typeface="Cairo"/>
              <a:sym typeface="Cairo"/>
            </a:endParaRPr>
          </a:p>
          <a:p>
            <a:pPr indent="0" lvl="0" marL="0" rtl="0" algn="l">
              <a:spcBef>
                <a:spcPts val="0"/>
              </a:spcBef>
              <a:spcAft>
                <a:spcPts val="0"/>
              </a:spcAft>
              <a:buNone/>
            </a:pPr>
            <a:r>
              <a:t/>
            </a:r>
            <a:endParaRPr sz="1300">
              <a:solidFill>
                <a:srgbClr val="475569"/>
              </a:solidFill>
              <a:latin typeface="Cairo"/>
              <a:ea typeface="Cairo"/>
              <a:cs typeface="Cairo"/>
              <a:sym typeface="Cairo"/>
            </a:endParaRPr>
          </a:p>
        </p:txBody>
      </p:sp>
      <p:sp>
        <p:nvSpPr>
          <p:cNvPr id="3304" name="Google Shape;3304;p348"/>
          <p:cNvSpPr/>
          <p:nvPr/>
        </p:nvSpPr>
        <p:spPr>
          <a:xfrm>
            <a:off x="3381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5" name="Google Shape;3305;p348"/>
          <p:cNvSpPr/>
          <p:nvPr/>
        </p:nvSpPr>
        <p:spPr>
          <a:xfrm>
            <a:off x="3571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6" name="Google Shape;3306;p348"/>
          <p:cNvSpPr txBox="1"/>
          <p:nvPr/>
        </p:nvSpPr>
        <p:spPr>
          <a:xfrm>
            <a:off x="3571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1"/>
                </a:solidFill>
                <a:latin typeface="Material Icons"/>
                <a:ea typeface="Material Icons"/>
                <a:cs typeface="Material Icons"/>
                <a:sym typeface="Material Icons"/>
              </a:rPr>
              <a:t>language</a:t>
            </a:r>
            <a:endParaRPr sz="2400">
              <a:solidFill>
                <a:schemeClr val="accent1"/>
              </a:solidFill>
              <a:latin typeface="Material Icons"/>
              <a:ea typeface="Material Icons"/>
              <a:cs typeface="Material Icons"/>
              <a:sym typeface="Material Icons"/>
            </a:endParaRPr>
          </a:p>
        </p:txBody>
      </p:sp>
      <p:sp>
        <p:nvSpPr>
          <p:cNvPr id="3307" name="Google Shape;3307;p348"/>
          <p:cNvSpPr/>
          <p:nvPr/>
        </p:nvSpPr>
        <p:spPr>
          <a:xfrm>
            <a:off x="5172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8" name="Google Shape;3308;p348"/>
          <p:cNvSpPr txBox="1"/>
          <p:nvPr/>
        </p:nvSpPr>
        <p:spPr>
          <a:xfrm>
            <a:off x="5172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sp>
        <p:nvSpPr>
          <p:cNvPr id="3309" name="Google Shape;3309;p348"/>
          <p:cNvSpPr txBox="1"/>
          <p:nvPr/>
        </p:nvSpPr>
        <p:spPr>
          <a:xfrm>
            <a:off x="3571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Website Roadmap</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Made two plans to move the project to a fully functional website</a:t>
            </a:r>
            <a:endParaRPr sz="1300">
              <a:solidFill>
                <a:srgbClr val="475569"/>
              </a:solidFill>
              <a:latin typeface="Cairo"/>
              <a:ea typeface="Cairo"/>
              <a:cs typeface="Cairo"/>
              <a:sym typeface="Cairo"/>
            </a:endParaRPr>
          </a:p>
        </p:txBody>
      </p:sp>
      <p:sp>
        <p:nvSpPr>
          <p:cNvPr id="3310" name="Google Shape;3310;p348"/>
          <p:cNvSpPr/>
          <p:nvPr/>
        </p:nvSpPr>
        <p:spPr>
          <a:xfrm>
            <a:off x="6048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1" name="Google Shape;3311;p348"/>
          <p:cNvSpPr/>
          <p:nvPr/>
        </p:nvSpPr>
        <p:spPr>
          <a:xfrm>
            <a:off x="6238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2" name="Google Shape;3312;p348"/>
          <p:cNvSpPr txBox="1"/>
          <p:nvPr/>
        </p:nvSpPr>
        <p:spPr>
          <a:xfrm>
            <a:off x="6238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3"/>
                </a:solidFill>
                <a:latin typeface="Material Icons"/>
                <a:ea typeface="Material Icons"/>
                <a:cs typeface="Material Icons"/>
                <a:sym typeface="Material Icons"/>
              </a:rPr>
              <a:t>account_tree</a:t>
            </a:r>
            <a:endParaRPr sz="2400">
              <a:solidFill>
                <a:schemeClr val="accent3"/>
              </a:solidFill>
              <a:latin typeface="Material Icons"/>
              <a:ea typeface="Material Icons"/>
              <a:cs typeface="Material Icons"/>
              <a:sym typeface="Material Icons"/>
            </a:endParaRPr>
          </a:p>
        </p:txBody>
      </p:sp>
      <p:sp>
        <p:nvSpPr>
          <p:cNvPr id="3313" name="Google Shape;3313;p348"/>
          <p:cNvSpPr/>
          <p:nvPr/>
        </p:nvSpPr>
        <p:spPr>
          <a:xfrm>
            <a:off x="7839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4" name="Google Shape;3314;p348"/>
          <p:cNvSpPr txBox="1"/>
          <p:nvPr/>
        </p:nvSpPr>
        <p:spPr>
          <a:xfrm>
            <a:off x="7839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sp>
        <p:nvSpPr>
          <p:cNvPr id="3315" name="Google Shape;3315;p348"/>
          <p:cNvSpPr txBox="1"/>
          <p:nvPr/>
        </p:nvSpPr>
        <p:spPr>
          <a:xfrm>
            <a:off x="6238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Visual Mapping</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Created a visual representation of the two possible roadmaps made</a:t>
            </a:r>
            <a:endParaRPr sz="1300">
              <a:solidFill>
                <a:srgbClr val="475569"/>
              </a:solidFill>
              <a:latin typeface="Cairo"/>
              <a:ea typeface="Cairo"/>
              <a:cs typeface="Cairo"/>
              <a:sym typeface="Cai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9" name="Shape 3319"/>
        <p:cNvGrpSpPr/>
        <p:nvPr/>
      </p:nvGrpSpPr>
      <p:grpSpPr>
        <a:xfrm>
          <a:off x="0" y="0"/>
          <a:ext cx="0" cy="0"/>
          <a:chOff x="0" y="0"/>
          <a:chExt cx="0" cy="0"/>
        </a:xfrm>
      </p:grpSpPr>
      <p:sp>
        <p:nvSpPr>
          <p:cNvPr id="3320" name="Google Shape;3320;p3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a:t>
            </a:r>
            <a:endParaRPr sz="3200"/>
          </a:p>
        </p:txBody>
      </p:sp>
      <p:sp>
        <p:nvSpPr>
          <p:cNvPr id="3321" name="Google Shape;3321;p349"/>
          <p:cNvSpPr/>
          <p:nvPr/>
        </p:nvSpPr>
        <p:spPr>
          <a:xfrm>
            <a:off x="714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2" name="Google Shape;3322;p349"/>
          <p:cNvSpPr/>
          <p:nvPr/>
        </p:nvSpPr>
        <p:spPr>
          <a:xfrm>
            <a:off x="904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3" name="Google Shape;3323;p349"/>
          <p:cNvSpPr txBox="1"/>
          <p:nvPr/>
        </p:nvSpPr>
        <p:spPr>
          <a:xfrm>
            <a:off x="904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2400">
              <a:solidFill>
                <a:schemeClr val="lt2"/>
              </a:solidFill>
              <a:latin typeface="Material Icons"/>
              <a:ea typeface="Material Icons"/>
              <a:cs typeface="Material Icons"/>
              <a:sym typeface="Material Icons"/>
            </a:endParaRPr>
          </a:p>
        </p:txBody>
      </p:sp>
      <p:sp>
        <p:nvSpPr>
          <p:cNvPr id="3324" name="Google Shape;3324;p349"/>
          <p:cNvSpPr/>
          <p:nvPr/>
        </p:nvSpPr>
        <p:spPr>
          <a:xfrm>
            <a:off x="2505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5" name="Google Shape;3325;p349"/>
          <p:cNvSpPr txBox="1"/>
          <p:nvPr/>
        </p:nvSpPr>
        <p:spPr>
          <a:xfrm>
            <a:off x="2505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sp>
        <p:nvSpPr>
          <p:cNvPr id="3326" name="Google Shape;3326;p349"/>
          <p:cNvSpPr txBox="1"/>
          <p:nvPr/>
        </p:nvSpPr>
        <p:spPr>
          <a:xfrm>
            <a:off x="904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Met with Prof. Ahlgren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Met with the Biology professor to learn about the data and how they turn it into a dataset.</a:t>
            </a:r>
            <a:endParaRPr sz="1300">
              <a:solidFill>
                <a:srgbClr val="475569"/>
              </a:solidFill>
              <a:latin typeface="Cairo"/>
              <a:ea typeface="Cairo"/>
              <a:cs typeface="Cairo"/>
              <a:sym typeface="Cairo"/>
            </a:endParaRPr>
          </a:p>
        </p:txBody>
      </p:sp>
      <p:sp>
        <p:nvSpPr>
          <p:cNvPr id="3327" name="Google Shape;3327;p349"/>
          <p:cNvSpPr/>
          <p:nvPr/>
        </p:nvSpPr>
        <p:spPr>
          <a:xfrm>
            <a:off x="3381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8" name="Google Shape;3328;p349"/>
          <p:cNvSpPr/>
          <p:nvPr/>
        </p:nvSpPr>
        <p:spPr>
          <a:xfrm>
            <a:off x="3571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9" name="Google Shape;3329;p349"/>
          <p:cNvSpPr txBox="1"/>
          <p:nvPr/>
        </p:nvSpPr>
        <p:spPr>
          <a:xfrm>
            <a:off x="3571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1"/>
                </a:solidFill>
                <a:latin typeface="Material Icons"/>
                <a:ea typeface="Material Icons"/>
                <a:cs typeface="Material Icons"/>
                <a:sym typeface="Material Icons"/>
              </a:rPr>
              <a:t>tune</a:t>
            </a:r>
            <a:endParaRPr sz="2400">
              <a:solidFill>
                <a:schemeClr val="accent1"/>
              </a:solidFill>
              <a:latin typeface="Material Icons"/>
              <a:ea typeface="Material Icons"/>
              <a:cs typeface="Material Icons"/>
              <a:sym typeface="Material Icons"/>
            </a:endParaRPr>
          </a:p>
        </p:txBody>
      </p:sp>
      <p:sp>
        <p:nvSpPr>
          <p:cNvPr id="3330" name="Google Shape;3330;p349"/>
          <p:cNvSpPr/>
          <p:nvPr/>
        </p:nvSpPr>
        <p:spPr>
          <a:xfrm>
            <a:off x="5172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1" name="Google Shape;3331;p349"/>
          <p:cNvSpPr txBox="1"/>
          <p:nvPr/>
        </p:nvSpPr>
        <p:spPr>
          <a:xfrm>
            <a:off x="5172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05</a:t>
            </a:r>
            <a:endParaRPr b="1" sz="1100">
              <a:solidFill>
                <a:srgbClr val="FFFFFF"/>
              </a:solidFill>
              <a:latin typeface="Space Grotesk"/>
              <a:ea typeface="Space Grotesk"/>
              <a:cs typeface="Space Grotesk"/>
              <a:sym typeface="Space Grotesk"/>
            </a:endParaRPr>
          </a:p>
        </p:txBody>
      </p:sp>
      <p:sp>
        <p:nvSpPr>
          <p:cNvPr id="3332" name="Google Shape;3332;p349"/>
          <p:cNvSpPr txBox="1"/>
          <p:nvPr/>
        </p:nvSpPr>
        <p:spPr>
          <a:xfrm>
            <a:off x="3549724" y="2095500"/>
            <a:ext cx="20766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Cut 31,605 duplicate images from dataset</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750"/>
              </a:spcAft>
              <a:buNone/>
            </a:pPr>
            <a:r>
              <a:rPr lang="en" sz="1300">
                <a:solidFill>
                  <a:srgbClr val="475569"/>
                </a:solidFill>
                <a:latin typeface="Cairo"/>
                <a:ea typeface="Cairo"/>
                <a:cs typeface="Cairo"/>
                <a:sym typeface="Cairo"/>
              </a:rPr>
              <a:t>31,605 images were byte-identical duplicates present in both -pp and raw version. Redundant copies are eliminated by switching to -pp</a:t>
            </a:r>
            <a:endParaRPr sz="1300">
              <a:solidFill>
                <a:srgbClr val="475569"/>
              </a:solidFill>
              <a:latin typeface="Cairo"/>
              <a:ea typeface="Cairo"/>
              <a:cs typeface="Cairo"/>
              <a:sym typeface="Cairo"/>
            </a:endParaRPr>
          </a:p>
        </p:txBody>
      </p:sp>
      <p:sp>
        <p:nvSpPr>
          <p:cNvPr id="3333" name="Google Shape;3333;p349"/>
          <p:cNvSpPr/>
          <p:nvPr/>
        </p:nvSpPr>
        <p:spPr>
          <a:xfrm>
            <a:off x="6048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4" name="Google Shape;3334;p349"/>
          <p:cNvSpPr/>
          <p:nvPr/>
        </p:nvSpPr>
        <p:spPr>
          <a:xfrm>
            <a:off x="6238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5" name="Google Shape;3335;p349"/>
          <p:cNvSpPr/>
          <p:nvPr/>
        </p:nvSpPr>
        <p:spPr>
          <a:xfrm>
            <a:off x="7839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6" name="Google Shape;3336;p349"/>
          <p:cNvSpPr txBox="1"/>
          <p:nvPr/>
        </p:nvSpPr>
        <p:spPr>
          <a:xfrm>
            <a:off x="7839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06</a:t>
            </a:r>
            <a:endParaRPr b="1" sz="1100">
              <a:solidFill>
                <a:srgbClr val="FFFFFF"/>
              </a:solidFill>
              <a:latin typeface="Space Grotesk"/>
              <a:ea typeface="Space Grotesk"/>
              <a:cs typeface="Space Grotesk"/>
              <a:sym typeface="Space Grotesk"/>
            </a:endParaRPr>
          </a:p>
        </p:txBody>
      </p:sp>
      <p:sp>
        <p:nvSpPr>
          <p:cNvPr id="3337" name="Google Shape;3337;p349"/>
          <p:cNvSpPr txBox="1"/>
          <p:nvPr/>
        </p:nvSpPr>
        <p:spPr>
          <a:xfrm>
            <a:off x="6238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Met with Prof. Catalin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Met with Professor Catalin who gave us advice on databases and how we should expect to work with our data.</a:t>
            </a:r>
            <a:endParaRPr sz="1300">
              <a:solidFill>
                <a:srgbClr val="475569"/>
              </a:solidFill>
              <a:latin typeface="Cairo"/>
              <a:ea typeface="Cairo"/>
              <a:cs typeface="Cairo"/>
              <a:sym typeface="Cairo"/>
            </a:endParaRPr>
          </a:p>
        </p:txBody>
      </p:sp>
      <p:sp>
        <p:nvSpPr>
          <p:cNvPr id="3338" name="Google Shape;3338;p349"/>
          <p:cNvSpPr/>
          <p:nvPr/>
        </p:nvSpPr>
        <p:spPr>
          <a:xfrm>
            <a:off x="979875" y="1522600"/>
            <a:ext cx="325200" cy="3015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339" name="Google Shape;3339;p349"/>
          <p:cNvSpPr/>
          <p:nvPr/>
        </p:nvSpPr>
        <p:spPr>
          <a:xfrm>
            <a:off x="6295875" y="1522600"/>
            <a:ext cx="325200" cy="301500"/>
          </a:xfrm>
          <a:prstGeom prst="wedgeEllipseCallout">
            <a:avLst>
              <a:gd fmla="val -20833" name="adj1"/>
              <a:gd fmla="val 625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3" name="Shape 3343"/>
        <p:cNvGrpSpPr/>
        <p:nvPr/>
      </p:nvGrpSpPr>
      <p:grpSpPr>
        <a:xfrm>
          <a:off x="0" y="0"/>
          <a:ext cx="0" cy="0"/>
          <a:chOff x="0" y="0"/>
          <a:chExt cx="0" cy="0"/>
        </a:xfrm>
      </p:grpSpPr>
      <p:sp>
        <p:nvSpPr>
          <p:cNvPr id="3344" name="Google Shape;3344;p350"/>
          <p:cNvSpPr/>
          <p:nvPr/>
        </p:nvSpPr>
        <p:spPr>
          <a:xfrm>
            <a:off x="714275"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5" name="Google Shape;3345;p3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Website Roadmap - $0/Month</a:t>
            </a:r>
            <a:endParaRPr/>
          </a:p>
        </p:txBody>
      </p:sp>
      <p:sp>
        <p:nvSpPr>
          <p:cNvPr id="3346" name="Google Shape;3346;p350"/>
          <p:cNvSpPr txBox="1"/>
          <p:nvPr/>
        </p:nvSpPr>
        <p:spPr>
          <a:xfrm>
            <a:off x="858125"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Storage</a:t>
            </a:r>
            <a:endParaRPr sz="1300">
              <a:solidFill>
                <a:srgbClr val="475569"/>
              </a:solidFill>
              <a:latin typeface="Cairo"/>
              <a:ea typeface="Cairo"/>
              <a:cs typeface="Cairo"/>
              <a:sym typeface="Cairo"/>
            </a:endParaRPr>
          </a:p>
        </p:txBody>
      </p:sp>
      <p:sp>
        <p:nvSpPr>
          <p:cNvPr id="3347" name="Google Shape;3347;p350"/>
          <p:cNvSpPr txBox="1"/>
          <p:nvPr/>
        </p:nvSpPr>
        <p:spPr>
          <a:xfrm>
            <a:off x="858125"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R2 free tier</a:t>
            </a:r>
            <a:endParaRPr sz="1100">
              <a:solidFill>
                <a:srgbClr val="475569"/>
              </a:solidFill>
              <a:latin typeface="Cairo"/>
              <a:ea typeface="Cairo"/>
              <a:cs typeface="Cairo"/>
              <a:sym typeface="Cairo"/>
            </a:endParaRPr>
          </a:p>
        </p:txBody>
      </p:sp>
      <p:grpSp>
        <p:nvGrpSpPr>
          <p:cNvPr id="3348" name="Google Shape;3348;p350"/>
          <p:cNvGrpSpPr/>
          <p:nvPr/>
        </p:nvGrpSpPr>
        <p:grpSpPr>
          <a:xfrm>
            <a:off x="2114759" y="1464025"/>
            <a:ext cx="302100" cy="247800"/>
            <a:chOff x="2065709" y="1552575"/>
            <a:chExt cx="302100" cy="247800"/>
          </a:xfrm>
        </p:grpSpPr>
        <p:sp>
          <p:nvSpPr>
            <p:cNvPr id="3349" name="Google Shape;3349;p350"/>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0" name="Google Shape;3350;p350"/>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sp>
        <p:nvSpPr>
          <p:cNvPr id="3351" name="Google Shape;3351;p350"/>
          <p:cNvSpPr/>
          <p:nvPr/>
        </p:nvSpPr>
        <p:spPr>
          <a:xfrm>
            <a:off x="265680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2" name="Google Shape;3352;p350"/>
          <p:cNvSpPr txBox="1"/>
          <p:nvPr/>
        </p:nvSpPr>
        <p:spPr>
          <a:xfrm>
            <a:off x="280065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Access</a:t>
            </a:r>
            <a:endParaRPr sz="1300">
              <a:solidFill>
                <a:srgbClr val="475569"/>
              </a:solidFill>
              <a:latin typeface="Cairo"/>
              <a:ea typeface="Cairo"/>
              <a:cs typeface="Cairo"/>
              <a:sym typeface="Cairo"/>
            </a:endParaRPr>
          </a:p>
        </p:txBody>
      </p:sp>
      <p:sp>
        <p:nvSpPr>
          <p:cNvPr id="3353" name="Google Shape;3353;p350"/>
          <p:cNvSpPr txBox="1"/>
          <p:nvPr/>
        </p:nvSpPr>
        <p:spPr>
          <a:xfrm>
            <a:off x="280065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Worker</a:t>
            </a:r>
            <a:endParaRPr sz="1100">
              <a:solidFill>
                <a:srgbClr val="475569"/>
              </a:solidFill>
              <a:latin typeface="Cairo"/>
              <a:ea typeface="Cairo"/>
              <a:cs typeface="Cairo"/>
              <a:sym typeface="Cairo"/>
            </a:endParaRPr>
          </a:p>
        </p:txBody>
      </p:sp>
      <p:grpSp>
        <p:nvGrpSpPr>
          <p:cNvPr id="3354" name="Google Shape;3354;p350"/>
          <p:cNvGrpSpPr/>
          <p:nvPr/>
        </p:nvGrpSpPr>
        <p:grpSpPr>
          <a:xfrm>
            <a:off x="4057284" y="1464025"/>
            <a:ext cx="302100" cy="247800"/>
            <a:chOff x="2065709" y="1552575"/>
            <a:chExt cx="302100" cy="247800"/>
          </a:xfrm>
        </p:grpSpPr>
        <p:sp>
          <p:nvSpPr>
            <p:cNvPr id="3355" name="Google Shape;3355;p350"/>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6" name="Google Shape;3356;p350"/>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3357" name="Google Shape;3357;p350"/>
          <p:cNvSpPr/>
          <p:nvPr/>
        </p:nvSpPr>
        <p:spPr>
          <a:xfrm>
            <a:off x="46937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8" name="Google Shape;3358;p350"/>
          <p:cNvSpPr txBox="1"/>
          <p:nvPr/>
        </p:nvSpPr>
        <p:spPr>
          <a:xfrm>
            <a:off x="48376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Database</a:t>
            </a:r>
            <a:endParaRPr sz="1300">
              <a:solidFill>
                <a:srgbClr val="475569"/>
              </a:solidFill>
              <a:latin typeface="Cairo"/>
              <a:ea typeface="Cairo"/>
              <a:cs typeface="Cairo"/>
              <a:sym typeface="Cairo"/>
            </a:endParaRPr>
          </a:p>
        </p:txBody>
      </p:sp>
      <p:sp>
        <p:nvSpPr>
          <p:cNvPr id="3359" name="Google Shape;3359;p350"/>
          <p:cNvSpPr txBox="1"/>
          <p:nvPr/>
        </p:nvSpPr>
        <p:spPr>
          <a:xfrm>
            <a:off x="48376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Supabase free tier</a:t>
            </a:r>
            <a:endParaRPr sz="1100">
              <a:solidFill>
                <a:srgbClr val="475569"/>
              </a:solidFill>
              <a:latin typeface="Cairo"/>
              <a:ea typeface="Cairo"/>
              <a:cs typeface="Cairo"/>
              <a:sym typeface="Cairo"/>
            </a:endParaRPr>
          </a:p>
        </p:txBody>
      </p:sp>
      <p:grpSp>
        <p:nvGrpSpPr>
          <p:cNvPr id="3360" name="Google Shape;3360;p350"/>
          <p:cNvGrpSpPr/>
          <p:nvPr/>
        </p:nvGrpSpPr>
        <p:grpSpPr>
          <a:xfrm>
            <a:off x="6094234" y="1464025"/>
            <a:ext cx="302100" cy="247800"/>
            <a:chOff x="2065709" y="1552575"/>
            <a:chExt cx="302100" cy="247800"/>
          </a:xfrm>
        </p:grpSpPr>
        <p:sp>
          <p:nvSpPr>
            <p:cNvPr id="3361" name="Google Shape;3361;p350"/>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2" name="Google Shape;3362;p350"/>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grpSp>
      <p:sp>
        <p:nvSpPr>
          <p:cNvPr id="3363" name="Google Shape;3363;p350"/>
          <p:cNvSpPr/>
          <p:nvPr/>
        </p:nvSpPr>
        <p:spPr>
          <a:xfrm>
            <a:off x="68745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4" name="Google Shape;3364;p350"/>
          <p:cNvSpPr txBox="1"/>
          <p:nvPr/>
        </p:nvSpPr>
        <p:spPr>
          <a:xfrm>
            <a:off x="70184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Hosting</a:t>
            </a:r>
            <a:endParaRPr sz="1300">
              <a:solidFill>
                <a:srgbClr val="475569"/>
              </a:solidFill>
              <a:latin typeface="Cairo"/>
              <a:ea typeface="Cairo"/>
              <a:cs typeface="Cairo"/>
              <a:sym typeface="Cairo"/>
            </a:endParaRPr>
          </a:p>
        </p:txBody>
      </p:sp>
      <p:sp>
        <p:nvSpPr>
          <p:cNvPr id="3365" name="Google Shape;3365;p350"/>
          <p:cNvSpPr txBox="1"/>
          <p:nvPr/>
        </p:nvSpPr>
        <p:spPr>
          <a:xfrm>
            <a:off x="70184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Pages</a:t>
            </a:r>
            <a:endParaRPr sz="1100">
              <a:solidFill>
                <a:srgbClr val="475569"/>
              </a:solidFill>
              <a:latin typeface="Cairo"/>
              <a:ea typeface="Cairo"/>
              <a:cs typeface="Cairo"/>
              <a:sym typeface="Cairo"/>
            </a:endParaRPr>
          </a:p>
        </p:txBody>
      </p:sp>
      <p:grpSp>
        <p:nvGrpSpPr>
          <p:cNvPr id="3366" name="Google Shape;3366;p350"/>
          <p:cNvGrpSpPr/>
          <p:nvPr/>
        </p:nvGrpSpPr>
        <p:grpSpPr>
          <a:xfrm>
            <a:off x="8275034" y="1464025"/>
            <a:ext cx="302100" cy="247800"/>
            <a:chOff x="2065709" y="1552575"/>
            <a:chExt cx="302100" cy="247800"/>
          </a:xfrm>
        </p:grpSpPr>
        <p:sp>
          <p:nvSpPr>
            <p:cNvPr id="3367" name="Google Shape;3367;p350"/>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8" name="Google Shape;3368;p350"/>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grpSp>
      <p:pic>
        <p:nvPicPr>
          <p:cNvPr id="3369" name="Google Shape;3369;p350" title="cloudflare-logo-png_seeklogo-294312.png"/>
          <p:cNvPicPr preferRelativeResize="0"/>
          <p:nvPr/>
        </p:nvPicPr>
        <p:blipFill>
          <a:blip r:embed="rId3">
            <a:alphaModFix/>
          </a:blip>
          <a:stretch>
            <a:fillRect/>
          </a:stretch>
        </p:blipFill>
        <p:spPr>
          <a:xfrm>
            <a:off x="847263" y="1986725"/>
            <a:ext cx="1531025" cy="1531025"/>
          </a:xfrm>
          <a:prstGeom prst="rect">
            <a:avLst/>
          </a:prstGeom>
          <a:noFill/>
          <a:ln>
            <a:noFill/>
          </a:ln>
        </p:spPr>
      </p:pic>
      <p:pic>
        <p:nvPicPr>
          <p:cNvPr id="3370" name="Google Shape;3370;p350" title="cloudflare-logo-png_seeklogo-294312.png"/>
          <p:cNvPicPr preferRelativeResize="0"/>
          <p:nvPr/>
        </p:nvPicPr>
        <p:blipFill>
          <a:blip r:embed="rId3">
            <a:alphaModFix/>
          </a:blip>
          <a:stretch>
            <a:fillRect/>
          </a:stretch>
        </p:blipFill>
        <p:spPr>
          <a:xfrm>
            <a:off x="2770500" y="1986725"/>
            <a:ext cx="1531025" cy="1531025"/>
          </a:xfrm>
          <a:prstGeom prst="rect">
            <a:avLst/>
          </a:prstGeom>
          <a:noFill/>
          <a:ln>
            <a:noFill/>
          </a:ln>
        </p:spPr>
      </p:pic>
      <p:pic>
        <p:nvPicPr>
          <p:cNvPr id="3371" name="Google Shape;3371;p350" title="cloudflare-logo-png_seeklogo-294312.png"/>
          <p:cNvPicPr preferRelativeResize="0"/>
          <p:nvPr/>
        </p:nvPicPr>
        <p:blipFill>
          <a:blip r:embed="rId3">
            <a:alphaModFix/>
          </a:blip>
          <a:stretch>
            <a:fillRect/>
          </a:stretch>
        </p:blipFill>
        <p:spPr>
          <a:xfrm>
            <a:off x="7007538" y="1986725"/>
            <a:ext cx="1531025" cy="1531025"/>
          </a:xfrm>
          <a:prstGeom prst="rect">
            <a:avLst/>
          </a:prstGeom>
          <a:noFill/>
          <a:ln>
            <a:noFill/>
          </a:ln>
        </p:spPr>
      </p:pic>
      <p:pic>
        <p:nvPicPr>
          <p:cNvPr id="3372" name="Google Shape;3372;p350" title="Frame (4).png"/>
          <p:cNvPicPr preferRelativeResize="0"/>
          <p:nvPr/>
        </p:nvPicPr>
        <p:blipFill>
          <a:blip r:embed="rId4">
            <a:alphaModFix/>
          </a:blip>
          <a:stretch>
            <a:fillRect/>
          </a:stretch>
        </p:blipFill>
        <p:spPr>
          <a:xfrm>
            <a:off x="4822513" y="1919275"/>
            <a:ext cx="1531026" cy="15310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6" name="Shape 3376"/>
        <p:cNvGrpSpPr/>
        <p:nvPr/>
      </p:nvGrpSpPr>
      <p:grpSpPr>
        <a:xfrm>
          <a:off x="0" y="0"/>
          <a:ext cx="0" cy="0"/>
          <a:chOff x="0" y="0"/>
          <a:chExt cx="0" cy="0"/>
        </a:xfrm>
      </p:grpSpPr>
      <p:sp>
        <p:nvSpPr>
          <p:cNvPr id="3377" name="Google Shape;3377;p351"/>
          <p:cNvSpPr/>
          <p:nvPr/>
        </p:nvSpPr>
        <p:spPr>
          <a:xfrm>
            <a:off x="714275"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8" name="Google Shape;3378;p3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Website Roadmap - $7/Month</a:t>
            </a:r>
            <a:endParaRPr/>
          </a:p>
        </p:txBody>
      </p:sp>
      <p:sp>
        <p:nvSpPr>
          <p:cNvPr id="3379" name="Google Shape;3379;p351"/>
          <p:cNvSpPr txBox="1"/>
          <p:nvPr/>
        </p:nvSpPr>
        <p:spPr>
          <a:xfrm>
            <a:off x="858125"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Storage</a:t>
            </a:r>
            <a:endParaRPr sz="1300">
              <a:solidFill>
                <a:srgbClr val="475569"/>
              </a:solidFill>
              <a:latin typeface="Cairo"/>
              <a:ea typeface="Cairo"/>
              <a:cs typeface="Cairo"/>
              <a:sym typeface="Cairo"/>
            </a:endParaRPr>
          </a:p>
        </p:txBody>
      </p:sp>
      <p:sp>
        <p:nvSpPr>
          <p:cNvPr id="3380" name="Google Shape;3380;p351"/>
          <p:cNvSpPr txBox="1"/>
          <p:nvPr/>
        </p:nvSpPr>
        <p:spPr>
          <a:xfrm>
            <a:off x="858125"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R2 free tier</a:t>
            </a:r>
            <a:endParaRPr sz="1100">
              <a:solidFill>
                <a:srgbClr val="475569"/>
              </a:solidFill>
              <a:latin typeface="Cairo"/>
              <a:ea typeface="Cairo"/>
              <a:cs typeface="Cairo"/>
              <a:sym typeface="Cairo"/>
            </a:endParaRPr>
          </a:p>
        </p:txBody>
      </p:sp>
      <p:grpSp>
        <p:nvGrpSpPr>
          <p:cNvPr id="3381" name="Google Shape;3381;p351"/>
          <p:cNvGrpSpPr/>
          <p:nvPr/>
        </p:nvGrpSpPr>
        <p:grpSpPr>
          <a:xfrm>
            <a:off x="2114759" y="1464025"/>
            <a:ext cx="302100" cy="247800"/>
            <a:chOff x="2065709" y="1552575"/>
            <a:chExt cx="302100" cy="247800"/>
          </a:xfrm>
        </p:grpSpPr>
        <p:sp>
          <p:nvSpPr>
            <p:cNvPr id="3382" name="Google Shape;3382;p351"/>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3" name="Google Shape;3383;p351"/>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sp>
        <p:nvSpPr>
          <p:cNvPr id="3384" name="Google Shape;3384;p351"/>
          <p:cNvSpPr/>
          <p:nvPr/>
        </p:nvSpPr>
        <p:spPr>
          <a:xfrm>
            <a:off x="265680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5" name="Google Shape;3385;p351"/>
          <p:cNvSpPr txBox="1"/>
          <p:nvPr/>
        </p:nvSpPr>
        <p:spPr>
          <a:xfrm>
            <a:off x="280065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Backend</a:t>
            </a:r>
            <a:endParaRPr sz="1300">
              <a:solidFill>
                <a:srgbClr val="475569"/>
              </a:solidFill>
              <a:latin typeface="Cairo"/>
              <a:ea typeface="Cairo"/>
              <a:cs typeface="Cairo"/>
              <a:sym typeface="Cairo"/>
            </a:endParaRPr>
          </a:p>
        </p:txBody>
      </p:sp>
      <p:sp>
        <p:nvSpPr>
          <p:cNvPr id="3386" name="Google Shape;3386;p351"/>
          <p:cNvSpPr txBox="1"/>
          <p:nvPr/>
        </p:nvSpPr>
        <p:spPr>
          <a:xfrm>
            <a:off x="280065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Render Starter</a:t>
            </a:r>
            <a:endParaRPr sz="1100">
              <a:solidFill>
                <a:srgbClr val="475569"/>
              </a:solidFill>
              <a:latin typeface="Cairo"/>
              <a:ea typeface="Cairo"/>
              <a:cs typeface="Cairo"/>
              <a:sym typeface="Cairo"/>
            </a:endParaRPr>
          </a:p>
        </p:txBody>
      </p:sp>
      <p:grpSp>
        <p:nvGrpSpPr>
          <p:cNvPr id="3387" name="Google Shape;3387;p351"/>
          <p:cNvGrpSpPr/>
          <p:nvPr/>
        </p:nvGrpSpPr>
        <p:grpSpPr>
          <a:xfrm>
            <a:off x="4057284" y="1464025"/>
            <a:ext cx="302100" cy="247800"/>
            <a:chOff x="2065709" y="1552575"/>
            <a:chExt cx="302100" cy="247800"/>
          </a:xfrm>
        </p:grpSpPr>
        <p:sp>
          <p:nvSpPr>
            <p:cNvPr id="3388" name="Google Shape;3388;p351"/>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9" name="Google Shape;3389;p351"/>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3390" name="Google Shape;3390;p351"/>
          <p:cNvSpPr/>
          <p:nvPr/>
        </p:nvSpPr>
        <p:spPr>
          <a:xfrm>
            <a:off x="46937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1" name="Google Shape;3391;p351"/>
          <p:cNvSpPr txBox="1"/>
          <p:nvPr/>
        </p:nvSpPr>
        <p:spPr>
          <a:xfrm>
            <a:off x="48376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Database</a:t>
            </a:r>
            <a:endParaRPr sz="1300">
              <a:solidFill>
                <a:srgbClr val="475569"/>
              </a:solidFill>
              <a:latin typeface="Cairo"/>
              <a:ea typeface="Cairo"/>
              <a:cs typeface="Cairo"/>
              <a:sym typeface="Cairo"/>
            </a:endParaRPr>
          </a:p>
        </p:txBody>
      </p:sp>
      <p:sp>
        <p:nvSpPr>
          <p:cNvPr id="3392" name="Google Shape;3392;p351"/>
          <p:cNvSpPr txBox="1"/>
          <p:nvPr/>
        </p:nvSpPr>
        <p:spPr>
          <a:xfrm>
            <a:off x="48376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Render Postgres</a:t>
            </a:r>
            <a:endParaRPr sz="1100">
              <a:solidFill>
                <a:srgbClr val="475569"/>
              </a:solidFill>
              <a:latin typeface="Cairo"/>
              <a:ea typeface="Cairo"/>
              <a:cs typeface="Cairo"/>
              <a:sym typeface="Cairo"/>
            </a:endParaRPr>
          </a:p>
        </p:txBody>
      </p:sp>
      <p:grpSp>
        <p:nvGrpSpPr>
          <p:cNvPr id="3393" name="Google Shape;3393;p351"/>
          <p:cNvGrpSpPr/>
          <p:nvPr/>
        </p:nvGrpSpPr>
        <p:grpSpPr>
          <a:xfrm>
            <a:off x="6094234" y="1464025"/>
            <a:ext cx="302100" cy="247800"/>
            <a:chOff x="2065709" y="1552575"/>
            <a:chExt cx="302100" cy="247800"/>
          </a:xfrm>
        </p:grpSpPr>
        <p:sp>
          <p:nvSpPr>
            <p:cNvPr id="3394" name="Google Shape;3394;p351"/>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5" name="Google Shape;3395;p351"/>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grpSp>
      <p:sp>
        <p:nvSpPr>
          <p:cNvPr id="3396" name="Google Shape;3396;p351"/>
          <p:cNvSpPr/>
          <p:nvPr/>
        </p:nvSpPr>
        <p:spPr>
          <a:xfrm>
            <a:off x="68745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7" name="Google Shape;3397;p351"/>
          <p:cNvSpPr txBox="1"/>
          <p:nvPr/>
        </p:nvSpPr>
        <p:spPr>
          <a:xfrm>
            <a:off x="70184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Hosting</a:t>
            </a:r>
            <a:endParaRPr sz="1300">
              <a:solidFill>
                <a:srgbClr val="475569"/>
              </a:solidFill>
              <a:latin typeface="Cairo"/>
              <a:ea typeface="Cairo"/>
              <a:cs typeface="Cairo"/>
              <a:sym typeface="Cairo"/>
            </a:endParaRPr>
          </a:p>
        </p:txBody>
      </p:sp>
      <p:sp>
        <p:nvSpPr>
          <p:cNvPr id="3398" name="Google Shape;3398;p351"/>
          <p:cNvSpPr txBox="1"/>
          <p:nvPr/>
        </p:nvSpPr>
        <p:spPr>
          <a:xfrm>
            <a:off x="70184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Pages</a:t>
            </a:r>
            <a:endParaRPr sz="1100">
              <a:solidFill>
                <a:srgbClr val="475569"/>
              </a:solidFill>
              <a:latin typeface="Cairo"/>
              <a:ea typeface="Cairo"/>
              <a:cs typeface="Cairo"/>
              <a:sym typeface="Cairo"/>
            </a:endParaRPr>
          </a:p>
        </p:txBody>
      </p:sp>
      <p:grpSp>
        <p:nvGrpSpPr>
          <p:cNvPr id="3399" name="Google Shape;3399;p351"/>
          <p:cNvGrpSpPr/>
          <p:nvPr/>
        </p:nvGrpSpPr>
        <p:grpSpPr>
          <a:xfrm>
            <a:off x="8275034" y="1464025"/>
            <a:ext cx="302100" cy="247800"/>
            <a:chOff x="2065709" y="1552575"/>
            <a:chExt cx="302100" cy="247800"/>
          </a:xfrm>
        </p:grpSpPr>
        <p:sp>
          <p:nvSpPr>
            <p:cNvPr id="3400" name="Google Shape;3400;p351"/>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1" name="Google Shape;3401;p351"/>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grpSp>
      <p:pic>
        <p:nvPicPr>
          <p:cNvPr id="3402" name="Google Shape;3402;p351" title="cloudflare-logo-png_seeklogo-294312.png"/>
          <p:cNvPicPr preferRelativeResize="0"/>
          <p:nvPr/>
        </p:nvPicPr>
        <p:blipFill>
          <a:blip r:embed="rId3">
            <a:alphaModFix/>
          </a:blip>
          <a:stretch>
            <a:fillRect/>
          </a:stretch>
        </p:blipFill>
        <p:spPr>
          <a:xfrm>
            <a:off x="847263" y="1986725"/>
            <a:ext cx="1531025" cy="1531025"/>
          </a:xfrm>
          <a:prstGeom prst="rect">
            <a:avLst/>
          </a:prstGeom>
          <a:noFill/>
          <a:ln>
            <a:noFill/>
          </a:ln>
        </p:spPr>
      </p:pic>
      <p:pic>
        <p:nvPicPr>
          <p:cNvPr id="3403" name="Google Shape;3403;p351" title="cloudflare-logo-png_seeklogo-294312.png"/>
          <p:cNvPicPr preferRelativeResize="0"/>
          <p:nvPr/>
        </p:nvPicPr>
        <p:blipFill>
          <a:blip r:embed="rId3">
            <a:alphaModFix/>
          </a:blip>
          <a:stretch>
            <a:fillRect/>
          </a:stretch>
        </p:blipFill>
        <p:spPr>
          <a:xfrm>
            <a:off x="7007538" y="1986725"/>
            <a:ext cx="1531025" cy="1531025"/>
          </a:xfrm>
          <a:prstGeom prst="rect">
            <a:avLst/>
          </a:prstGeom>
          <a:noFill/>
          <a:ln>
            <a:noFill/>
          </a:ln>
        </p:spPr>
      </p:pic>
      <p:pic>
        <p:nvPicPr>
          <p:cNvPr id="3404" name="Google Shape;3404;p351" title="ca9f2eee-43a4-463a-b8d2-23ae5fa5d03f.jpg"/>
          <p:cNvPicPr preferRelativeResize="0"/>
          <p:nvPr/>
        </p:nvPicPr>
        <p:blipFill>
          <a:blip r:embed="rId4">
            <a:alphaModFix/>
          </a:blip>
          <a:stretch>
            <a:fillRect/>
          </a:stretch>
        </p:blipFill>
        <p:spPr>
          <a:xfrm>
            <a:off x="2837013" y="1986738"/>
            <a:ext cx="1531000" cy="1531000"/>
          </a:xfrm>
          <a:prstGeom prst="rect">
            <a:avLst/>
          </a:prstGeom>
          <a:noFill/>
          <a:ln>
            <a:noFill/>
          </a:ln>
        </p:spPr>
      </p:pic>
      <p:pic>
        <p:nvPicPr>
          <p:cNvPr id="3405" name="Google Shape;3405;p351" title="ca9f2eee-43a4-463a-b8d2-23ae5fa5d03f.jpg"/>
          <p:cNvPicPr preferRelativeResize="0"/>
          <p:nvPr/>
        </p:nvPicPr>
        <p:blipFill>
          <a:blip r:embed="rId4">
            <a:alphaModFix/>
          </a:blip>
          <a:stretch>
            <a:fillRect/>
          </a:stretch>
        </p:blipFill>
        <p:spPr>
          <a:xfrm>
            <a:off x="4826738" y="1986725"/>
            <a:ext cx="1531000" cy="1531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9" name="Shape 3409"/>
        <p:cNvGrpSpPr/>
        <p:nvPr/>
      </p:nvGrpSpPr>
      <p:grpSpPr>
        <a:xfrm>
          <a:off x="0" y="0"/>
          <a:ext cx="0" cy="0"/>
          <a:chOff x="0" y="0"/>
          <a:chExt cx="0" cy="0"/>
        </a:xfrm>
      </p:grpSpPr>
      <p:pic>
        <p:nvPicPr>
          <p:cNvPr id="3410" name="Google Shape;3410;p352" title="plan_a_architecture.png"/>
          <p:cNvPicPr preferRelativeResize="0"/>
          <p:nvPr/>
        </p:nvPicPr>
        <p:blipFill>
          <a:blip r:embed="rId3">
            <a:alphaModFix/>
          </a:blip>
          <a:stretch>
            <a:fillRect/>
          </a:stretch>
        </p:blipFill>
        <p:spPr>
          <a:xfrm>
            <a:off x="0" y="42235"/>
            <a:ext cx="9144000" cy="50590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4" name="Shape 3414"/>
        <p:cNvGrpSpPr/>
        <p:nvPr/>
      </p:nvGrpSpPr>
      <p:grpSpPr>
        <a:xfrm>
          <a:off x="0" y="0"/>
          <a:ext cx="0" cy="0"/>
          <a:chOff x="0" y="0"/>
          <a:chExt cx="0" cy="0"/>
        </a:xfrm>
      </p:grpSpPr>
      <p:pic>
        <p:nvPicPr>
          <p:cNvPr id="3415" name="Google Shape;3415;p353" title="plan_b_architecture.png"/>
          <p:cNvPicPr preferRelativeResize="0"/>
          <p:nvPr/>
        </p:nvPicPr>
        <p:blipFill>
          <a:blip r:embed="rId3">
            <a:alphaModFix/>
          </a:blip>
          <a:stretch>
            <a:fillRect/>
          </a:stretch>
        </p:blipFill>
        <p:spPr>
          <a:xfrm>
            <a:off x="152400" y="152400"/>
            <a:ext cx="8745759" cy="48386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9" name="Shape 3419"/>
        <p:cNvGrpSpPr/>
        <p:nvPr/>
      </p:nvGrpSpPr>
      <p:grpSpPr>
        <a:xfrm>
          <a:off x="0" y="0"/>
          <a:ext cx="0" cy="0"/>
          <a:chOff x="0" y="0"/>
          <a:chExt cx="0" cy="0"/>
        </a:xfrm>
      </p:grpSpPr>
      <p:grpSp>
        <p:nvGrpSpPr>
          <p:cNvPr id="3420" name="Google Shape;3420;p354"/>
          <p:cNvGrpSpPr/>
          <p:nvPr/>
        </p:nvGrpSpPr>
        <p:grpSpPr>
          <a:xfrm>
            <a:off x="0" y="0"/>
            <a:ext cx="9144001" cy="5143500"/>
            <a:chOff x="0" y="0"/>
            <a:chExt cx="9144001" cy="5143500"/>
          </a:xfrm>
        </p:grpSpPr>
        <p:pic>
          <p:nvPicPr>
            <p:cNvPr id="3421" name="Google Shape;3421;p354"/>
            <p:cNvPicPr preferRelativeResize="0"/>
            <p:nvPr/>
          </p:nvPicPr>
          <p:blipFill rotWithShape="1">
            <a:blip r:embed="rId3">
              <a:alphaModFix/>
            </a:blip>
            <a:srcRect b="0" l="0" r="0" t="0"/>
            <a:stretch/>
          </p:blipFill>
          <p:spPr>
            <a:xfrm flipH="1" rot="10800000">
              <a:off x="0" y="2052950"/>
              <a:ext cx="4220500" cy="3090550"/>
            </a:xfrm>
            <a:prstGeom prst="rect">
              <a:avLst/>
            </a:prstGeom>
            <a:noFill/>
            <a:ln>
              <a:noFill/>
            </a:ln>
          </p:spPr>
        </p:pic>
        <p:pic>
          <p:nvPicPr>
            <p:cNvPr id="3422" name="Google Shape;3422;p354"/>
            <p:cNvPicPr preferRelativeResize="0"/>
            <p:nvPr/>
          </p:nvPicPr>
          <p:blipFill rotWithShape="1">
            <a:blip r:embed="rId4">
              <a:alphaModFix/>
            </a:blip>
            <a:srcRect b="0" l="0" r="0" t="0"/>
            <a:stretch/>
          </p:blipFill>
          <p:spPr>
            <a:xfrm flipH="1" rot="10800000">
              <a:off x="6764924" y="0"/>
              <a:ext cx="2379077" cy="3237334"/>
            </a:xfrm>
            <a:prstGeom prst="rect">
              <a:avLst/>
            </a:prstGeom>
            <a:noFill/>
            <a:ln>
              <a:noFill/>
            </a:ln>
          </p:spPr>
        </p:pic>
      </p:grpSp>
      <p:grpSp>
        <p:nvGrpSpPr>
          <p:cNvPr id="3423" name="Google Shape;3423;p354"/>
          <p:cNvGrpSpPr/>
          <p:nvPr/>
        </p:nvGrpSpPr>
        <p:grpSpPr>
          <a:xfrm rot="10800000">
            <a:off x="6704226" y="3811697"/>
            <a:ext cx="4574075" cy="3479350"/>
            <a:chOff x="1522650" y="1117750"/>
            <a:chExt cx="4574075" cy="3479350"/>
          </a:xfrm>
        </p:grpSpPr>
        <p:sp>
          <p:nvSpPr>
            <p:cNvPr id="3424" name="Google Shape;3424;p35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5" name="Google Shape;3425;p35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26" name="Google Shape;3426;p354"/>
          <p:cNvSpPr/>
          <p:nvPr/>
        </p:nvSpPr>
        <p:spPr>
          <a:xfrm>
            <a:off x="714375" y="1285875"/>
            <a:ext cx="3667200" cy="3048000"/>
          </a:xfrm>
          <a:prstGeom prst="roundRect">
            <a:avLst>
              <a:gd fmla="val 375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7" name="Google Shape;3427;p354"/>
          <p:cNvSpPr/>
          <p:nvPr/>
        </p:nvSpPr>
        <p:spPr>
          <a:xfrm>
            <a:off x="4667250" y="1285875"/>
            <a:ext cx="3667200" cy="3048000"/>
          </a:xfrm>
          <a:prstGeom prst="roundRect">
            <a:avLst>
              <a:gd fmla="val 375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8" name="Google Shape;3428;p354"/>
          <p:cNvSpPr txBox="1"/>
          <p:nvPr>
            <p:ph type="title"/>
          </p:nvPr>
        </p:nvSpPr>
        <p:spPr>
          <a:xfrm>
            <a:off x="720000" y="445025"/>
            <a:ext cx="7704000" cy="572700"/>
          </a:xfrm>
          <a:prstGeom prst="rect">
            <a:avLst/>
          </a:prstGeom>
          <a:solidFill>
            <a:srgbClr val="000000">
              <a:alpha val="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50">
                <a:solidFill>
                  <a:srgbClr val="241160"/>
                </a:solidFill>
                <a:latin typeface="Space Grotesk"/>
                <a:ea typeface="Space Grotesk"/>
                <a:cs typeface="Space Grotesk"/>
                <a:sym typeface="Space Grotesk"/>
              </a:rPr>
              <a:t>Challenges</a:t>
            </a:r>
            <a:endParaRPr b="1" sz="2550">
              <a:solidFill>
                <a:srgbClr val="241160"/>
              </a:solidFill>
              <a:latin typeface="Space Grotesk"/>
              <a:ea typeface="Space Grotesk"/>
              <a:cs typeface="Space Grotesk"/>
              <a:sym typeface="Space Grotesk"/>
            </a:endParaRPr>
          </a:p>
        </p:txBody>
      </p:sp>
      <p:grpSp>
        <p:nvGrpSpPr>
          <p:cNvPr id="3429" name="Google Shape;3429;p354"/>
          <p:cNvGrpSpPr/>
          <p:nvPr/>
        </p:nvGrpSpPr>
        <p:grpSpPr>
          <a:xfrm>
            <a:off x="3714750" y="1428750"/>
            <a:ext cx="476400" cy="266700"/>
            <a:chOff x="0" y="0"/>
            <a:chExt cx="476400" cy="266700"/>
          </a:xfrm>
        </p:grpSpPr>
        <p:sp>
          <p:nvSpPr>
            <p:cNvPr id="3430" name="Google Shape;3430;p354"/>
            <p:cNvSpPr/>
            <p:nvPr/>
          </p:nvSpPr>
          <p:spPr>
            <a:xfrm>
              <a:off x="0" y="0"/>
              <a:ext cx="476400" cy="2667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1" name="Google Shape;3431;p354"/>
            <p:cNvSpPr txBox="1"/>
            <p:nvPr/>
          </p:nvSpPr>
          <p:spPr>
            <a:xfrm>
              <a:off x="0" y="0"/>
              <a:ext cx="476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grpSp>
        <p:nvGrpSpPr>
          <p:cNvPr id="3432" name="Google Shape;3432;p354"/>
          <p:cNvGrpSpPr/>
          <p:nvPr/>
        </p:nvGrpSpPr>
        <p:grpSpPr>
          <a:xfrm>
            <a:off x="7667625" y="1428750"/>
            <a:ext cx="476400" cy="266700"/>
            <a:chOff x="0" y="0"/>
            <a:chExt cx="476400" cy="266700"/>
          </a:xfrm>
        </p:grpSpPr>
        <p:sp>
          <p:nvSpPr>
            <p:cNvPr id="3433" name="Google Shape;3433;p354"/>
            <p:cNvSpPr/>
            <p:nvPr/>
          </p:nvSpPr>
          <p:spPr>
            <a:xfrm>
              <a:off x="0" y="0"/>
              <a:ext cx="476400" cy="2667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4" name="Google Shape;3434;p354"/>
            <p:cNvSpPr txBox="1"/>
            <p:nvPr/>
          </p:nvSpPr>
          <p:spPr>
            <a:xfrm>
              <a:off x="0" y="0"/>
              <a:ext cx="476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3435" name="Google Shape;3435;p354"/>
          <p:cNvSpPr txBox="1"/>
          <p:nvPr/>
        </p:nvSpPr>
        <p:spPr>
          <a:xfrm>
            <a:off x="952500" y="1476375"/>
            <a:ext cx="2619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solidFill>
                  <a:schemeClr val="accent1"/>
                </a:solidFill>
                <a:latin typeface="Material Icons"/>
                <a:ea typeface="Material Icons"/>
                <a:cs typeface="Material Icons"/>
                <a:sym typeface="Material Icons"/>
              </a:rPr>
              <a:t>wrong_location</a:t>
            </a:r>
            <a:endParaRPr sz="3200">
              <a:solidFill>
                <a:schemeClr val="accent1"/>
              </a:solidFill>
              <a:latin typeface="Material Icons"/>
              <a:ea typeface="Material Icons"/>
              <a:cs typeface="Material Icons"/>
              <a:sym typeface="Material Icons"/>
            </a:endParaRPr>
          </a:p>
          <a:p>
            <a:pPr indent="0" lvl="0" marL="0" rtl="0" algn="l">
              <a:spcBef>
                <a:spcPts val="600"/>
              </a:spcBef>
              <a:spcAft>
                <a:spcPts val="0"/>
              </a:spcAft>
              <a:buNone/>
            </a:pPr>
            <a:r>
              <a:rPr b="1" lang="en" sz="1700">
                <a:solidFill>
                  <a:srgbClr val="241160"/>
                </a:solidFill>
                <a:latin typeface="Space Grotesk"/>
                <a:ea typeface="Space Grotesk"/>
                <a:cs typeface="Space Grotesk"/>
                <a:sym typeface="Space Grotesk"/>
              </a:rPr>
              <a:t>Site Name Discrepancies</a:t>
            </a:r>
            <a:endParaRPr b="1" sz="17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Need to confirm whether Patch Pond vs. Patch Reservoir, Coes Pond vs. Coes Reservoir are two different sites or inconsistent.</a:t>
            </a:r>
            <a:endParaRPr sz="1300">
              <a:solidFill>
                <a:srgbClr val="475569"/>
              </a:solidFill>
              <a:latin typeface="Cairo"/>
              <a:ea typeface="Cairo"/>
              <a:cs typeface="Cairo"/>
              <a:sym typeface="Cairo"/>
            </a:endParaRPr>
          </a:p>
        </p:txBody>
      </p:sp>
      <p:sp>
        <p:nvSpPr>
          <p:cNvPr id="3436" name="Google Shape;3436;p354"/>
          <p:cNvSpPr txBox="1"/>
          <p:nvPr/>
        </p:nvSpPr>
        <p:spPr>
          <a:xfrm>
            <a:off x="4905375" y="1476375"/>
            <a:ext cx="2619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solidFill>
                  <a:schemeClr val="accent2"/>
                </a:solidFill>
                <a:latin typeface="Material Icons"/>
                <a:ea typeface="Material Icons"/>
                <a:cs typeface="Material Icons"/>
                <a:sym typeface="Material Icons"/>
              </a:rPr>
              <a:t>folder_off</a:t>
            </a:r>
            <a:endParaRPr sz="3200">
              <a:solidFill>
                <a:schemeClr val="accent2"/>
              </a:solidFill>
              <a:latin typeface="Material Icons"/>
              <a:ea typeface="Material Icons"/>
              <a:cs typeface="Material Icons"/>
              <a:sym typeface="Material Icons"/>
            </a:endParaRPr>
          </a:p>
          <a:p>
            <a:pPr indent="0" lvl="0" marL="0" rtl="0" algn="l">
              <a:spcBef>
                <a:spcPts val="600"/>
              </a:spcBef>
              <a:spcAft>
                <a:spcPts val="0"/>
              </a:spcAft>
              <a:buNone/>
            </a:pPr>
            <a:r>
              <a:rPr b="1" lang="en" sz="1700">
                <a:solidFill>
                  <a:srgbClr val="241160"/>
                </a:solidFill>
                <a:latin typeface="Space Grotesk"/>
                <a:ea typeface="Space Grotesk"/>
                <a:cs typeface="Space Grotesk"/>
                <a:sym typeface="Space Grotesk"/>
              </a:rPr>
              <a:t>Unprocessed Folders</a:t>
            </a:r>
            <a:endParaRPr b="1" sz="17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43 folders are raw, and therefore inconsistent with the rest.</a:t>
            </a:r>
            <a:endParaRPr sz="1300">
              <a:solidFill>
                <a:srgbClr val="475569"/>
              </a:solidFill>
              <a:latin typeface="Cairo"/>
              <a:ea typeface="Cairo"/>
              <a:cs typeface="Cairo"/>
              <a:sym typeface="Cai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0" name="Shape 3440"/>
        <p:cNvGrpSpPr/>
        <p:nvPr/>
      </p:nvGrpSpPr>
      <p:grpSpPr>
        <a:xfrm>
          <a:off x="0" y="0"/>
          <a:ext cx="0" cy="0"/>
          <a:chOff x="0" y="0"/>
          <a:chExt cx="0" cy="0"/>
        </a:xfrm>
      </p:grpSpPr>
      <p:sp>
        <p:nvSpPr>
          <p:cNvPr id="3441" name="Google Shape;3441;p355"/>
          <p:cNvSpPr txBox="1"/>
          <p:nvPr>
            <p:ph type="title"/>
          </p:nvPr>
        </p:nvSpPr>
        <p:spPr>
          <a:xfrm>
            <a:off x="714375" y="438150"/>
            <a:ext cx="77154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rgbClr val="241160"/>
                </a:solidFill>
                <a:latin typeface="Space Grotesk"/>
                <a:ea typeface="Space Grotesk"/>
                <a:cs typeface="Space Grotesk"/>
                <a:sym typeface="Space Grotesk"/>
              </a:rPr>
              <a:t>Next Steps</a:t>
            </a:r>
            <a:endParaRPr b="1" sz="3000">
              <a:solidFill>
                <a:srgbClr val="241160"/>
              </a:solidFill>
              <a:latin typeface="Space Grotesk"/>
              <a:ea typeface="Space Grotesk"/>
              <a:cs typeface="Space Grotesk"/>
              <a:sym typeface="Space Grotesk"/>
            </a:endParaRPr>
          </a:p>
        </p:txBody>
      </p:sp>
      <p:grpSp>
        <p:nvGrpSpPr>
          <p:cNvPr id="3442" name="Google Shape;3442;p355"/>
          <p:cNvGrpSpPr/>
          <p:nvPr/>
        </p:nvGrpSpPr>
        <p:grpSpPr>
          <a:xfrm>
            <a:off x="714375" y="1285875"/>
            <a:ext cx="1790700" cy="3048000"/>
            <a:chOff x="0" y="0"/>
            <a:chExt cx="1790700" cy="3048000"/>
          </a:xfrm>
        </p:grpSpPr>
        <p:sp>
          <p:nvSpPr>
            <p:cNvPr id="3443" name="Google Shape;3443;p355"/>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4" name="Google Shape;3444;p355"/>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5" name="Google Shape;3445;p355"/>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01</a:t>
              </a:r>
              <a:endParaRPr b="1" sz="1000">
                <a:solidFill>
                  <a:srgbClr val="FFFFFF"/>
                </a:solidFill>
                <a:latin typeface="Space Grotesk"/>
                <a:ea typeface="Space Grotesk"/>
                <a:cs typeface="Space Grotesk"/>
                <a:sym typeface="Space Grotesk"/>
              </a:endParaRPr>
            </a:p>
          </p:txBody>
        </p:sp>
        <p:sp>
          <p:nvSpPr>
            <p:cNvPr id="3446" name="Google Shape;3446;p355"/>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lt2"/>
                  </a:solidFill>
                  <a:latin typeface="Material Icons"/>
                  <a:ea typeface="Material Icons"/>
                  <a:cs typeface="Material Icons"/>
                  <a:sym typeface="Material Icons"/>
                </a:rPr>
                <a:t>dataset</a:t>
              </a:r>
              <a:endParaRPr sz="2800">
                <a:solidFill>
                  <a:schemeClr val="lt2"/>
                </a:solidFill>
                <a:latin typeface="Material Icons"/>
                <a:ea typeface="Material Icons"/>
                <a:cs typeface="Material Icons"/>
                <a:sym typeface="Material Icons"/>
              </a:endParaRPr>
            </a:p>
          </p:txBody>
        </p:sp>
        <p:sp>
          <p:nvSpPr>
            <p:cNvPr id="3447" name="Google Shape;3447;p355"/>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Database Integration</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Begin connecting the database to the current dataset.</a:t>
              </a:r>
              <a:endParaRPr b="0" sz="1100">
                <a:solidFill>
                  <a:srgbClr val="475569"/>
                </a:solidFill>
                <a:latin typeface="Cairo"/>
                <a:ea typeface="Cairo"/>
                <a:cs typeface="Cairo"/>
                <a:sym typeface="Cairo"/>
              </a:endParaRPr>
            </a:p>
          </p:txBody>
        </p:sp>
      </p:grpSp>
      <p:grpSp>
        <p:nvGrpSpPr>
          <p:cNvPr id="3448" name="Google Shape;3448;p355"/>
          <p:cNvGrpSpPr/>
          <p:nvPr/>
        </p:nvGrpSpPr>
        <p:grpSpPr>
          <a:xfrm>
            <a:off x="2686050" y="1285875"/>
            <a:ext cx="1790700" cy="3048000"/>
            <a:chOff x="0" y="0"/>
            <a:chExt cx="1790700" cy="3048000"/>
          </a:xfrm>
        </p:grpSpPr>
        <p:sp>
          <p:nvSpPr>
            <p:cNvPr id="3449" name="Google Shape;3449;p355"/>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0" name="Google Shape;3450;p355"/>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1" name="Google Shape;3451;p355"/>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02</a:t>
              </a:r>
              <a:endParaRPr b="1" sz="1000">
                <a:solidFill>
                  <a:srgbClr val="FFFFFF"/>
                </a:solidFill>
                <a:latin typeface="Space Grotesk"/>
                <a:ea typeface="Space Grotesk"/>
                <a:cs typeface="Space Grotesk"/>
                <a:sym typeface="Space Grotesk"/>
              </a:endParaRPr>
            </a:p>
          </p:txBody>
        </p:sp>
        <p:sp>
          <p:nvSpPr>
            <p:cNvPr id="3452" name="Google Shape;3452;p355"/>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1"/>
                  </a:solidFill>
                  <a:latin typeface="Material Icons"/>
                  <a:ea typeface="Material Icons"/>
                  <a:cs typeface="Material Icons"/>
                  <a:sym typeface="Material Icons"/>
                </a:rPr>
                <a:t>analytics</a:t>
              </a:r>
              <a:endParaRPr sz="2800">
                <a:solidFill>
                  <a:schemeClr val="accent1"/>
                </a:solidFill>
                <a:latin typeface="Material Icons"/>
                <a:ea typeface="Material Icons"/>
                <a:cs typeface="Material Icons"/>
                <a:sym typeface="Material Icons"/>
              </a:endParaRPr>
            </a:p>
          </p:txBody>
        </p:sp>
        <p:sp>
          <p:nvSpPr>
            <p:cNvPr id="3453" name="Google Shape;3453;p355"/>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AI Shift Analysis</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Analyze how AI/trigger modes changed before vs. after 2022 in the data.</a:t>
              </a:r>
              <a:endParaRPr b="0" sz="1100">
                <a:solidFill>
                  <a:srgbClr val="475569"/>
                </a:solidFill>
                <a:latin typeface="Cairo"/>
                <a:ea typeface="Cairo"/>
                <a:cs typeface="Cairo"/>
                <a:sym typeface="Cairo"/>
              </a:endParaRPr>
            </a:p>
          </p:txBody>
        </p:sp>
      </p:grpSp>
      <p:grpSp>
        <p:nvGrpSpPr>
          <p:cNvPr id="3454" name="Google Shape;3454;p355"/>
          <p:cNvGrpSpPr/>
          <p:nvPr/>
        </p:nvGrpSpPr>
        <p:grpSpPr>
          <a:xfrm>
            <a:off x="4657725" y="1285875"/>
            <a:ext cx="1790700" cy="3048000"/>
            <a:chOff x="0" y="0"/>
            <a:chExt cx="1790700" cy="3048000"/>
          </a:xfrm>
        </p:grpSpPr>
        <p:sp>
          <p:nvSpPr>
            <p:cNvPr id="3455" name="Google Shape;3455;p355"/>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6" name="Google Shape;3456;p355"/>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7" name="Google Shape;3457;p355"/>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03</a:t>
              </a:r>
              <a:endParaRPr b="1" sz="1000">
                <a:solidFill>
                  <a:srgbClr val="FFFFFF"/>
                </a:solidFill>
                <a:latin typeface="Space Grotesk"/>
                <a:ea typeface="Space Grotesk"/>
                <a:cs typeface="Space Grotesk"/>
                <a:sym typeface="Space Grotesk"/>
              </a:endParaRPr>
            </a:p>
          </p:txBody>
        </p:sp>
        <p:sp>
          <p:nvSpPr>
            <p:cNvPr id="3458" name="Google Shape;3458;p355"/>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2"/>
                  </a:solidFill>
                  <a:latin typeface="Material Icons"/>
                  <a:ea typeface="Material Icons"/>
                  <a:cs typeface="Material Icons"/>
                  <a:sym typeface="Material Icons"/>
                </a:rPr>
                <a:t>desktop_windows</a:t>
              </a:r>
              <a:endParaRPr sz="2800">
                <a:solidFill>
                  <a:schemeClr val="accent2"/>
                </a:solidFill>
                <a:latin typeface="Material Icons"/>
                <a:ea typeface="Material Icons"/>
                <a:cs typeface="Material Icons"/>
                <a:sym typeface="Material Icons"/>
              </a:endParaRPr>
            </a:p>
          </p:txBody>
        </p:sp>
        <p:sp>
          <p:nvSpPr>
            <p:cNvPr id="3459" name="Google Shape;3459;p355"/>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Visualization Software</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Review Prof. Ahlgren's computer to use the visualization software for data.</a:t>
              </a:r>
              <a:endParaRPr b="0" sz="1100">
                <a:solidFill>
                  <a:srgbClr val="475569"/>
                </a:solidFill>
                <a:latin typeface="Cairo"/>
                <a:ea typeface="Cairo"/>
                <a:cs typeface="Cairo"/>
                <a:sym typeface="Cairo"/>
              </a:endParaRPr>
            </a:p>
          </p:txBody>
        </p:sp>
      </p:grpSp>
      <p:grpSp>
        <p:nvGrpSpPr>
          <p:cNvPr id="3460" name="Google Shape;3460;p355"/>
          <p:cNvGrpSpPr/>
          <p:nvPr/>
        </p:nvGrpSpPr>
        <p:grpSpPr>
          <a:xfrm>
            <a:off x="6629400" y="1285875"/>
            <a:ext cx="1790700" cy="3048000"/>
            <a:chOff x="0" y="0"/>
            <a:chExt cx="1790700" cy="3048000"/>
          </a:xfrm>
        </p:grpSpPr>
        <p:sp>
          <p:nvSpPr>
            <p:cNvPr id="3461" name="Google Shape;3461;p355"/>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2" name="Google Shape;3462;p355"/>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3" name="Google Shape;3463;p355"/>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04</a:t>
              </a:r>
              <a:endParaRPr b="1" sz="1000">
                <a:solidFill>
                  <a:srgbClr val="FFFFFF"/>
                </a:solidFill>
                <a:latin typeface="Space Grotesk"/>
                <a:ea typeface="Space Grotesk"/>
                <a:cs typeface="Space Grotesk"/>
                <a:sym typeface="Space Grotesk"/>
              </a:endParaRPr>
            </a:p>
          </p:txBody>
        </p:sp>
        <p:sp>
          <p:nvSpPr>
            <p:cNvPr id="3464" name="Google Shape;3464;p355"/>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3"/>
                  </a:solidFill>
                  <a:latin typeface="Material Icons"/>
                  <a:ea typeface="Material Icons"/>
                  <a:cs typeface="Material Icons"/>
                  <a:sym typeface="Material Icons"/>
                </a:rPr>
                <a:t>psychology</a:t>
              </a:r>
              <a:endParaRPr sz="2800">
                <a:solidFill>
                  <a:schemeClr val="accent3"/>
                </a:solidFill>
                <a:latin typeface="Material Icons"/>
                <a:ea typeface="Material Icons"/>
                <a:cs typeface="Material Icons"/>
                <a:sym typeface="Material Icons"/>
              </a:endParaRPr>
            </a:p>
          </p:txBody>
        </p:sp>
        <p:sp>
          <p:nvSpPr>
            <p:cNvPr id="3465" name="Google Shape;3465;p355"/>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ML &amp; Labeling Strategy</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Brainstorm a machine learning and labeling approach to the data.</a:t>
              </a:r>
              <a:endParaRPr b="0" sz="1100">
                <a:solidFill>
                  <a:srgbClr val="475569"/>
                </a:solidFill>
                <a:latin typeface="Cairo"/>
                <a:ea typeface="Cairo"/>
                <a:cs typeface="Cairo"/>
                <a:sym typeface="Cair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9" name="Shape 3469"/>
        <p:cNvGrpSpPr/>
        <p:nvPr/>
      </p:nvGrpSpPr>
      <p:grpSpPr>
        <a:xfrm>
          <a:off x="0" y="0"/>
          <a:ext cx="0" cy="0"/>
          <a:chOff x="0" y="0"/>
          <a:chExt cx="0" cy="0"/>
        </a:xfrm>
      </p:grpSpPr>
      <p:sp>
        <p:nvSpPr>
          <p:cNvPr id="3470" name="Google Shape;3470;p356"/>
          <p:cNvSpPr txBox="1"/>
          <p:nvPr>
            <p:ph type="title"/>
          </p:nvPr>
        </p:nvSpPr>
        <p:spPr>
          <a:xfrm>
            <a:off x="1881500" y="1428025"/>
            <a:ext cx="531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Utility of Posters</a:t>
            </a:r>
            <a:endParaRPr sz="4800"/>
          </a:p>
        </p:txBody>
      </p:sp>
      <p:sp>
        <p:nvSpPr>
          <p:cNvPr id="3471" name="Google Shape;3471;p356"/>
          <p:cNvSpPr txBox="1"/>
          <p:nvPr>
            <p:ph idx="1" type="body"/>
          </p:nvPr>
        </p:nvSpPr>
        <p:spPr>
          <a:xfrm>
            <a:off x="3342050" y="2926475"/>
            <a:ext cx="2394300" cy="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Sarina &amp; Nick</a:t>
            </a:r>
            <a:endParaRPr sz="3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5" name="Shape 3475"/>
        <p:cNvGrpSpPr/>
        <p:nvPr/>
      </p:nvGrpSpPr>
      <p:grpSpPr>
        <a:xfrm>
          <a:off x="0" y="0"/>
          <a:ext cx="0" cy="0"/>
          <a:chOff x="0" y="0"/>
          <a:chExt cx="0" cy="0"/>
        </a:xfrm>
      </p:grpSpPr>
      <p:grpSp>
        <p:nvGrpSpPr>
          <p:cNvPr id="3476" name="Google Shape;3476;p357"/>
          <p:cNvGrpSpPr/>
          <p:nvPr/>
        </p:nvGrpSpPr>
        <p:grpSpPr>
          <a:xfrm>
            <a:off x="666730" y="428625"/>
            <a:ext cx="7917938" cy="4286400"/>
            <a:chOff x="666750" y="428625"/>
            <a:chExt cx="3714900" cy="4286400"/>
          </a:xfrm>
        </p:grpSpPr>
        <p:sp>
          <p:nvSpPr>
            <p:cNvPr id="3477" name="Google Shape;3477;p357"/>
            <p:cNvSpPr/>
            <p:nvPr/>
          </p:nvSpPr>
          <p:spPr>
            <a:xfrm>
              <a:off x="666750" y="428625"/>
              <a:ext cx="3714900" cy="4286400"/>
            </a:xfrm>
            <a:prstGeom prst="roundRect">
              <a:avLst>
                <a:gd fmla="val 4102" name="adj"/>
              </a:avLst>
            </a:prstGeom>
            <a:solidFill>
              <a:srgbClr val="FFFFFF">
                <a:alpha val="90000"/>
              </a:srgbClr>
            </a:solidFill>
            <a:ln cap="flat" cmpd="sng" w="19050">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8" name="Google Shape;3478;p357"/>
            <p:cNvSpPr/>
            <p:nvPr/>
          </p:nvSpPr>
          <p:spPr>
            <a:xfrm>
              <a:off x="1975052" y="647700"/>
              <a:ext cx="1047900" cy="362100"/>
            </a:xfrm>
            <a:prstGeom prst="roundRect">
              <a:avLst>
                <a:gd fmla="val 21052" name="adj"/>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9" name="Google Shape;3479;p357"/>
            <p:cNvSpPr txBox="1"/>
            <p:nvPr/>
          </p:nvSpPr>
          <p:spPr>
            <a:xfrm>
              <a:off x="2000252" y="647700"/>
              <a:ext cx="1047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700">
                  <a:solidFill>
                    <a:srgbClr val="15803D"/>
                  </a:solidFill>
                  <a:latin typeface="Space Grotesk"/>
                  <a:ea typeface="Space Grotesk"/>
                  <a:cs typeface="Space Grotesk"/>
                  <a:sym typeface="Space Grotesk"/>
                </a:rPr>
                <a:t>PROS</a:t>
              </a:r>
              <a:endParaRPr b="1" sz="1700">
                <a:solidFill>
                  <a:srgbClr val="15803D"/>
                </a:solidFill>
                <a:latin typeface="Space Grotesk"/>
                <a:ea typeface="Space Grotesk"/>
                <a:cs typeface="Space Grotesk"/>
                <a:sym typeface="Space Grotesk"/>
              </a:endParaRPr>
            </a:p>
          </p:txBody>
        </p:sp>
        <p:sp>
          <p:nvSpPr>
            <p:cNvPr id="3480" name="Google Shape;3480;p357"/>
            <p:cNvSpPr txBox="1"/>
            <p:nvPr/>
          </p:nvSpPr>
          <p:spPr>
            <a:xfrm>
              <a:off x="904875" y="1190625"/>
              <a:ext cx="323850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1700">
                  <a:solidFill>
                    <a:srgbClr val="16A34A"/>
                  </a:solidFill>
                  <a:latin typeface="Cairo"/>
                  <a:ea typeface="Cairo"/>
                  <a:cs typeface="Cairo"/>
                  <a:sym typeface="Cairo"/>
                </a:rPr>
                <a:t>✓ </a:t>
              </a:r>
              <a:r>
                <a:rPr lang="en" sz="1700">
                  <a:solidFill>
                    <a:srgbClr val="241160"/>
                  </a:solidFill>
                  <a:latin typeface="Cairo"/>
                  <a:ea typeface="Cairo"/>
                  <a:cs typeface="Cairo"/>
                  <a:sym typeface="Cairo"/>
                </a:rPr>
                <a:t>Sources of inspiration</a:t>
              </a:r>
              <a:endParaRPr sz="17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700">
                  <a:solidFill>
                    <a:srgbClr val="16A34A"/>
                  </a:solidFill>
                  <a:latin typeface="Cairo"/>
                  <a:ea typeface="Cairo"/>
                  <a:cs typeface="Cairo"/>
                  <a:sym typeface="Cairo"/>
                </a:rPr>
                <a:t>✓ </a:t>
              </a:r>
              <a:r>
                <a:rPr lang="en" sz="1700">
                  <a:solidFill>
                    <a:srgbClr val="241160"/>
                  </a:solidFill>
                  <a:latin typeface="Cairo"/>
                  <a:ea typeface="Cairo"/>
                  <a:cs typeface="Cairo"/>
                  <a:sym typeface="Cairo"/>
                </a:rPr>
                <a:t>Flexibility</a:t>
              </a:r>
              <a:endParaRPr sz="17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700">
                  <a:solidFill>
                    <a:srgbClr val="16A34A"/>
                  </a:solidFill>
                  <a:latin typeface="Cairo"/>
                  <a:ea typeface="Cairo"/>
                  <a:cs typeface="Cairo"/>
                  <a:sym typeface="Cairo"/>
                </a:rPr>
                <a:t>✓ </a:t>
              </a:r>
              <a:r>
                <a:rPr lang="en" sz="1700">
                  <a:solidFill>
                    <a:srgbClr val="241160"/>
                  </a:solidFill>
                  <a:latin typeface="Cairo"/>
                  <a:ea typeface="Cairo"/>
                  <a:cs typeface="Cairo"/>
                  <a:sym typeface="Cairo"/>
                </a:rPr>
                <a:t>Enabling personalization of the conference program</a:t>
              </a:r>
              <a:endParaRPr sz="17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700">
                  <a:solidFill>
                    <a:srgbClr val="16A34A"/>
                  </a:solidFill>
                  <a:latin typeface="Cairo"/>
                  <a:ea typeface="Cairo"/>
                  <a:cs typeface="Cairo"/>
                  <a:sym typeface="Cairo"/>
                </a:rPr>
                <a:t>✓ </a:t>
              </a:r>
              <a:r>
                <a:rPr lang="en" sz="1700">
                  <a:solidFill>
                    <a:srgbClr val="241160"/>
                  </a:solidFill>
                  <a:latin typeface="Cairo"/>
                  <a:ea typeface="Cairo"/>
                  <a:cs typeface="Cairo"/>
                  <a:sym typeface="Cairo"/>
                </a:rPr>
                <a:t>Facilitation of networking</a:t>
              </a:r>
              <a:endParaRPr sz="17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700">
                  <a:solidFill>
                    <a:srgbClr val="16A34A"/>
                  </a:solidFill>
                  <a:latin typeface="Cairo"/>
                  <a:ea typeface="Cairo"/>
                  <a:cs typeface="Cairo"/>
                  <a:sym typeface="Cairo"/>
                </a:rPr>
                <a:t>✓ </a:t>
              </a:r>
              <a:r>
                <a:rPr lang="en" sz="1700">
                  <a:solidFill>
                    <a:srgbClr val="241160"/>
                  </a:solidFill>
                  <a:latin typeface="Cairo"/>
                  <a:ea typeface="Cairo"/>
                  <a:cs typeface="Cairo"/>
                  <a:sym typeface="Cairo"/>
                </a:rPr>
                <a:t>Good for early career presenters</a:t>
              </a:r>
              <a:endParaRPr sz="1700">
                <a:solidFill>
                  <a:srgbClr val="241160"/>
                </a:solidFill>
                <a:latin typeface="Cairo"/>
                <a:ea typeface="Cairo"/>
                <a:cs typeface="Cairo"/>
                <a:sym typeface="Cair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4" name="Shape 3484"/>
        <p:cNvGrpSpPr/>
        <p:nvPr/>
      </p:nvGrpSpPr>
      <p:grpSpPr>
        <a:xfrm>
          <a:off x="0" y="0"/>
          <a:ext cx="0" cy="0"/>
          <a:chOff x="0" y="0"/>
          <a:chExt cx="0" cy="0"/>
        </a:xfrm>
      </p:grpSpPr>
      <p:grpSp>
        <p:nvGrpSpPr>
          <p:cNvPr id="3485" name="Google Shape;3485;p358"/>
          <p:cNvGrpSpPr/>
          <p:nvPr/>
        </p:nvGrpSpPr>
        <p:grpSpPr>
          <a:xfrm>
            <a:off x="670012" y="428550"/>
            <a:ext cx="7985921" cy="4286400"/>
            <a:chOff x="4762500" y="428625"/>
            <a:chExt cx="3714900" cy="4286400"/>
          </a:xfrm>
        </p:grpSpPr>
        <p:sp>
          <p:nvSpPr>
            <p:cNvPr id="3486" name="Google Shape;3486;p358"/>
            <p:cNvSpPr/>
            <p:nvPr/>
          </p:nvSpPr>
          <p:spPr>
            <a:xfrm>
              <a:off x="4762500" y="428625"/>
              <a:ext cx="3714900" cy="4286400"/>
            </a:xfrm>
            <a:prstGeom prst="roundRect">
              <a:avLst>
                <a:gd fmla="val 4102" name="adj"/>
              </a:avLst>
            </a:prstGeom>
            <a:solidFill>
              <a:srgbClr val="FFFFFF">
                <a:alpha val="90000"/>
              </a:srgbClr>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7" name="Google Shape;3487;p358"/>
            <p:cNvSpPr/>
            <p:nvPr/>
          </p:nvSpPr>
          <p:spPr>
            <a:xfrm>
              <a:off x="6053685" y="647700"/>
              <a:ext cx="1047900" cy="362100"/>
            </a:xfrm>
            <a:prstGeom prst="roundRect">
              <a:avLst>
                <a:gd fmla="val 21052"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8" name="Google Shape;3488;p358"/>
            <p:cNvSpPr txBox="1"/>
            <p:nvPr/>
          </p:nvSpPr>
          <p:spPr>
            <a:xfrm>
              <a:off x="6053685" y="647700"/>
              <a:ext cx="1047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700">
                  <a:solidFill>
                    <a:srgbClr val="B91C1C"/>
                  </a:solidFill>
                  <a:latin typeface="Space Grotesk"/>
                  <a:ea typeface="Space Grotesk"/>
                  <a:cs typeface="Space Grotesk"/>
                  <a:sym typeface="Space Grotesk"/>
                </a:rPr>
                <a:t>CONS</a:t>
              </a:r>
              <a:endParaRPr b="1" sz="1700">
                <a:solidFill>
                  <a:srgbClr val="B91C1C"/>
                </a:solidFill>
                <a:latin typeface="Space Grotesk"/>
                <a:ea typeface="Space Grotesk"/>
                <a:cs typeface="Space Grotesk"/>
                <a:sym typeface="Space Grotesk"/>
              </a:endParaRPr>
            </a:p>
          </p:txBody>
        </p:sp>
        <p:sp>
          <p:nvSpPr>
            <p:cNvPr id="3489" name="Google Shape;3489;p358"/>
            <p:cNvSpPr txBox="1"/>
            <p:nvPr/>
          </p:nvSpPr>
          <p:spPr>
            <a:xfrm>
              <a:off x="5000625" y="1190625"/>
              <a:ext cx="323850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1700">
                  <a:solidFill>
                    <a:srgbClr val="DC2626"/>
                  </a:solidFill>
                  <a:latin typeface="Cairo"/>
                  <a:ea typeface="Cairo"/>
                  <a:cs typeface="Cairo"/>
                  <a:sym typeface="Cairo"/>
                </a:rPr>
                <a:t>✕ </a:t>
              </a:r>
              <a:r>
                <a:rPr lang="en" sz="1700">
                  <a:solidFill>
                    <a:srgbClr val="241160"/>
                  </a:solidFill>
                  <a:latin typeface="Cairo"/>
                  <a:ea typeface="Cairo"/>
                  <a:cs typeface="Cairo"/>
                  <a:sym typeface="Cairo"/>
                </a:rPr>
                <a:t>Too little information</a:t>
              </a:r>
              <a:endParaRPr sz="17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700">
                  <a:solidFill>
                    <a:srgbClr val="DC2626"/>
                  </a:solidFill>
                  <a:latin typeface="Cairo"/>
                  <a:ea typeface="Cairo"/>
                  <a:cs typeface="Cairo"/>
                  <a:sym typeface="Cairo"/>
                </a:rPr>
                <a:t>✕ </a:t>
              </a:r>
              <a:r>
                <a:rPr lang="en" sz="1700">
                  <a:solidFill>
                    <a:srgbClr val="241160"/>
                  </a:solidFill>
                  <a:latin typeface="Cairo"/>
                  <a:ea typeface="Cairo"/>
                  <a:cs typeface="Cairo"/>
                  <a:sym typeface="Cairo"/>
                </a:rPr>
                <a:t>Less prestigious than oral presentations</a:t>
              </a:r>
              <a:endParaRPr sz="17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700">
                  <a:solidFill>
                    <a:srgbClr val="DC2626"/>
                  </a:solidFill>
                  <a:latin typeface="Cairo"/>
                  <a:ea typeface="Cairo"/>
                  <a:cs typeface="Cairo"/>
                  <a:sym typeface="Cairo"/>
                </a:rPr>
                <a:t>✕ </a:t>
              </a:r>
              <a:r>
                <a:rPr lang="en" sz="1700">
                  <a:solidFill>
                    <a:srgbClr val="241160"/>
                  </a:solidFill>
                  <a:latin typeface="Cairo"/>
                  <a:ea typeface="Cairo"/>
                  <a:cs typeface="Cairo"/>
                  <a:sym typeface="Cairo"/>
                </a:rPr>
                <a:t>Challenging to prepare</a:t>
              </a:r>
              <a:endParaRPr sz="17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700">
                  <a:solidFill>
                    <a:srgbClr val="DC2626"/>
                  </a:solidFill>
                  <a:latin typeface="Cairo"/>
                  <a:ea typeface="Cairo"/>
                  <a:cs typeface="Cairo"/>
                  <a:sym typeface="Cairo"/>
                </a:rPr>
                <a:t>✕ </a:t>
              </a:r>
              <a:r>
                <a:rPr lang="en" sz="1700">
                  <a:solidFill>
                    <a:srgbClr val="241160"/>
                  </a:solidFill>
                  <a:latin typeface="Cairo"/>
                  <a:ea typeface="Cairo"/>
                  <a:cs typeface="Cairo"/>
                  <a:sym typeface="Cairo"/>
                </a:rPr>
                <a:t>Monopolizing presenter's time at conference</a:t>
              </a:r>
              <a:endParaRPr sz="1700">
                <a:solidFill>
                  <a:srgbClr val="241160"/>
                </a:solidFill>
                <a:latin typeface="Cairo"/>
                <a:ea typeface="Cairo"/>
                <a:cs typeface="Cairo"/>
                <a:sym typeface="Cairo"/>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3" name="Shape 3493"/>
        <p:cNvGrpSpPr/>
        <p:nvPr/>
      </p:nvGrpSpPr>
      <p:grpSpPr>
        <a:xfrm>
          <a:off x="0" y="0"/>
          <a:ext cx="0" cy="0"/>
          <a:chOff x="0" y="0"/>
          <a:chExt cx="0" cy="0"/>
        </a:xfrm>
      </p:grpSpPr>
      <p:sp>
        <p:nvSpPr>
          <p:cNvPr id="3494" name="Google Shape;3494;p359"/>
          <p:cNvSpPr/>
          <p:nvPr/>
        </p:nvSpPr>
        <p:spPr>
          <a:xfrm>
            <a:off x="733664" y="428550"/>
            <a:ext cx="7676700" cy="4286400"/>
          </a:xfrm>
          <a:prstGeom prst="roundRect">
            <a:avLst>
              <a:gd fmla="val 4102" name="adj"/>
            </a:avLst>
          </a:prstGeom>
          <a:solidFill>
            <a:srgbClr val="FFFFFF">
              <a:alpha val="90000"/>
            </a:srgbClr>
          </a:solidFill>
          <a:ln cap="flat" cmpd="sng" w="1905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5" name="Google Shape;3495;p359"/>
          <p:cNvSpPr/>
          <p:nvPr/>
        </p:nvSpPr>
        <p:spPr>
          <a:xfrm>
            <a:off x="1729476" y="524575"/>
            <a:ext cx="5685000" cy="441300"/>
          </a:xfrm>
          <a:prstGeom prst="roundRect">
            <a:avLst>
              <a:gd fmla="val 21052" name="adj"/>
            </a:avLst>
          </a:prstGeom>
          <a:solidFill>
            <a:srgbClr val="01CFE6">
              <a:alpha val="2278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6">
              <a:solidFill>
                <a:schemeClr val="accent3"/>
              </a:solidFill>
            </a:endParaRPr>
          </a:p>
        </p:txBody>
      </p:sp>
      <p:sp>
        <p:nvSpPr>
          <p:cNvPr id="3496" name="Google Shape;3496;p359"/>
          <p:cNvSpPr txBox="1"/>
          <p:nvPr/>
        </p:nvSpPr>
        <p:spPr>
          <a:xfrm>
            <a:off x="1729537" y="524575"/>
            <a:ext cx="5685000" cy="441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25">
                <a:solidFill>
                  <a:schemeClr val="accent3"/>
                </a:solidFill>
                <a:latin typeface="Space Grotesk"/>
                <a:ea typeface="Space Grotesk"/>
                <a:cs typeface="Space Grotesk"/>
                <a:sym typeface="Space Grotesk"/>
              </a:rPr>
              <a:t>Suggestions to Improve</a:t>
            </a:r>
            <a:endParaRPr b="1" sz="3025">
              <a:solidFill>
                <a:schemeClr val="accent3"/>
              </a:solidFill>
              <a:latin typeface="Space Grotesk"/>
              <a:ea typeface="Space Grotesk"/>
              <a:cs typeface="Space Grotesk"/>
              <a:sym typeface="Space Grotesk"/>
            </a:endParaRPr>
          </a:p>
        </p:txBody>
      </p:sp>
      <p:sp>
        <p:nvSpPr>
          <p:cNvPr id="3497" name="Google Shape;3497;p359"/>
          <p:cNvSpPr txBox="1"/>
          <p:nvPr/>
        </p:nvSpPr>
        <p:spPr>
          <a:xfrm>
            <a:off x="961800" y="1163200"/>
            <a:ext cx="669240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Schedule adequate and dedicated viewing time</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 </a:t>
            </a:r>
            <a:r>
              <a:rPr lang="en" sz="2200">
                <a:solidFill>
                  <a:srgbClr val="241160"/>
                </a:solidFill>
                <a:latin typeface="Cairo"/>
                <a:ea typeface="Cairo"/>
                <a:cs typeface="Cairo"/>
                <a:sym typeface="Cairo"/>
              </a:rPr>
              <a:t>Central and prominent hub for the posters</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Provision of an environment conducive to discussion</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Requirement to display contact details</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Show poster abstracts</a:t>
            </a:r>
            <a:endParaRPr sz="2200">
              <a:solidFill>
                <a:srgbClr val="241160"/>
              </a:solidFill>
              <a:latin typeface="Cairo"/>
              <a:ea typeface="Cairo"/>
              <a:cs typeface="Cairo"/>
              <a:sym typeface="Cair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1" name="Shape 3501"/>
        <p:cNvGrpSpPr/>
        <p:nvPr/>
      </p:nvGrpSpPr>
      <p:grpSpPr>
        <a:xfrm>
          <a:off x="0" y="0"/>
          <a:ext cx="0" cy="0"/>
          <a:chOff x="0" y="0"/>
          <a:chExt cx="0" cy="0"/>
        </a:xfrm>
      </p:grpSpPr>
      <p:sp>
        <p:nvSpPr>
          <p:cNvPr id="3502" name="Google Shape;3502;p360"/>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6" name="Shape 3506"/>
        <p:cNvGrpSpPr/>
        <p:nvPr/>
      </p:nvGrpSpPr>
      <p:grpSpPr>
        <a:xfrm>
          <a:off x="0" y="0"/>
          <a:ext cx="0" cy="0"/>
          <a:chOff x="0" y="0"/>
          <a:chExt cx="0" cy="0"/>
        </a:xfrm>
      </p:grpSpPr>
      <p:sp>
        <p:nvSpPr>
          <p:cNvPr id="3507" name="Google Shape;3507;p361"/>
          <p:cNvSpPr txBox="1"/>
          <p:nvPr>
            <p:ph type="title"/>
          </p:nvPr>
        </p:nvSpPr>
        <p:spPr>
          <a:xfrm>
            <a:off x="640125" y="700550"/>
            <a:ext cx="7704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241160"/>
                </a:solidFill>
                <a:latin typeface="Space Grotesk"/>
                <a:ea typeface="Space Grotesk"/>
                <a:cs typeface="Space Grotesk"/>
                <a:sym typeface="Space Grotesk"/>
              </a:rPr>
              <a:t>Progress So Far</a:t>
            </a:r>
            <a:endParaRPr b="1" sz="3200">
              <a:solidFill>
                <a:srgbClr val="241160"/>
              </a:solidFill>
              <a:latin typeface="Space Grotesk"/>
              <a:ea typeface="Space Grotesk"/>
              <a:cs typeface="Space Grotesk"/>
              <a:sym typeface="Space Grotesk"/>
            </a:endParaRPr>
          </a:p>
        </p:txBody>
      </p:sp>
      <p:grpSp>
        <p:nvGrpSpPr>
          <p:cNvPr id="3508" name="Google Shape;3508;p361"/>
          <p:cNvGrpSpPr/>
          <p:nvPr/>
        </p:nvGrpSpPr>
        <p:grpSpPr>
          <a:xfrm>
            <a:off x="640125" y="1300625"/>
            <a:ext cx="7704000" cy="533400"/>
            <a:chOff x="0" y="0"/>
            <a:chExt cx="7704000" cy="533400"/>
          </a:xfrm>
        </p:grpSpPr>
        <p:sp>
          <p:nvSpPr>
            <p:cNvPr id="3509" name="Google Shape;3509;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0" name="Google Shape;3510;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1" name="Google Shape;3511;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01</a:t>
              </a:r>
              <a:endParaRPr b="1" sz="1200">
                <a:solidFill>
                  <a:srgbClr val="241160"/>
                </a:solidFill>
                <a:latin typeface="Space Grotesk"/>
                <a:ea typeface="Space Grotesk"/>
                <a:cs typeface="Space Grotesk"/>
                <a:sym typeface="Space Grotesk"/>
              </a:endParaRPr>
            </a:p>
          </p:txBody>
        </p:sp>
        <p:sp>
          <p:nvSpPr>
            <p:cNvPr id="3512" name="Google Shape;3512;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50">
                  <a:solidFill>
                    <a:srgbClr val="241160"/>
                  </a:solidFill>
                  <a:latin typeface="Cairo"/>
                  <a:ea typeface="Cairo"/>
                  <a:cs typeface="Cairo"/>
                  <a:sym typeface="Cairo"/>
                </a:rPr>
                <a:t>Fixed script to normalize site names and work for cross-platform (mac+windows)</a:t>
              </a:r>
              <a:endParaRPr b="1" sz="1150">
                <a:solidFill>
                  <a:srgbClr val="ED561B"/>
                </a:solidFill>
                <a:latin typeface="Space Grotesk"/>
                <a:ea typeface="Space Grotesk"/>
                <a:cs typeface="Space Grotesk"/>
                <a:sym typeface="Space Grotesk"/>
              </a:endParaRPr>
            </a:p>
          </p:txBody>
        </p:sp>
      </p:grpSp>
      <p:grpSp>
        <p:nvGrpSpPr>
          <p:cNvPr id="3513" name="Google Shape;3513;p361"/>
          <p:cNvGrpSpPr/>
          <p:nvPr/>
        </p:nvGrpSpPr>
        <p:grpSpPr>
          <a:xfrm>
            <a:off x="640125" y="1910225"/>
            <a:ext cx="7704000" cy="533400"/>
            <a:chOff x="0" y="0"/>
            <a:chExt cx="7704000" cy="533400"/>
          </a:xfrm>
        </p:grpSpPr>
        <p:sp>
          <p:nvSpPr>
            <p:cNvPr id="3514" name="Google Shape;3514;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5" name="Google Shape;3515;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6" name="Google Shape;3516;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02</a:t>
              </a:r>
              <a:endParaRPr b="1" sz="1200">
                <a:solidFill>
                  <a:srgbClr val="241160"/>
                </a:solidFill>
                <a:latin typeface="Space Grotesk"/>
                <a:ea typeface="Space Grotesk"/>
                <a:cs typeface="Space Grotesk"/>
                <a:sym typeface="Space Grotesk"/>
              </a:endParaRPr>
            </a:p>
          </p:txBody>
        </p:sp>
        <p:sp>
          <p:nvSpPr>
            <p:cNvPr id="3517" name="Google Shape;3517;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50">
                  <a:solidFill>
                    <a:srgbClr val="241160"/>
                  </a:solidFill>
                  <a:latin typeface="Cairo"/>
                  <a:ea typeface="Cairo"/>
                  <a:cs typeface="Cairo"/>
                  <a:sym typeface="Cairo"/>
                </a:rPr>
                <a:t>Secured the laptop from Prof Ahlgren</a:t>
              </a:r>
              <a:endParaRPr b="1" sz="1150">
                <a:solidFill>
                  <a:srgbClr val="ED561B"/>
                </a:solidFill>
                <a:latin typeface="Space Grotesk"/>
                <a:ea typeface="Space Grotesk"/>
                <a:cs typeface="Space Grotesk"/>
                <a:sym typeface="Space Grotesk"/>
              </a:endParaRPr>
            </a:p>
          </p:txBody>
        </p:sp>
      </p:grpSp>
      <p:grpSp>
        <p:nvGrpSpPr>
          <p:cNvPr id="3518" name="Google Shape;3518;p361"/>
          <p:cNvGrpSpPr/>
          <p:nvPr/>
        </p:nvGrpSpPr>
        <p:grpSpPr>
          <a:xfrm>
            <a:off x="640125" y="2493700"/>
            <a:ext cx="7704000" cy="533400"/>
            <a:chOff x="0" y="0"/>
            <a:chExt cx="7704000" cy="533400"/>
          </a:xfrm>
        </p:grpSpPr>
        <p:sp>
          <p:nvSpPr>
            <p:cNvPr id="3519" name="Google Shape;3519;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0" name="Google Shape;3520;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1" name="Google Shape;3521;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03</a:t>
              </a:r>
              <a:endParaRPr b="1" sz="1200">
                <a:solidFill>
                  <a:srgbClr val="241160"/>
                </a:solidFill>
                <a:latin typeface="Space Grotesk"/>
                <a:ea typeface="Space Grotesk"/>
                <a:cs typeface="Space Grotesk"/>
                <a:sym typeface="Space Grotesk"/>
              </a:endParaRPr>
            </a:p>
          </p:txBody>
        </p:sp>
        <p:sp>
          <p:nvSpPr>
            <p:cNvPr id="3522" name="Google Shape;3522;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50">
                  <a:solidFill>
                    <a:schemeClr val="dk1"/>
                  </a:solidFill>
                  <a:latin typeface="Cairo"/>
                  <a:ea typeface="Cairo"/>
                  <a:cs typeface="Cairo"/>
                  <a:sym typeface="Cairo"/>
                </a:rPr>
                <a:t>Built a labeling page where admins/labelers click images to bulk-apply labels and the dashboard showing overall/per-person progress</a:t>
              </a:r>
              <a:endParaRPr b="1" sz="1150">
                <a:solidFill>
                  <a:srgbClr val="ED561B"/>
                </a:solidFill>
                <a:latin typeface="Space Grotesk"/>
                <a:ea typeface="Space Grotesk"/>
                <a:cs typeface="Space Grotesk"/>
                <a:sym typeface="Space Grotesk"/>
              </a:endParaRPr>
            </a:p>
          </p:txBody>
        </p:sp>
      </p:grpSp>
      <p:grpSp>
        <p:nvGrpSpPr>
          <p:cNvPr id="3523" name="Google Shape;3523;p361"/>
          <p:cNvGrpSpPr/>
          <p:nvPr/>
        </p:nvGrpSpPr>
        <p:grpSpPr>
          <a:xfrm>
            <a:off x="640125" y="3103300"/>
            <a:ext cx="7704000" cy="533400"/>
            <a:chOff x="0" y="0"/>
            <a:chExt cx="7704000" cy="533400"/>
          </a:xfrm>
        </p:grpSpPr>
        <p:sp>
          <p:nvSpPr>
            <p:cNvPr id="3524" name="Google Shape;3524;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5" name="Google Shape;3525;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6" name="Google Shape;3526;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04</a:t>
              </a:r>
              <a:endParaRPr b="1" sz="1200">
                <a:solidFill>
                  <a:srgbClr val="241160"/>
                </a:solidFill>
                <a:latin typeface="Space Grotesk"/>
                <a:ea typeface="Space Grotesk"/>
                <a:cs typeface="Space Grotesk"/>
                <a:sym typeface="Space Grotesk"/>
              </a:endParaRPr>
            </a:p>
          </p:txBody>
        </p:sp>
        <p:sp>
          <p:nvSpPr>
            <p:cNvPr id="3527" name="Google Shape;3527;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50">
                  <a:solidFill>
                    <a:srgbClr val="241160"/>
                  </a:solidFill>
                  <a:latin typeface="Cairo"/>
                  <a:ea typeface="Cairo"/>
                  <a:cs typeface="Cairo"/>
                  <a:sym typeface="Cairo"/>
                </a:rPr>
                <a:t>Added a sign in feature through Supabase and login with google through it’s cloud console</a:t>
              </a:r>
              <a:endParaRPr b="1" sz="1150">
                <a:solidFill>
                  <a:srgbClr val="ED561B"/>
                </a:solidFill>
                <a:latin typeface="Space Grotesk"/>
                <a:ea typeface="Space Grotesk"/>
                <a:cs typeface="Space Grotesk"/>
                <a:sym typeface="Space Grotesk"/>
              </a:endParaRPr>
            </a:p>
          </p:txBody>
        </p:sp>
      </p:grpSp>
      <p:grpSp>
        <p:nvGrpSpPr>
          <p:cNvPr id="3528" name="Google Shape;3528;p361"/>
          <p:cNvGrpSpPr/>
          <p:nvPr/>
        </p:nvGrpSpPr>
        <p:grpSpPr>
          <a:xfrm>
            <a:off x="640125" y="3712900"/>
            <a:ext cx="7704000" cy="533400"/>
            <a:chOff x="0" y="0"/>
            <a:chExt cx="7704000" cy="533400"/>
          </a:xfrm>
        </p:grpSpPr>
        <p:sp>
          <p:nvSpPr>
            <p:cNvPr id="3529" name="Google Shape;3529;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0" name="Google Shape;3530;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1" name="Google Shape;3531;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05</a:t>
              </a:r>
              <a:endParaRPr b="1" sz="1200">
                <a:solidFill>
                  <a:srgbClr val="241160"/>
                </a:solidFill>
                <a:latin typeface="Space Grotesk"/>
                <a:ea typeface="Space Grotesk"/>
                <a:cs typeface="Space Grotesk"/>
                <a:sym typeface="Space Grotesk"/>
              </a:endParaRPr>
            </a:p>
          </p:txBody>
        </p:sp>
        <p:sp>
          <p:nvSpPr>
            <p:cNvPr id="3532" name="Google Shape;3532;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50">
                  <a:solidFill>
                    <a:srgbClr val="241160"/>
                  </a:solidFill>
                  <a:latin typeface="Cairo"/>
                  <a:ea typeface="Cairo"/>
                  <a:cs typeface="Cairo"/>
                  <a:sym typeface="Cairo"/>
                </a:rPr>
                <a:t>Dashboard</a:t>
              </a:r>
              <a:r>
                <a:rPr b="0" lang="en" sz="1150">
                  <a:solidFill>
                    <a:srgbClr val="241160"/>
                  </a:solidFill>
                  <a:latin typeface="Cairo"/>
                  <a:ea typeface="Cairo"/>
                  <a:cs typeface="Cairo"/>
                  <a:sym typeface="Cairo"/>
                </a:rPr>
                <a:t> </a:t>
              </a:r>
              <a:r>
                <a:rPr lang="en" sz="1150">
                  <a:solidFill>
                    <a:srgbClr val="241160"/>
                  </a:solidFill>
                  <a:latin typeface="Cairo"/>
                  <a:ea typeface="Cairo"/>
                  <a:cs typeface="Cairo"/>
                  <a:sym typeface="Cairo"/>
                </a:rPr>
                <a:t>now </a:t>
              </a:r>
              <a:r>
                <a:rPr b="0" lang="en" sz="1150">
                  <a:solidFill>
                    <a:srgbClr val="241160"/>
                  </a:solidFill>
                  <a:latin typeface="Cairo"/>
                  <a:ea typeface="Cairo"/>
                  <a:cs typeface="Cairo"/>
                  <a:sym typeface="Cairo"/>
                </a:rPr>
                <a:t>pulls from supabase instead instead of </a:t>
              </a:r>
              <a:r>
                <a:rPr lang="en" sz="1150">
                  <a:solidFill>
                    <a:srgbClr val="241160"/>
                  </a:solidFill>
                  <a:latin typeface="Cairo"/>
                  <a:ea typeface="Cairo"/>
                  <a:cs typeface="Cairo"/>
                  <a:sym typeface="Cairo"/>
                </a:rPr>
                <a:t>local </a:t>
              </a:r>
              <a:r>
                <a:rPr b="0" lang="en" sz="1150">
                  <a:solidFill>
                    <a:srgbClr val="241160"/>
                  </a:solidFill>
                  <a:latin typeface="Cairo"/>
                  <a:ea typeface="Cairo"/>
                  <a:cs typeface="Cairo"/>
                  <a:sym typeface="Cairo"/>
                </a:rPr>
                <a:t>files</a:t>
              </a:r>
              <a:endParaRPr b="1" sz="1150">
                <a:solidFill>
                  <a:srgbClr val="ED561B"/>
                </a:solidFill>
                <a:latin typeface="Space Grotesk"/>
                <a:ea typeface="Space Grotesk"/>
                <a:cs typeface="Space Grotesk"/>
                <a:sym typeface="Space Grotesk"/>
              </a:endParaRPr>
            </a:p>
          </p:txBody>
        </p:sp>
      </p:grpSp>
      <p:grpSp>
        <p:nvGrpSpPr>
          <p:cNvPr id="3533" name="Google Shape;3533;p361"/>
          <p:cNvGrpSpPr/>
          <p:nvPr/>
        </p:nvGrpSpPr>
        <p:grpSpPr>
          <a:xfrm>
            <a:off x="640125" y="4322500"/>
            <a:ext cx="7704000" cy="533400"/>
            <a:chOff x="0" y="0"/>
            <a:chExt cx="7704000" cy="533400"/>
          </a:xfrm>
        </p:grpSpPr>
        <p:sp>
          <p:nvSpPr>
            <p:cNvPr id="3534" name="Google Shape;3534;p361"/>
            <p:cNvSpPr/>
            <p:nvPr/>
          </p:nvSpPr>
          <p:spPr>
            <a:xfrm>
              <a:off x="0" y="0"/>
              <a:ext cx="7704000" cy="533400"/>
            </a:xfrm>
            <a:prstGeom prst="roundRect">
              <a:avLst>
                <a:gd fmla="val 21428" name="adj"/>
              </a:avLst>
            </a:prstGeom>
            <a:solidFill>
              <a:srgbClr val="FFFFFF">
                <a:alpha val="92000"/>
              </a:srgbClr>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5" name="Google Shape;3535;p361"/>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6" name="Google Shape;3536;p361"/>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241160"/>
                  </a:solidFill>
                  <a:latin typeface="Space Grotesk"/>
                  <a:ea typeface="Space Grotesk"/>
                  <a:cs typeface="Space Grotesk"/>
                  <a:sym typeface="Space Grotesk"/>
                </a:rPr>
                <a:t>06</a:t>
              </a:r>
              <a:endParaRPr b="1" sz="1200">
                <a:solidFill>
                  <a:srgbClr val="241160"/>
                </a:solidFill>
                <a:latin typeface="Space Grotesk"/>
                <a:ea typeface="Space Grotesk"/>
                <a:cs typeface="Space Grotesk"/>
                <a:sym typeface="Space Grotesk"/>
              </a:endParaRPr>
            </a:p>
          </p:txBody>
        </p:sp>
        <p:sp>
          <p:nvSpPr>
            <p:cNvPr id="3537" name="Google Shape;3537;p361"/>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50">
                  <a:solidFill>
                    <a:schemeClr val="dk1"/>
                  </a:solidFill>
                  <a:latin typeface="Cairo"/>
                  <a:ea typeface="Cairo"/>
                  <a:cs typeface="Cairo"/>
                  <a:sym typeface="Cairo"/>
                </a:rPr>
                <a:t>Cloudflare hosted now running on https://water-sample-dashboard.pages.dev/</a:t>
              </a:r>
              <a:endParaRPr b="1" sz="1150">
                <a:solidFill>
                  <a:srgbClr val="ED561B"/>
                </a:solidFill>
                <a:latin typeface="Space Grotesk"/>
                <a:ea typeface="Space Grotesk"/>
                <a:cs typeface="Space Grotesk"/>
                <a:sym typeface="Space Grotesk"/>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id="3542" name="Google Shape;3542;p362"/>
          <p:cNvSpPr txBox="1"/>
          <p:nvPr>
            <p:ph type="title"/>
          </p:nvPr>
        </p:nvSpPr>
        <p:spPr>
          <a:xfrm>
            <a:off x="720000" y="745100"/>
            <a:ext cx="7704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241160"/>
                </a:solidFill>
                <a:latin typeface="Space Grotesk"/>
                <a:ea typeface="Space Grotesk"/>
                <a:cs typeface="Space Grotesk"/>
                <a:sym typeface="Space Grotesk"/>
              </a:rPr>
              <a:t>Challenges</a:t>
            </a:r>
            <a:endParaRPr b="1" sz="3200">
              <a:solidFill>
                <a:srgbClr val="241160"/>
              </a:solidFill>
              <a:latin typeface="Space Grotesk"/>
              <a:ea typeface="Space Grotesk"/>
              <a:cs typeface="Space Grotesk"/>
              <a:sym typeface="Space Grotesk"/>
            </a:endParaRPr>
          </a:p>
        </p:txBody>
      </p:sp>
      <p:grpSp>
        <p:nvGrpSpPr>
          <p:cNvPr id="3543" name="Google Shape;3543;p362"/>
          <p:cNvGrpSpPr/>
          <p:nvPr/>
        </p:nvGrpSpPr>
        <p:grpSpPr>
          <a:xfrm>
            <a:off x="720000" y="1345175"/>
            <a:ext cx="7704000" cy="644614"/>
            <a:chOff x="0" y="0"/>
            <a:chExt cx="7704000" cy="533400"/>
          </a:xfrm>
        </p:grpSpPr>
        <p:sp>
          <p:nvSpPr>
            <p:cNvPr id="3544" name="Google Shape;3544;p362"/>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5" name="Google Shape;3545;p362"/>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6" name="Google Shape;3546;p362"/>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01</a:t>
              </a:r>
              <a:endParaRPr b="1" sz="1450">
                <a:solidFill>
                  <a:srgbClr val="241160"/>
                </a:solidFill>
                <a:latin typeface="Space Grotesk"/>
                <a:ea typeface="Space Grotesk"/>
                <a:cs typeface="Space Grotesk"/>
                <a:sym typeface="Space Grotesk"/>
              </a:endParaRPr>
            </a:p>
          </p:txBody>
        </p:sp>
        <p:sp>
          <p:nvSpPr>
            <p:cNvPr id="3547" name="Google Shape;3547;p362"/>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Connecting to Github to Cloudflare</a:t>
              </a:r>
              <a:endParaRPr b="1" sz="1390">
                <a:solidFill>
                  <a:srgbClr val="ED561B"/>
                </a:solidFill>
                <a:latin typeface="Space Grotesk"/>
                <a:ea typeface="Space Grotesk"/>
                <a:cs typeface="Space Grotesk"/>
                <a:sym typeface="Space Grotesk"/>
              </a:endParaRPr>
            </a:p>
          </p:txBody>
        </p:sp>
      </p:grpSp>
      <p:grpSp>
        <p:nvGrpSpPr>
          <p:cNvPr id="3548" name="Google Shape;3548;p362"/>
          <p:cNvGrpSpPr/>
          <p:nvPr/>
        </p:nvGrpSpPr>
        <p:grpSpPr>
          <a:xfrm>
            <a:off x="720000" y="2081870"/>
            <a:ext cx="7704000" cy="644614"/>
            <a:chOff x="0" y="0"/>
            <a:chExt cx="7704000" cy="533400"/>
          </a:xfrm>
        </p:grpSpPr>
        <p:sp>
          <p:nvSpPr>
            <p:cNvPr id="3549" name="Google Shape;3549;p362"/>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0" name="Google Shape;3550;p362"/>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1" name="Google Shape;3551;p362"/>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02</a:t>
              </a:r>
              <a:endParaRPr b="1" sz="1450">
                <a:solidFill>
                  <a:srgbClr val="241160"/>
                </a:solidFill>
                <a:latin typeface="Space Grotesk"/>
                <a:ea typeface="Space Grotesk"/>
                <a:cs typeface="Space Grotesk"/>
                <a:sym typeface="Space Grotesk"/>
              </a:endParaRPr>
            </a:p>
          </p:txBody>
        </p:sp>
        <p:sp>
          <p:nvSpPr>
            <p:cNvPr id="3552" name="Google Shape;3552;p362"/>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Supabase had an error till noon</a:t>
              </a:r>
              <a:endParaRPr b="1" sz="1390">
                <a:solidFill>
                  <a:srgbClr val="ED561B"/>
                </a:solidFill>
                <a:latin typeface="Space Grotesk"/>
                <a:ea typeface="Space Grotesk"/>
                <a:cs typeface="Space Grotesk"/>
                <a:sym typeface="Space Grotesk"/>
              </a:endParaRPr>
            </a:p>
          </p:txBody>
        </p:sp>
      </p:grpSp>
      <p:grpSp>
        <p:nvGrpSpPr>
          <p:cNvPr id="3553" name="Google Shape;3553;p362"/>
          <p:cNvGrpSpPr/>
          <p:nvPr/>
        </p:nvGrpSpPr>
        <p:grpSpPr>
          <a:xfrm>
            <a:off x="720000" y="2786993"/>
            <a:ext cx="7704000" cy="644614"/>
            <a:chOff x="0" y="0"/>
            <a:chExt cx="7704000" cy="533400"/>
          </a:xfrm>
        </p:grpSpPr>
        <p:sp>
          <p:nvSpPr>
            <p:cNvPr id="3554" name="Google Shape;3554;p362"/>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5" name="Google Shape;3555;p362"/>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6" name="Google Shape;3556;p362"/>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03</a:t>
              </a:r>
              <a:endParaRPr b="1" sz="1450">
                <a:solidFill>
                  <a:srgbClr val="241160"/>
                </a:solidFill>
                <a:latin typeface="Space Grotesk"/>
                <a:ea typeface="Space Grotesk"/>
                <a:cs typeface="Space Grotesk"/>
                <a:sym typeface="Space Grotesk"/>
              </a:endParaRPr>
            </a:p>
          </p:txBody>
        </p:sp>
        <p:sp>
          <p:nvSpPr>
            <p:cNvPr id="3557" name="Google Shape;3557;p362"/>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Cloudflare initially failed to launch/host the dashboard</a:t>
              </a:r>
              <a:endParaRPr b="1" sz="1390">
                <a:solidFill>
                  <a:srgbClr val="ED561B"/>
                </a:solidFill>
                <a:latin typeface="Space Grotesk"/>
                <a:ea typeface="Space Grotesk"/>
                <a:cs typeface="Space Grotesk"/>
                <a:sym typeface="Space Grotesk"/>
              </a:endParaRPr>
            </a:p>
          </p:txBody>
        </p:sp>
      </p:grpSp>
      <p:grpSp>
        <p:nvGrpSpPr>
          <p:cNvPr id="3558" name="Google Shape;3558;p362"/>
          <p:cNvGrpSpPr/>
          <p:nvPr/>
        </p:nvGrpSpPr>
        <p:grpSpPr>
          <a:xfrm>
            <a:off x="720000" y="3523687"/>
            <a:ext cx="7704000" cy="644614"/>
            <a:chOff x="0" y="0"/>
            <a:chExt cx="7704000" cy="533400"/>
          </a:xfrm>
        </p:grpSpPr>
        <p:sp>
          <p:nvSpPr>
            <p:cNvPr id="3559" name="Google Shape;3559;p362"/>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0" name="Google Shape;3560;p362"/>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1" name="Google Shape;3561;p362"/>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04</a:t>
              </a:r>
              <a:endParaRPr b="1" sz="1450">
                <a:solidFill>
                  <a:srgbClr val="241160"/>
                </a:solidFill>
                <a:latin typeface="Space Grotesk"/>
                <a:ea typeface="Space Grotesk"/>
                <a:cs typeface="Space Grotesk"/>
                <a:sym typeface="Space Grotesk"/>
              </a:endParaRPr>
            </a:p>
          </p:txBody>
        </p:sp>
        <p:sp>
          <p:nvSpPr>
            <p:cNvPr id="3562" name="Google Shape;3562;p362"/>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Github had a problem merging ‘host’ branch to ‘main’</a:t>
              </a:r>
              <a:endParaRPr b="1" sz="1390">
                <a:solidFill>
                  <a:srgbClr val="ED561B"/>
                </a:solidFill>
                <a:latin typeface="Space Grotesk"/>
                <a:ea typeface="Space Grotesk"/>
                <a:cs typeface="Space Grotesk"/>
                <a:sym typeface="Space Grotesk"/>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6" name="Shape 3566"/>
        <p:cNvGrpSpPr/>
        <p:nvPr/>
      </p:nvGrpSpPr>
      <p:grpSpPr>
        <a:xfrm>
          <a:off x="0" y="0"/>
          <a:ext cx="0" cy="0"/>
          <a:chOff x="0" y="0"/>
          <a:chExt cx="0" cy="0"/>
        </a:xfrm>
      </p:grpSpPr>
      <p:sp>
        <p:nvSpPr>
          <p:cNvPr id="3567" name="Google Shape;3567;p363"/>
          <p:cNvSpPr txBox="1"/>
          <p:nvPr>
            <p:ph type="title"/>
          </p:nvPr>
        </p:nvSpPr>
        <p:spPr>
          <a:xfrm>
            <a:off x="720000" y="745100"/>
            <a:ext cx="7704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241160"/>
                </a:solidFill>
                <a:latin typeface="Space Grotesk"/>
                <a:ea typeface="Space Grotesk"/>
                <a:cs typeface="Space Grotesk"/>
                <a:sym typeface="Space Grotesk"/>
              </a:rPr>
              <a:t>Next Steps</a:t>
            </a:r>
            <a:endParaRPr b="1" sz="3200">
              <a:solidFill>
                <a:srgbClr val="241160"/>
              </a:solidFill>
              <a:latin typeface="Space Grotesk"/>
              <a:ea typeface="Space Grotesk"/>
              <a:cs typeface="Space Grotesk"/>
              <a:sym typeface="Space Grotesk"/>
            </a:endParaRPr>
          </a:p>
        </p:txBody>
      </p:sp>
      <p:grpSp>
        <p:nvGrpSpPr>
          <p:cNvPr id="3568" name="Google Shape;3568;p363"/>
          <p:cNvGrpSpPr/>
          <p:nvPr/>
        </p:nvGrpSpPr>
        <p:grpSpPr>
          <a:xfrm>
            <a:off x="720000" y="1345175"/>
            <a:ext cx="7704000" cy="644614"/>
            <a:chOff x="0" y="0"/>
            <a:chExt cx="7704000" cy="533400"/>
          </a:xfrm>
        </p:grpSpPr>
        <p:sp>
          <p:nvSpPr>
            <p:cNvPr id="3569" name="Google Shape;3569;p363"/>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0" name="Google Shape;3570;p363"/>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1" name="Google Shape;3571;p363"/>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01</a:t>
              </a:r>
              <a:endParaRPr b="1" sz="1450">
                <a:solidFill>
                  <a:srgbClr val="241160"/>
                </a:solidFill>
                <a:latin typeface="Space Grotesk"/>
                <a:ea typeface="Space Grotesk"/>
                <a:cs typeface="Space Grotesk"/>
                <a:sym typeface="Space Grotesk"/>
              </a:endParaRPr>
            </a:p>
          </p:txBody>
        </p:sp>
        <p:sp>
          <p:nvSpPr>
            <p:cNvPr id="3572" name="Google Shape;3572;p363"/>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Have Cloudflare pull from original repo</a:t>
              </a:r>
              <a:endParaRPr b="1" sz="1390">
                <a:solidFill>
                  <a:srgbClr val="ED561B"/>
                </a:solidFill>
                <a:latin typeface="Space Grotesk"/>
                <a:ea typeface="Space Grotesk"/>
                <a:cs typeface="Space Grotesk"/>
                <a:sym typeface="Space Grotesk"/>
              </a:endParaRPr>
            </a:p>
          </p:txBody>
        </p:sp>
      </p:grpSp>
      <p:grpSp>
        <p:nvGrpSpPr>
          <p:cNvPr id="3573" name="Google Shape;3573;p363"/>
          <p:cNvGrpSpPr/>
          <p:nvPr/>
        </p:nvGrpSpPr>
        <p:grpSpPr>
          <a:xfrm>
            <a:off x="720000" y="2081870"/>
            <a:ext cx="7704000" cy="644614"/>
            <a:chOff x="0" y="0"/>
            <a:chExt cx="7704000" cy="533400"/>
          </a:xfrm>
        </p:grpSpPr>
        <p:sp>
          <p:nvSpPr>
            <p:cNvPr id="3574" name="Google Shape;3574;p363"/>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5" name="Google Shape;3575;p363"/>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6" name="Google Shape;3576;p363"/>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02</a:t>
              </a:r>
              <a:endParaRPr b="1" sz="1450">
                <a:solidFill>
                  <a:srgbClr val="241160"/>
                </a:solidFill>
                <a:latin typeface="Space Grotesk"/>
                <a:ea typeface="Space Grotesk"/>
                <a:cs typeface="Space Grotesk"/>
                <a:sym typeface="Space Grotesk"/>
              </a:endParaRPr>
            </a:p>
          </p:txBody>
        </p:sp>
        <p:sp>
          <p:nvSpPr>
            <p:cNvPr id="3577" name="Google Shape;3577;p363"/>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Talk to Professor Ahlgren about publicly of images and dashboard</a:t>
              </a:r>
              <a:endParaRPr b="1" sz="1390">
                <a:solidFill>
                  <a:srgbClr val="ED561B"/>
                </a:solidFill>
                <a:latin typeface="Space Grotesk"/>
                <a:ea typeface="Space Grotesk"/>
                <a:cs typeface="Space Grotesk"/>
                <a:sym typeface="Space Grotesk"/>
              </a:endParaRPr>
            </a:p>
          </p:txBody>
        </p:sp>
      </p:grpSp>
      <p:grpSp>
        <p:nvGrpSpPr>
          <p:cNvPr id="3578" name="Google Shape;3578;p363"/>
          <p:cNvGrpSpPr/>
          <p:nvPr/>
        </p:nvGrpSpPr>
        <p:grpSpPr>
          <a:xfrm>
            <a:off x="720000" y="2786993"/>
            <a:ext cx="7704000" cy="644614"/>
            <a:chOff x="0" y="0"/>
            <a:chExt cx="7704000" cy="533400"/>
          </a:xfrm>
        </p:grpSpPr>
        <p:sp>
          <p:nvSpPr>
            <p:cNvPr id="3579" name="Google Shape;3579;p363"/>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0" name="Google Shape;3580;p363"/>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1" name="Google Shape;3581;p363"/>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03</a:t>
              </a:r>
              <a:endParaRPr b="1" sz="1450">
                <a:solidFill>
                  <a:srgbClr val="241160"/>
                </a:solidFill>
                <a:latin typeface="Space Grotesk"/>
                <a:ea typeface="Space Grotesk"/>
                <a:cs typeface="Space Grotesk"/>
                <a:sym typeface="Space Grotesk"/>
              </a:endParaRPr>
            </a:p>
          </p:txBody>
        </p:sp>
        <p:sp>
          <p:nvSpPr>
            <p:cNvPr id="3582" name="Google Shape;3582;p363"/>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Perfect the labelling feature</a:t>
              </a:r>
              <a:endParaRPr b="1" sz="1390">
                <a:solidFill>
                  <a:srgbClr val="ED561B"/>
                </a:solidFill>
                <a:latin typeface="Space Grotesk"/>
                <a:ea typeface="Space Grotesk"/>
                <a:cs typeface="Space Grotesk"/>
                <a:sym typeface="Space Grotesk"/>
              </a:endParaRPr>
            </a:p>
          </p:txBody>
        </p:sp>
      </p:grpSp>
      <p:grpSp>
        <p:nvGrpSpPr>
          <p:cNvPr id="3583" name="Google Shape;3583;p363"/>
          <p:cNvGrpSpPr/>
          <p:nvPr/>
        </p:nvGrpSpPr>
        <p:grpSpPr>
          <a:xfrm>
            <a:off x="720000" y="3523687"/>
            <a:ext cx="7704000" cy="644614"/>
            <a:chOff x="0" y="0"/>
            <a:chExt cx="7704000" cy="533400"/>
          </a:xfrm>
        </p:grpSpPr>
        <p:sp>
          <p:nvSpPr>
            <p:cNvPr id="3584" name="Google Shape;3584;p363"/>
            <p:cNvSpPr/>
            <p:nvPr/>
          </p:nvSpPr>
          <p:spPr>
            <a:xfrm>
              <a:off x="0" y="0"/>
              <a:ext cx="7704000" cy="533400"/>
            </a:xfrm>
            <a:prstGeom prst="roundRect">
              <a:avLst>
                <a:gd fmla="val 21428" name="adj"/>
              </a:avLst>
            </a:prstGeom>
            <a:solidFill>
              <a:srgbClr val="FFFFFF">
                <a:alpha val="92000"/>
              </a:srgbClr>
            </a:solidFill>
            <a:ln cap="flat" cmpd="sng" w="17275">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5" name="Google Shape;3585;p363"/>
            <p:cNvSpPr/>
            <p:nvPr/>
          </p:nvSpPr>
          <p:spPr>
            <a:xfrm>
              <a:off x="114300" y="76200"/>
              <a:ext cx="381000" cy="381000"/>
            </a:xfrm>
            <a:prstGeom prst="roundRect">
              <a:avLst>
                <a:gd fmla="val 25000" name="adj"/>
              </a:avLst>
            </a:prstGeom>
            <a:solidFill>
              <a:srgbClr val="01CFE6">
                <a:alpha val="1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6" name="Google Shape;3586;p363"/>
            <p:cNvSpPr txBox="1"/>
            <p:nvPr/>
          </p:nvSpPr>
          <p:spPr>
            <a:xfrm>
              <a:off x="114300" y="762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50">
                  <a:solidFill>
                    <a:srgbClr val="241160"/>
                  </a:solidFill>
                  <a:latin typeface="Space Grotesk"/>
                  <a:ea typeface="Space Grotesk"/>
                  <a:cs typeface="Space Grotesk"/>
                  <a:sym typeface="Space Grotesk"/>
                </a:rPr>
                <a:t>04</a:t>
              </a:r>
              <a:endParaRPr b="1" sz="1450">
                <a:solidFill>
                  <a:srgbClr val="241160"/>
                </a:solidFill>
                <a:latin typeface="Space Grotesk"/>
                <a:ea typeface="Space Grotesk"/>
                <a:cs typeface="Space Grotesk"/>
                <a:sym typeface="Space Grotesk"/>
              </a:endParaRPr>
            </a:p>
          </p:txBody>
        </p:sp>
        <p:sp>
          <p:nvSpPr>
            <p:cNvPr id="3587" name="Google Shape;3587;p363"/>
            <p:cNvSpPr txBox="1"/>
            <p:nvPr/>
          </p:nvSpPr>
          <p:spPr>
            <a:xfrm>
              <a:off x="609600" y="0"/>
              <a:ext cx="6953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90">
                  <a:solidFill>
                    <a:srgbClr val="241160"/>
                  </a:solidFill>
                  <a:latin typeface="Cairo"/>
                  <a:ea typeface="Cairo"/>
                  <a:cs typeface="Cairo"/>
                  <a:sym typeface="Cairo"/>
                </a:rPr>
                <a:t>Create a request role feature</a:t>
              </a:r>
              <a:endParaRPr b="1" sz="1390">
                <a:solidFill>
                  <a:srgbClr val="ED561B"/>
                </a:solidFill>
                <a:latin typeface="Space Grotesk"/>
                <a:ea typeface="Space Grotesk"/>
                <a:cs typeface="Space Grotesk"/>
                <a:sym typeface="Space Grotesk"/>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1" name="Shape 3591"/>
        <p:cNvGrpSpPr/>
        <p:nvPr/>
      </p:nvGrpSpPr>
      <p:grpSpPr>
        <a:xfrm>
          <a:off x="0" y="0"/>
          <a:ext cx="0" cy="0"/>
          <a:chOff x="0" y="0"/>
          <a:chExt cx="0" cy="0"/>
        </a:xfrm>
      </p:grpSpPr>
      <p:sp>
        <p:nvSpPr>
          <p:cNvPr id="3592" name="Google Shape;3592;p364"/>
          <p:cNvSpPr/>
          <p:nvPr>
            <p:ph idx="2" type="pic"/>
          </p:nvPr>
        </p:nvSpPr>
        <p:spPr>
          <a:xfrm>
            <a:off x="0" y="0"/>
            <a:ext cx="9144000" cy="5143500"/>
          </a:xfrm>
          <a:prstGeom prst="rect">
            <a:avLst/>
          </a:prstGeom>
        </p:spPr>
      </p:sp>
      <p:sp>
        <p:nvSpPr>
          <p:cNvPr id="3593" name="Google Shape;3593;p364"/>
          <p:cNvSpPr txBox="1"/>
          <p:nvPr>
            <p:ph type="title"/>
          </p:nvPr>
        </p:nvSpPr>
        <p:spPr>
          <a:xfrm>
            <a:off x="720000" y="2803450"/>
            <a:ext cx="7609200" cy="123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Paper Talk: A FlowCam Image Pipeline</a:t>
            </a:r>
            <a:endParaRPr/>
          </a:p>
        </p:txBody>
      </p:sp>
      <p:sp>
        <p:nvSpPr>
          <p:cNvPr id="3594" name="Google Shape;3594;p364"/>
          <p:cNvSpPr txBox="1"/>
          <p:nvPr>
            <p:ph idx="4294967295" type="body"/>
          </p:nvPr>
        </p:nvSpPr>
        <p:spPr>
          <a:xfrm>
            <a:off x="720000" y="4035250"/>
            <a:ext cx="8003100" cy="77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Pipeline for FlowCam data processing with modular open-source software and optional machine learning classification</a:t>
            </a:r>
            <a:endParaRPr/>
          </a:p>
          <a:p>
            <a:pPr indent="0" lvl="0" marL="0" rtl="0" algn="l">
              <a:spcBef>
                <a:spcPts val="0"/>
              </a:spcBef>
              <a:spcAft>
                <a:spcPts val="0"/>
              </a:spcAft>
              <a:buNone/>
            </a:pPr>
            <a:r>
              <a:rPr lang="en"/>
              <a:t>Symiakaki, Walles, Park, Yalçın, Siangsano, Berger, Nejstgaard. PeerJ, March 2026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598" name="Shape 3598"/>
        <p:cNvGrpSpPr/>
        <p:nvPr/>
      </p:nvGrpSpPr>
      <p:grpSpPr>
        <a:xfrm>
          <a:off x="0" y="0"/>
          <a:ext cx="0" cy="0"/>
          <a:chOff x="0" y="0"/>
          <a:chExt cx="0" cy="0"/>
        </a:xfrm>
      </p:grpSpPr>
      <p:sp>
        <p:nvSpPr>
          <p:cNvPr id="3599" name="Google Shape;3599;p365"/>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the camera beats microscope</a:t>
            </a:r>
            <a:endParaRPr/>
          </a:p>
        </p:txBody>
      </p:sp>
      <p:sp>
        <p:nvSpPr>
          <p:cNvPr id="3600" name="Google Shape;3600;p365"/>
          <p:cNvSpPr txBox="1"/>
          <p:nvPr>
            <p:ph idx="1" type="body"/>
          </p:nvPr>
        </p:nvSpPr>
        <p:spPr>
          <a:xfrm>
            <a:off x="720000" y="1471625"/>
            <a:ext cx="7704000" cy="35499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Speed: process far more samples and organisms in the same time</a:t>
            </a:r>
            <a:endParaRPr sz="2000"/>
          </a:p>
          <a:p>
            <a:pPr indent="-355600" lvl="0" marL="457200" rtl="0" algn="l">
              <a:lnSpc>
                <a:spcPct val="115000"/>
              </a:lnSpc>
              <a:spcBef>
                <a:spcPts val="0"/>
              </a:spcBef>
              <a:spcAft>
                <a:spcPts val="0"/>
              </a:spcAft>
              <a:buSzPts val="2000"/>
              <a:buChar char="●"/>
            </a:pPr>
            <a:r>
              <a:rPr lang="en" sz="2000"/>
              <a:t>Complete measurements: size and shape for every organism</a:t>
            </a:r>
            <a:endParaRPr sz="2000"/>
          </a:p>
          <a:p>
            <a:pPr indent="-355600" lvl="0" marL="457200" rtl="0" algn="l">
              <a:lnSpc>
                <a:spcPct val="115000"/>
              </a:lnSpc>
              <a:spcBef>
                <a:spcPts val="0"/>
              </a:spcBef>
              <a:spcAft>
                <a:spcPts val="0"/>
              </a:spcAft>
              <a:buSzPts val="2000"/>
              <a:buChar char="●"/>
            </a:pPr>
            <a:r>
              <a:rPr lang="en" sz="2000"/>
              <a:t>No spoilage: samples are imaged right away, before preserved samples degrade</a:t>
            </a:r>
            <a:endParaRPr sz="2000"/>
          </a:p>
          <a:p>
            <a:pPr indent="-355600" lvl="0" marL="457200" rtl="0" algn="l">
              <a:lnSpc>
                <a:spcPct val="115000"/>
              </a:lnSpc>
              <a:spcBef>
                <a:spcPts val="0"/>
              </a:spcBef>
              <a:spcAft>
                <a:spcPts val="0"/>
              </a:spcAft>
              <a:buSzPts val="2000"/>
              <a:buChar char="●"/>
            </a:pPr>
            <a:r>
              <a:rPr lang="en" sz="2000"/>
              <a:t>Live samples: delicate organisms that preservatives would destroy can still be counted</a:t>
            </a:r>
            <a:endParaRPr sz="2000"/>
          </a:p>
          <a:p>
            <a:pPr indent="-355600" lvl="0" marL="457200" rtl="0" algn="l">
              <a:lnSpc>
                <a:spcPct val="115000"/>
              </a:lnSpc>
              <a:spcBef>
                <a:spcPts val="0"/>
              </a:spcBef>
              <a:spcAft>
                <a:spcPts val="0"/>
              </a:spcAft>
              <a:buSzPts val="2000"/>
              <a:buChar char="●"/>
            </a:pPr>
            <a:r>
              <a:rPr lang="en" sz="2000"/>
              <a:t>Rare finds: high volume makes rare organisms more likely to be spotted</a:t>
            </a:r>
            <a:endParaRPr sz="2000"/>
          </a:p>
        </p:txBody>
      </p:sp>
      <p:sp>
        <p:nvSpPr>
          <p:cNvPr id="3601" name="Google Shape;3601;p365"/>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605" name="Shape 3605"/>
        <p:cNvGrpSpPr/>
        <p:nvPr/>
      </p:nvGrpSpPr>
      <p:grpSpPr>
        <a:xfrm>
          <a:off x="0" y="0"/>
          <a:ext cx="0" cy="0"/>
          <a:chOff x="0" y="0"/>
          <a:chExt cx="0" cy="0"/>
        </a:xfrm>
      </p:grpSpPr>
      <p:sp>
        <p:nvSpPr>
          <p:cNvPr id="3606" name="Google Shape;3606;p366"/>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bottleneck</a:t>
            </a:r>
            <a:endParaRPr/>
          </a:p>
        </p:txBody>
      </p:sp>
      <p:sp>
        <p:nvSpPr>
          <p:cNvPr id="3607" name="Google Shape;3607;p366"/>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The FlowCam produces thousands of images per sample, each with up to 60 measurements, far too many to sort by hand</a:t>
            </a:r>
            <a:endParaRPr sz="2000"/>
          </a:p>
          <a:p>
            <a:pPr indent="-355600" lvl="0" marL="457200" rtl="0" algn="l">
              <a:lnSpc>
                <a:spcPct val="115000"/>
              </a:lnSpc>
              <a:spcBef>
                <a:spcPts val="0"/>
              </a:spcBef>
              <a:spcAft>
                <a:spcPts val="0"/>
              </a:spcAft>
              <a:buSzPts val="2000"/>
              <a:buChar char="●"/>
            </a:pPr>
            <a:r>
              <a:rPr lang="en" sz="2000"/>
              <a:t>Its software (VSP) costs money and runs only on Windows</a:t>
            </a:r>
            <a:endParaRPr sz="2000"/>
          </a:p>
          <a:p>
            <a:pPr indent="-355600" lvl="0" marL="457200" rtl="0" algn="l">
              <a:lnSpc>
                <a:spcPct val="115000"/>
              </a:lnSpc>
              <a:spcBef>
                <a:spcPts val="0"/>
              </a:spcBef>
              <a:spcAft>
                <a:spcPts val="0"/>
              </a:spcAft>
              <a:buSzPts val="2000"/>
              <a:buChar char="●"/>
            </a:pPr>
            <a:r>
              <a:rPr lang="en" sz="2000"/>
              <a:t>Old software versions save images bundled into "collage files" that must be extracted before use</a:t>
            </a:r>
            <a:endParaRPr sz="2000"/>
          </a:p>
          <a:p>
            <a:pPr indent="-355600" lvl="0" marL="457200" rtl="0" algn="l">
              <a:lnSpc>
                <a:spcPct val="115000"/>
              </a:lnSpc>
              <a:spcBef>
                <a:spcPts val="0"/>
              </a:spcBef>
              <a:spcAft>
                <a:spcPts val="0"/>
              </a:spcAft>
              <a:buSzPts val="2000"/>
              <a:buChar char="●"/>
            </a:pPr>
            <a:r>
              <a:rPr lang="en" sz="2000"/>
              <a:t>Newer version 6 exports single images but can't open old datasets</a:t>
            </a:r>
            <a:endParaRPr sz="2000"/>
          </a:p>
          <a:p>
            <a:pPr indent="-355600" lvl="0" marL="457200" rtl="0" algn="l">
              <a:lnSpc>
                <a:spcPct val="115000"/>
              </a:lnSpc>
              <a:spcBef>
                <a:spcPts val="0"/>
              </a:spcBef>
              <a:spcAft>
                <a:spcPts val="0"/>
              </a:spcAft>
              <a:buSzPts val="2000"/>
              <a:buChar char="●"/>
            </a:pPr>
            <a:r>
              <a:rPr lang="en" sz="2000"/>
              <a:t>Sorting images into categories creates many separate files that are easy to mix up</a:t>
            </a:r>
            <a:endParaRPr sz="2000"/>
          </a:p>
        </p:txBody>
      </p:sp>
      <p:sp>
        <p:nvSpPr>
          <p:cNvPr id="3608" name="Google Shape;3608;p366"/>
          <p:cNvSpPr txBox="1"/>
          <p:nvPr>
            <p:ph type="title"/>
          </p:nvPr>
        </p:nvSpPr>
        <p:spPr>
          <a:xfrm>
            <a:off x="5715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a:t>
            </a:r>
            <a:endParaRPr sz="14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2" name="Shape 3612"/>
        <p:cNvGrpSpPr/>
        <p:nvPr/>
      </p:nvGrpSpPr>
      <p:grpSpPr>
        <a:xfrm>
          <a:off x="0" y="0"/>
          <a:ext cx="0" cy="0"/>
          <a:chOff x="0" y="0"/>
          <a:chExt cx="0" cy="0"/>
        </a:xfrm>
      </p:grpSpPr>
      <p:sp>
        <p:nvSpPr>
          <p:cNvPr id="3613" name="Google Shape;3613;p367"/>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Pipeline overview</a:t>
            </a:r>
            <a:endParaRPr/>
          </a:p>
        </p:txBody>
      </p:sp>
      <p:sp>
        <p:nvSpPr>
          <p:cNvPr id="3614" name="Google Shape;3614;p367"/>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AutoNum type="arabicPeriod"/>
            </a:pPr>
            <a:r>
              <a:rPr lang="en" sz="2000"/>
              <a:t>Clean up (Python script): standardize the data, flag duplicates and too-small or too-large particles</a:t>
            </a:r>
            <a:endParaRPr sz="2000"/>
          </a:p>
          <a:p>
            <a:pPr indent="-355600" lvl="0" marL="457200" rtl="0" algn="l">
              <a:lnSpc>
                <a:spcPct val="115000"/>
              </a:lnSpc>
              <a:spcBef>
                <a:spcPts val="0"/>
              </a:spcBef>
              <a:spcAft>
                <a:spcPts val="0"/>
              </a:spcAft>
              <a:buSzPts val="2000"/>
              <a:buAutoNum type="arabicPeriod"/>
            </a:pPr>
            <a:r>
              <a:rPr lang="en" sz="2000"/>
              <a:t>Label (LabelChecker app): a person views the images and assigns or checks labels</a:t>
            </a:r>
            <a:endParaRPr sz="2000"/>
          </a:p>
          <a:p>
            <a:pPr indent="-355600" lvl="0" marL="457200" rtl="0" algn="l">
              <a:lnSpc>
                <a:spcPct val="115000"/>
              </a:lnSpc>
              <a:spcBef>
                <a:spcPts val="0"/>
              </a:spcBef>
              <a:spcAft>
                <a:spcPts val="0"/>
              </a:spcAft>
              <a:buSzPts val="2000"/>
              <a:buAutoNum type="arabicPeriod"/>
            </a:pPr>
            <a:r>
              <a:rPr lang="en" sz="2000"/>
              <a:t>Classify (optional AI model): learns from the labels, guesses the rest, and a person corrects the guesses</a:t>
            </a:r>
            <a:endParaRPr sz="2000"/>
          </a:p>
          <a:p>
            <a:pPr indent="-355600" lvl="0" marL="457200" rtl="0" algn="l">
              <a:lnSpc>
                <a:spcPct val="115000"/>
              </a:lnSpc>
              <a:spcBef>
                <a:spcPts val="0"/>
              </a:spcBef>
              <a:spcAft>
                <a:spcPts val="0"/>
              </a:spcAft>
              <a:buSzPts val="2000"/>
              <a:buChar char="-"/>
            </a:pPr>
            <a:r>
              <a:rPr lang="en" sz="2000"/>
              <a:t>Every step reads and writes the same CSV file, one per sample</a:t>
            </a:r>
            <a:endParaRPr sz="2000"/>
          </a:p>
          <a:p>
            <a:pPr indent="-355600" lvl="0" marL="457200" rtl="0" algn="l">
              <a:lnSpc>
                <a:spcPct val="115000"/>
              </a:lnSpc>
              <a:spcBef>
                <a:spcPts val="0"/>
              </a:spcBef>
              <a:spcAft>
                <a:spcPts val="0"/>
              </a:spcAft>
              <a:buSzPts val="2000"/>
              <a:buChar char="-"/>
            </a:pPr>
            <a:r>
              <a:rPr lang="en" sz="2000"/>
              <a:t>The original data is never changed</a:t>
            </a:r>
            <a:endParaRPr sz="2000"/>
          </a:p>
          <a:p>
            <a:pPr indent="-355600" lvl="0" marL="457200" rtl="0" algn="l">
              <a:lnSpc>
                <a:spcPct val="115000"/>
              </a:lnSpc>
              <a:spcBef>
                <a:spcPts val="0"/>
              </a:spcBef>
              <a:spcAft>
                <a:spcPts val="0"/>
              </a:spcAft>
              <a:buSzPts val="2000"/>
              <a:buChar char="-"/>
            </a:pPr>
            <a:r>
              <a:rPr lang="en" sz="2000"/>
              <a:t>You can stop at any step: clean data, hand labels, AI labels, or checked labels</a:t>
            </a:r>
            <a:endParaRPr sz="2000"/>
          </a:p>
        </p:txBody>
      </p:sp>
      <p:sp>
        <p:nvSpPr>
          <p:cNvPr id="3615" name="Google Shape;3615;p367"/>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619" name="Shape 3619"/>
        <p:cNvGrpSpPr/>
        <p:nvPr/>
      </p:nvGrpSpPr>
      <p:grpSpPr>
        <a:xfrm>
          <a:off x="0" y="0"/>
          <a:ext cx="0" cy="0"/>
          <a:chOff x="0" y="0"/>
          <a:chExt cx="0" cy="0"/>
        </a:xfrm>
      </p:grpSpPr>
      <p:sp>
        <p:nvSpPr>
          <p:cNvPr id="3620" name="Google Shape;3620;p368"/>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Step 1: Cleaning</a:t>
            </a:r>
            <a:endParaRPr/>
          </a:p>
        </p:txBody>
      </p:sp>
      <p:sp>
        <p:nvSpPr>
          <p:cNvPr id="3621" name="Google Shape;3621;p368"/>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A Python script reads the FlowCam's data files (CSVs) from 7 different software versions (of VisualSpreadsheet)</a:t>
            </a:r>
            <a:endParaRPr sz="2000"/>
          </a:p>
          <a:p>
            <a:pPr indent="-355600" lvl="0" marL="457200" rtl="0" algn="l">
              <a:lnSpc>
                <a:spcPct val="115000"/>
              </a:lnSpc>
              <a:spcBef>
                <a:spcPts val="0"/>
              </a:spcBef>
              <a:spcAft>
                <a:spcPts val="0"/>
              </a:spcAft>
              <a:buSzPts val="2000"/>
              <a:buChar char="-"/>
            </a:pPr>
            <a:r>
              <a:rPr lang="en" sz="2000"/>
              <a:t>Different versions name the same measurement differently, so it renames them to one standard</a:t>
            </a:r>
            <a:endParaRPr sz="2000"/>
          </a:p>
          <a:p>
            <a:pPr indent="-355600" lvl="0" marL="457200" rtl="0" algn="l">
              <a:lnSpc>
                <a:spcPct val="115000"/>
              </a:lnSpc>
              <a:spcBef>
                <a:spcPts val="0"/>
              </a:spcBef>
              <a:spcAft>
                <a:spcPts val="0"/>
              </a:spcAft>
              <a:buSzPts val="2000"/>
              <a:buChar char="-"/>
            </a:pPr>
            <a:r>
              <a:rPr lang="en" sz="2000"/>
              <a:t>It adds 7 new columns to the end of each file: labels (automatic and human-checked), biovolume (3D volume of particle), and surface area</a:t>
            </a:r>
            <a:endParaRPr sz="2000"/>
          </a:p>
          <a:p>
            <a:pPr indent="-355600" lvl="0" marL="457200" rtl="0" algn="l">
              <a:lnSpc>
                <a:spcPct val="115000"/>
              </a:lnSpc>
              <a:spcBef>
                <a:spcPts val="0"/>
              </a:spcBef>
              <a:spcAft>
                <a:spcPts val="0"/>
              </a:spcAft>
              <a:buSzPts val="2000"/>
              <a:buChar char="-"/>
            </a:pPr>
            <a:r>
              <a:rPr lang="en" sz="2000"/>
              <a:t>It runs before labeling, so later steps have fewer, cleaner images</a:t>
            </a:r>
            <a:endParaRPr sz="2000"/>
          </a:p>
          <a:p>
            <a:pPr indent="-355600" lvl="0" marL="457200" rtl="0" algn="l">
              <a:lnSpc>
                <a:spcPct val="115000"/>
              </a:lnSpc>
              <a:spcBef>
                <a:spcPts val="0"/>
              </a:spcBef>
              <a:spcAft>
                <a:spcPts val="0"/>
              </a:spcAft>
              <a:buSzPts val="2000"/>
              <a:buChar char="-"/>
            </a:pPr>
            <a:r>
              <a:rPr lang="en" sz="2000"/>
              <a:t>Each cleanup feature can be turned on or off</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5" name="Shape 3625"/>
        <p:cNvGrpSpPr/>
        <p:nvPr/>
      </p:nvGrpSpPr>
      <p:grpSpPr>
        <a:xfrm>
          <a:off x="0" y="0"/>
          <a:ext cx="0" cy="0"/>
          <a:chOff x="0" y="0"/>
          <a:chExt cx="0" cy="0"/>
        </a:xfrm>
      </p:grpSpPr>
      <p:sp>
        <p:nvSpPr>
          <p:cNvPr id="3626" name="Google Shape;3626;p369"/>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Step 2: Duplicates + Size</a:t>
            </a:r>
            <a:endParaRPr/>
          </a:p>
        </p:txBody>
      </p:sp>
      <p:sp>
        <p:nvSpPr>
          <p:cNvPr id="3627" name="Google Shape;3627;p369"/>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The script flags an image as a duplicate if any one of these is true:</a:t>
            </a:r>
            <a:endParaRPr sz="2000"/>
          </a:p>
          <a:p>
            <a:pPr indent="-355600" lvl="1" marL="914400" rtl="0" algn="l">
              <a:lnSpc>
                <a:spcPct val="115000"/>
              </a:lnSpc>
              <a:spcBef>
                <a:spcPts val="0"/>
              </a:spcBef>
              <a:spcAft>
                <a:spcPts val="0"/>
              </a:spcAft>
              <a:buSzPts val="2000"/>
              <a:buChar char="-"/>
            </a:pPr>
            <a:r>
              <a:rPr lang="en" sz="2000"/>
              <a:t>Taken right after the other image</a:t>
            </a:r>
            <a:endParaRPr sz="2000"/>
          </a:p>
          <a:p>
            <a:pPr indent="-355600" lvl="1" marL="914400" rtl="0" algn="l">
              <a:lnSpc>
                <a:spcPct val="115000"/>
              </a:lnSpc>
              <a:spcBef>
                <a:spcPts val="0"/>
              </a:spcBef>
              <a:spcAft>
                <a:spcPts val="0"/>
              </a:spcAft>
              <a:buSzPts val="2000"/>
              <a:buChar char="-"/>
            </a:pPr>
            <a:r>
              <a:rPr lang="en" sz="2000"/>
              <a:t>It sits within 100 pixels of the other</a:t>
            </a:r>
            <a:endParaRPr sz="2000"/>
          </a:p>
          <a:p>
            <a:pPr indent="-355600" lvl="1" marL="914400" rtl="0" algn="l">
              <a:lnSpc>
                <a:spcPct val="115000"/>
              </a:lnSpc>
              <a:spcBef>
                <a:spcPts val="0"/>
              </a:spcBef>
              <a:spcAft>
                <a:spcPts val="0"/>
              </a:spcAft>
              <a:buSzPts val="2000"/>
              <a:buChar char="-"/>
            </a:pPr>
            <a:r>
              <a:rPr lang="en" sz="2000"/>
              <a:t>Its box overlaps the other's by at least 30%</a:t>
            </a:r>
            <a:endParaRPr sz="2000"/>
          </a:p>
          <a:p>
            <a:pPr indent="-355600" lvl="1" marL="914400" rtl="0" algn="l">
              <a:lnSpc>
                <a:spcPct val="115000"/>
              </a:lnSpc>
              <a:spcBef>
                <a:spcPts val="0"/>
              </a:spcBef>
              <a:spcAft>
                <a:spcPts val="0"/>
              </a:spcAft>
              <a:buSzPts val="2000"/>
              <a:buChar char="-"/>
            </a:pPr>
            <a:r>
              <a:rPr lang="en" sz="2000"/>
              <a:t>Its measurements are 99.9% identical to the other's</a:t>
            </a:r>
            <a:endParaRPr sz="2000"/>
          </a:p>
          <a:p>
            <a:pPr indent="-355600" lvl="0" marL="457200" rtl="0" algn="l">
              <a:lnSpc>
                <a:spcPct val="115000"/>
              </a:lnSpc>
              <a:spcBef>
                <a:spcPts val="0"/>
              </a:spcBef>
              <a:spcAft>
                <a:spcPts val="0"/>
              </a:spcAft>
              <a:buSzPts val="2000"/>
              <a:buChar char="-"/>
            </a:pPr>
            <a:r>
              <a:rPr lang="en" sz="2000"/>
              <a:t>Flags can be wrong, so a person checks them in LabelChecker</a:t>
            </a:r>
            <a:endParaRPr sz="2000"/>
          </a:p>
          <a:p>
            <a:pPr indent="-355600" lvl="0" marL="457200" rtl="0" algn="l">
              <a:lnSpc>
                <a:spcPct val="115000"/>
              </a:lnSpc>
              <a:spcBef>
                <a:spcPts val="0"/>
              </a:spcBef>
              <a:spcAft>
                <a:spcPts val="0"/>
              </a:spcAft>
              <a:buSzPts val="2000"/>
              <a:buChar char="-"/>
            </a:pPr>
            <a:r>
              <a:rPr lang="en" sz="2000"/>
              <a:t>Size filter: images with few pixels or large particles low in amounts  are dropped.</a:t>
            </a:r>
            <a:endParaRPr sz="2000"/>
          </a:p>
          <a:p>
            <a:pPr indent="-355600" lvl="0" marL="457200" rtl="0" algn="l">
              <a:lnSpc>
                <a:spcPct val="115000"/>
              </a:lnSpc>
              <a:spcBef>
                <a:spcPts val="0"/>
              </a:spcBef>
              <a:spcAft>
                <a:spcPts val="0"/>
              </a:spcAft>
              <a:buSzPts val="2000"/>
              <a:buChar char="-"/>
            </a:pPr>
            <a:r>
              <a:rPr lang="en" sz="2000"/>
              <a:t>Also estimates each particles 3D volume</a:t>
            </a:r>
            <a:endParaRPr sz="2000"/>
          </a:p>
        </p:txBody>
      </p:sp>
      <p:sp>
        <p:nvSpPr>
          <p:cNvPr id="3628" name="Google Shape;3628;p369"/>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632" name="Shape 3632"/>
        <p:cNvGrpSpPr/>
        <p:nvPr/>
      </p:nvGrpSpPr>
      <p:grpSpPr>
        <a:xfrm>
          <a:off x="0" y="0"/>
          <a:ext cx="0" cy="0"/>
          <a:chOff x="0" y="0"/>
          <a:chExt cx="0" cy="0"/>
        </a:xfrm>
      </p:grpSpPr>
      <p:sp>
        <p:nvSpPr>
          <p:cNvPr id="3633" name="Google Shape;3633;p370"/>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LabelChecker</a:t>
            </a:r>
            <a:endParaRPr/>
          </a:p>
        </p:txBody>
      </p:sp>
      <p:sp>
        <p:nvSpPr>
          <p:cNvPr id="3634" name="Google Shape;3634;p370"/>
          <p:cNvSpPr txBox="1"/>
          <p:nvPr>
            <p:ph idx="1" type="body"/>
          </p:nvPr>
        </p:nvSpPr>
        <p:spPr>
          <a:xfrm>
            <a:off x="0" y="1184800"/>
            <a:ext cx="35187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A free app for labeling images</a:t>
            </a:r>
            <a:endParaRPr sz="2000"/>
          </a:p>
          <a:p>
            <a:pPr indent="-355600" lvl="1" marL="914400" rtl="0" algn="l">
              <a:lnSpc>
                <a:spcPct val="115000"/>
              </a:lnSpc>
              <a:spcBef>
                <a:spcPts val="0"/>
              </a:spcBef>
              <a:spcAft>
                <a:spcPts val="0"/>
              </a:spcAft>
              <a:buSzPts val="2000"/>
              <a:buChar char="-"/>
            </a:pPr>
            <a:r>
              <a:rPr lang="en" sz="2000"/>
              <a:t>Shows your images in a grid</a:t>
            </a:r>
            <a:endParaRPr sz="2000"/>
          </a:p>
          <a:p>
            <a:pPr indent="-355600" lvl="1" marL="914400" rtl="0" algn="l">
              <a:lnSpc>
                <a:spcPct val="115000"/>
              </a:lnSpc>
              <a:spcBef>
                <a:spcPts val="0"/>
              </a:spcBef>
              <a:spcAft>
                <a:spcPts val="0"/>
              </a:spcAft>
              <a:buSzPts val="2000"/>
              <a:buChar char="-"/>
            </a:pPr>
            <a:r>
              <a:rPr lang="en" sz="2000"/>
              <a:t>Click images, press a key to label them, and it saves your work</a:t>
            </a:r>
            <a:endParaRPr sz="2000"/>
          </a:p>
          <a:p>
            <a:pPr indent="-355600" lvl="1" marL="914400" rtl="0" algn="l">
              <a:lnSpc>
                <a:spcPct val="115000"/>
              </a:lnSpc>
              <a:spcBef>
                <a:spcPts val="0"/>
              </a:spcBef>
              <a:spcAft>
                <a:spcPts val="0"/>
              </a:spcAft>
              <a:buSzPts val="2000"/>
              <a:buChar char="-"/>
            </a:pPr>
            <a:r>
              <a:rPr lang="en" sz="2000"/>
              <a:t>Can also show AI guesses for you to accept or fix</a:t>
            </a:r>
            <a:endParaRPr sz="2000"/>
          </a:p>
        </p:txBody>
      </p:sp>
      <p:pic>
        <p:nvPicPr>
          <p:cNvPr id="3635" name="Google Shape;3635;p370"/>
          <p:cNvPicPr preferRelativeResize="0"/>
          <p:nvPr/>
        </p:nvPicPr>
        <p:blipFill>
          <a:blip r:embed="rId3">
            <a:alphaModFix/>
          </a:blip>
          <a:stretch>
            <a:fillRect/>
          </a:stretch>
        </p:blipFill>
        <p:spPr>
          <a:xfrm>
            <a:off x="3518700" y="1268150"/>
            <a:ext cx="5490774" cy="29833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9" name="Shape 3639"/>
        <p:cNvGrpSpPr/>
        <p:nvPr/>
      </p:nvGrpSpPr>
      <p:grpSpPr>
        <a:xfrm>
          <a:off x="0" y="0"/>
          <a:ext cx="0" cy="0"/>
          <a:chOff x="0" y="0"/>
          <a:chExt cx="0" cy="0"/>
        </a:xfrm>
      </p:grpSpPr>
      <p:sp>
        <p:nvSpPr>
          <p:cNvPr id="3640" name="Google Shape;3640;p371"/>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Classifier</a:t>
            </a:r>
            <a:endParaRPr/>
          </a:p>
        </p:txBody>
      </p:sp>
      <p:sp>
        <p:nvSpPr>
          <p:cNvPr id="3641" name="Google Shape;3641;p371"/>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An AI model of a CNN and MLP combined that takes two inputs:</a:t>
            </a:r>
            <a:endParaRPr sz="2000"/>
          </a:p>
          <a:p>
            <a:pPr indent="-355600" lvl="1" marL="914400" rtl="0" algn="l">
              <a:lnSpc>
                <a:spcPct val="115000"/>
              </a:lnSpc>
              <a:spcBef>
                <a:spcPts val="0"/>
              </a:spcBef>
              <a:spcAft>
                <a:spcPts val="0"/>
              </a:spcAft>
              <a:buSzPts val="2000"/>
              <a:buChar char="-"/>
            </a:pPr>
            <a:r>
              <a:rPr lang="en" sz="2000"/>
              <a:t>The picture of the particle (for the CNN to see)</a:t>
            </a:r>
            <a:endParaRPr sz="2000"/>
          </a:p>
          <a:p>
            <a:pPr indent="-355600" lvl="1" marL="914400" rtl="0" algn="l">
              <a:lnSpc>
                <a:spcPct val="115000"/>
              </a:lnSpc>
              <a:spcBef>
                <a:spcPts val="0"/>
              </a:spcBef>
              <a:spcAft>
                <a:spcPts val="0"/>
              </a:spcAft>
              <a:buSzPts val="2000"/>
              <a:buChar char="-"/>
            </a:pPr>
            <a:r>
              <a:rPr lang="en" sz="2000"/>
              <a:t>The measurements of the particle (size, shape, color) (for the MLP to read)</a:t>
            </a:r>
            <a:endParaRPr sz="2000"/>
          </a:p>
          <a:p>
            <a:pPr indent="-355600" lvl="0" marL="457200" rtl="0" algn="l">
              <a:lnSpc>
                <a:spcPct val="115000"/>
              </a:lnSpc>
              <a:spcBef>
                <a:spcPts val="0"/>
              </a:spcBef>
              <a:spcAft>
                <a:spcPts val="0"/>
              </a:spcAft>
              <a:buSzPts val="2000"/>
              <a:buChar char="-"/>
            </a:pPr>
            <a:r>
              <a:rPr lang="en" sz="2000"/>
              <a:t>The outputs are passed through a few final layers that pick the label</a:t>
            </a:r>
            <a:endParaRPr sz="2000"/>
          </a:p>
          <a:p>
            <a:pPr indent="-355600" lvl="0" marL="457200" rtl="0" algn="l">
              <a:lnSpc>
                <a:spcPct val="115000"/>
              </a:lnSpc>
              <a:spcBef>
                <a:spcPts val="0"/>
              </a:spcBef>
              <a:spcAft>
                <a:spcPts val="0"/>
              </a:spcAft>
              <a:buSzPts val="2000"/>
              <a:buChar char="-"/>
            </a:pPr>
            <a:r>
              <a:rPr lang="en" sz="2000"/>
              <a:t>Kept small so it runs on an ordinary computer</a:t>
            </a:r>
            <a:endParaRPr sz="2000"/>
          </a:p>
          <a:p>
            <a:pPr indent="0" lvl="0" marL="0" rtl="0" algn="l">
              <a:lnSpc>
                <a:spcPct val="115000"/>
              </a:lnSpc>
              <a:spcBef>
                <a:spcPts val="0"/>
              </a:spcBef>
              <a:spcAft>
                <a:spcPts val="0"/>
              </a:spcAft>
              <a:buNone/>
            </a:pPr>
            <a:r>
              <a:rPr lang="en" sz="2000"/>
              <a:t>Person labels some images in LabelChecker → model learns from them → model guesses the rest → person corrects the guesses in LabelChecker → repeat</a:t>
            </a:r>
            <a:endParaRPr sz="2000"/>
          </a:p>
          <a:p>
            <a:pPr indent="0" lvl="0" marL="0" rtl="0" algn="l">
              <a:lnSpc>
                <a:spcPct val="115000"/>
              </a:lnSpc>
              <a:spcBef>
                <a:spcPts val="0"/>
              </a:spcBef>
              <a:spcAft>
                <a:spcPts val="0"/>
              </a:spcAft>
              <a:buNone/>
            </a:pPr>
            <a:r>
              <a:t/>
            </a:r>
            <a:endParaRPr sz="2000"/>
          </a:p>
        </p:txBody>
      </p:sp>
      <p:sp>
        <p:nvSpPr>
          <p:cNvPr id="3642" name="Google Shape;3642;p371"/>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6" name="Shape 3646"/>
        <p:cNvGrpSpPr/>
        <p:nvPr/>
      </p:nvGrpSpPr>
      <p:grpSpPr>
        <a:xfrm>
          <a:off x="0" y="0"/>
          <a:ext cx="0" cy="0"/>
          <a:chOff x="0" y="0"/>
          <a:chExt cx="0" cy="0"/>
        </a:xfrm>
      </p:grpSpPr>
      <p:sp>
        <p:nvSpPr>
          <p:cNvPr id="3647" name="Google Shape;3647;p372"/>
          <p:cNvSpPr/>
          <p:nvPr>
            <p:ph idx="2" type="pic"/>
          </p:nvPr>
        </p:nvSpPr>
        <p:spPr>
          <a:xfrm>
            <a:off x="0" y="0"/>
            <a:ext cx="9144000" cy="5143500"/>
          </a:xfrm>
          <a:prstGeom prst="rect">
            <a:avLst/>
          </a:prstGeom>
        </p:spPr>
      </p:sp>
      <p:pic>
        <p:nvPicPr>
          <p:cNvPr id="3648" name="Google Shape;3648;p372"/>
          <p:cNvPicPr preferRelativeResize="0"/>
          <p:nvPr/>
        </p:nvPicPr>
        <p:blipFill>
          <a:blip r:embed="rId3">
            <a:alphaModFix/>
          </a:blip>
          <a:stretch>
            <a:fillRect/>
          </a:stretch>
        </p:blipFill>
        <p:spPr>
          <a:xfrm>
            <a:off x="0" y="53340"/>
            <a:ext cx="9144000" cy="5036820"/>
          </a:xfrm>
          <a:prstGeom prst="rect">
            <a:avLst/>
          </a:prstGeom>
          <a:noFill/>
          <a:ln>
            <a:noFill/>
          </a:ln>
        </p:spPr>
      </p:pic>
      <p:sp>
        <p:nvSpPr>
          <p:cNvPr id="3649" name="Google Shape;3649;p372"/>
          <p:cNvSpPr txBox="1"/>
          <p:nvPr>
            <p:ph type="title"/>
          </p:nvPr>
        </p:nvSpPr>
        <p:spPr>
          <a:xfrm>
            <a:off x="152400" y="152400"/>
            <a:ext cx="464400" cy="30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I</a:t>
            </a:r>
            <a:endParaRPr sz="14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653" name="Shape 3653"/>
        <p:cNvGrpSpPr/>
        <p:nvPr/>
      </p:nvGrpSpPr>
      <p:grpSpPr>
        <a:xfrm>
          <a:off x="0" y="0"/>
          <a:ext cx="0" cy="0"/>
          <a:chOff x="0" y="0"/>
          <a:chExt cx="0" cy="0"/>
        </a:xfrm>
      </p:grpSpPr>
      <p:sp>
        <p:nvSpPr>
          <p:cNvPr id="3654" name="Google Shape;3654;p373"/>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graphicFrame>
        <p:nvGraphicFramePr>
          <p:cNvPr id="3655" name="Google Shape;3655;p373"/>
          <p:cNvGraphicFramePr/>
          <p:nvPr/>
        </p:nvGraphicFramePr>
        <p:xfrm>
          <a:off x="952500" y="1333500"/>
          <a:ext cx="3000000" cy="3000000"/>
        </p:xfrm>
        <a:graphic>
          <a:graphicData uri="http://schemas.openxmlformats.org/drawingml/2006/table">
            <a:tbl>
              <a:tblPr>
                <a:noFill/>
                <a:tableStyleId>{A8F471E8-AE1B-4A06-86E5-673A1E1ED3A2}</a:tableStyleId>
              </a:tblPr>
              <a:tblGrid>
                <a:gridCol w="2413000"/>
                <a:gridCol w="2413000"/>
                <a:gridCol w="2413000"/>
              </a:tblGrid>
              <a:tr h="381000">
                <a:tc>
                  <a:txBody>
                    <a:bodyPr/>
                    <a:lstStyle/>
                    <a:p>
                      <a:pPr indent="0" lvl="0" marL="0" rtl="0" algn="l">
                        <a:spcBef>
                          <a:spcPts val="0"/>
                        </a:spcBef>
                        <a:spcAft>
                          <a:spcPts val="0"/>
                        </a:spcAft>
                        <a:buNone/>
                      </a:pPr>
                      <a:r>
                        <a:t/>
                      </a:r>
                      <a:endParaRPr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b="1" lang="en" sz="2400">
                          <a:latin typeface="Cairo"/>
                          <a:ea typeface="Cairo"/>
                          <a:cs typeface="Cairo"/>
                          <a:sym typeface="Cairo"/>
                        </a:rPr>
                        <a:t>	Freshwater	Marine</a:t>
                      </a:r>
                      <a:endParaRPr b="1"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b="1" lang="en" sz="2400">
                          <a:latin typeface="Cairo"/>
                          <a:ea typeface="Cairo"/>
                          <a:cs typeface="Cairo"/>
                          <a:sym typeface="Cairo"/>
                        </a:rPr>
                        <a:t>	Freshwater	Marine</a:t>
                      </a:r>
                      <a:endParaRPr b="1" sz="2400">
                        <a:latin typeface="Cairo"/>
                        <a:ea typeface="Cairo"/>
                        <a:cs typeface="Cairo"/>
                        <a:sym typeface="Cairo"/>
                      </a:endParaRPr>
                    </a:p>
                  </a:txBody>
                  <a:tcPr marT="91425" marB="91425" marR="91425" marL="91425"/>
                </a:tc>
              </a:tr>
              <a:tr h="381000">
                <a:tc>
                  <a:txBody>
                    <a:bodyPr/>
                    <a:lstStyle/>
                    <a:p>
                      <a:pPr indent="0" lvl="0" marL="0" rtl="0" algn="l">
                        <a:spcBef>
                          <a:spcPts val="0"/>
                        </a:spcBef>
                        <a:spcAft>
                          <a:spcPts val="0"/>
                        </a:spcAft>
                        <a:buNone/>
                      </a:pPr>
                      <a:r>
                        <a:rPr b="1" lang="en" sz="2400">
                          <a:latin typeface="Cairo"/>
                          <a:ea typeface="Cairo"/>
                          <a:cs typeface="Cairo"/>
                          <a:sym typeface="Cairo"/>
                        </a:rPr>
                        <a:t>Classes</a:t>
                      </a:r>
                      <a:endParaRPr b="1"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2400"/>
                        <a:t>32</a:t>
                      </a:r>
                      <a:endParaRPr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2400"/>
                        <a:t>20 broader groups</a:t>
                      </a:r>
                      <a:endParaRPr sz="2400">
                        <a:latin typeface="Cairo"/>
                        <a:ea typeface="Cairo"/>
                        <a:cs typeface="Cairo"/>
                        <a:sym typeface="Cairo"/>
                      </a:endParaRPr>
                    </a:p>
                  </a:txBody>
                  <a:tcPr marT="91425" marB="91425" marR="91425" marL="91425"/>
                </a:tc>
              </a:tr>
              <a:tr h="381000">
                <a:tc>
                  <a:txBody>
                    <a:bodyPr/>
                    <a:lstStyle/>
                    <a:p>
                      <a:pPr indent="0" lvl="0" marL="0" rtl="0" algn="l">
                        <a:spcBef>
                          <a:spcPts val="0"/>
                        </a:spcBef>
                        <a:spcAft>
                          <a:spcPts val="0"/>
                        </a:spcAft>
                        <a:buNone/>
                      </a:pPr>
                      <a:r>
                        <a:rPr b="1" lang="en" sz="2400">
                          <a:latin typeface="Cairo"/>
                          <a:ea typeface="Cairo"/>
                          <a:cs typeface="Cairo"/>
                          <a:sym typeface="Cairo"/>
                        </a:rPr>
                        <a:t>Labelled Images</a:t>
                      </a:r>
                      <a:endParaRPr b="1"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2400"/>
                        <a:t>41,202</a:t>
                      </a:r>
                      <a:endParaRPr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2400"/>
                        <a:t>6,540</a:t>
                      </a:r>
                      <a:endParaRPr sz="2400">
                        <a:latin typeface="Cairo"/>
                        <a:ea typeface="Cairo"/>
                        <a:cs typeface="Cairo"/>
                        <a:sym typeface="Cairo"/>
                      </a:endParaRPr>
                    </a:p>
                  </a:txBody>
                  <a:tcPr marT="91425" marB="91425" marR="91425" marL="91425"/>
                </a:tc>
              </a:tr>
              <a:tr h="381000">
                <a:tc>
                  <a:txBody>
                    <a:bodyPr/>
                    <a:lstStyle/>
                    <a:p>
                      <a:pPr indent="0" lvl="0" marL="0" rtl="0" algn="l">
                        <a:spcBef>
                          <a:spcPts val="0"/>
                        </a:spcBef>
                        <a:spcAft>
                          <a:spcPts val="0"/>
                        </a:spcAft>
                        <a:buNone/>
                      </a:pPr>
                      <a:r>
                        <a:rPr b="1" lang="en" sz="2400">
                          <a:latin typeface="Cairo"/>
                          <a:ea typeface="Cairo"/>
                          <a:cs typeface="Cairo"/>
                          <a:sym typeface="Cairo"/>
                        </a:rPr>
                        <a:t>Accuracy</a:t>
                      </a:r>
                      <a:endParaRPr b="1" sz="2400">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2400"/>
                        <a:t>87%</a:t>
                      </a:r>
                      <a:endParaRPr sz="2400"/>
                    </a:p>
                  </a:txBody>
                  <a:tcPr marT="91425" marB="91425" marR="91425" marL="91425"/>
                </a:tc>
                <a:tc>
                  <a:txBody>
                    <a:bodyPr/>
                    <a:lstStyle/>
                    <a:p>
                      <a:pPr indent="0" lvl="0" marL="0" rtl="0" algn="l">
                        <a:spcBef>
                          <a:spcPts val="0"/>
                        </a:spcBef>
                        <a:spcAft>
                          <a:spcPts val="0"/>
                        </a:spcAft>
                        <a:buNone/>
                      </a:pPr>
                      <a:r>
                        <a:rPr lang="en" sz="2400"/>
                        <a:t>88%</a:t>
                      </a:r>
                      <a:endParaRPr sz="2400"/>
                    </a:p>
                  </a:txBody>
                  <a:tcPr marT="91425" marB="91425" marR="91425" marL="91425"/>
                </a:tc>
              </a:tr>
            </a:tbl>
          </a:graphicData>
        </a:graphic>
      </p:graphicFrame>
      <p:sp>
        <p:nvSpPr>
          <p:cNvPr id="3656" name="Google Shape;3656;p373"/>
          <p:cNvSpPr txBox="1"/>
          <p:nvPr>
            <p:ph type="title"/>
          </p:nvPr>
        </p:nvSpPr>
        <p:spPr>
          <a:xfrm>
            <a:off x="152400" y="15240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a:t>
            </a:r>
            <a:endParaRPr sz="1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0" name="Shape 3660"/>
        <p:cNvGrpSpPr/>
        <p:nvPr/>
      </p:nvGrpSpPr>
      <p:grpSpPr>
        <a:xfrm>
          <a:off x="0" y="0"/>
          <a:ext cx="0" cy="0"/>
          <a:chOff x="0" y="0"/>
          <a:chExt cx="0" cy="0"/>
        </a:xfrm>
      </p:grpSpPr>
      <p:sp>
        <p:nvSpPr>
          <p:cNvPr id="3661" name="Google Shape;3661;p374"/>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Strengths and limitations</a:t>
            </a:r>
            <a:endParaRPr/>
          </a:p>
        </p:txBody>
      </p:sp>
      <p:sp>
        <p:nvSpPr>
          <p:cNvPr id="3662" name="Google Shape;3662;p374"/>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Strengths</a:t>
            </a:r>
            <a:endParaRPr sz="2000"/>
          </a:p>
          <a:p>
            <a:pPr indent="0" lvl="0" marL="0" rtl="0" algn="l">
              <a:lnSpc>
                <a:spcPct val="115000"/>
              </a:lnSpc>
              <a:spcBef>
                <a:spcPts val="0"/>
              </a:spcBef>
              <a:spcAft>
                <a:spcPts val="0"/>
              </a:spcAft>
              <a:buNone/>
            </a:pPr>
            <a:r>
              <a:rPr lang="en" sz="2000"/>
              <a:t>Free and works on any computer</a:t>
            </a:r>
            <a:endParaRPr sz="2000"/>
          </a:p>
          <a:p>
            <a:pPr indent="0" lvl="0" marL="0" rtl="0" algn="l">
              <a:lnSpc>
                <a:spcPct val="115000"/>
              </a:lnSpc>
              <a:spcBef>
                <a:spcPts val="0"/>
              </a:spcBef>
              <a:spcAft>
                <a:spcPts val="0"/>
              </a:spcAft>
              <a:buNone/>
            </a:pPr>
            <a:r>
              <a:rPr lang="en" sz="2000"/>
              <a:t>Handles data from many software versions</a:t>
            </a:r>
            <a:endParaRPr sz="2000"/>
          </a:p>
          <a:p>
            <a:pPr indent="0" lvl="0" marL="0" rtl="0" algn="l">
              <a:lnSpc>
                <a:spcPct val="115000"/>
              </a:lnSpc>
              <a:spcBef>
                <a:spcPts val="0"/>
              </a:spcBef>
              <a:spcAft>
                <a:spcPts val="0"/>
              </a:spcAft>
              <a:buNone/>
            </a:pPr>
            <a:r>
              <a:rPr lang="en" sz="2000"/>
              <a:t>Everything for one sample stays in a single file</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b="1" lang="en" sz="2000"/>
              <a:t>Limitations</a:t>
            </a:r>
            <a:endParaRPr b="1" sz="2000"/>
          </a:p>
          <a:p>
            <a:pPr indent="0" lvl="0" marL="0" rtl="0" algn="l">
              <a:lnSpc>
                <a:spcPct val="115000"/>
              </a:lnSpc>
              <a:spcBef>
                <a:spcPts val="0"/>
              </a:spcBef>
              <a:spcAft>
                <a:spcPts val="0"/>
              </a:spcAft>
              <a:buNone/>
            </a:pPr>
            <a:r>
              <a:rPr lang="en" sz="2000"/>
              <a:t>The size filter can wrongly flag long, thin organisms (happened to us)</a:t>
            </a:r>
            <a:endParaRPr sz="2000"/>
          </a:p>
          <a:p>
            <a:pPr indent="0" lvl="0" marL="0" rtl="0" algn="l">
              <a:lnSpc>
                <a:spcPct val="115000"/>
              </a:lnSpc>
              <a:spcBef>
                <a:spcPts val="0"/>
              </a:spcBef>
              <a:spcAft>
                <a:spcPts val="0"/>
              </a:spcAft>
              <a:buNone/>
            </a:pPr>
            <a:r>
              <a:rPr lang="en" sz="2000"/>
              <a:t>Duplicate detection sometimes flags too much, so a person must check through dozens or hundreds of quality images</a:t>
            </a:r>
            <a:endParaRPr sz="2000"/>
          </a:p>
          <a:p>
            <a:pPr indent="0" lvl="0" marL="0" rtl="0" algn="l">
              <a:lnSpc>
                <a:spcPct val="115000"/>
              </a:lnSpc>
              <a:spcBef>
                <a:spcPts val="0"/>
              </a:spcBef>
              <a:spcAft>
                <a:spcPts val="0"/>
              </a:spcAft>
              <a:buNone/>
            </a:pPr>
            <a:r>
              <a:rPr lang="en" sz="2000"/>
              <a:t>The model is only a demo and struggles with rare types</a:t>
            </a:r>
            <a:endParaRPr sz="2000"/>
          </a:p>
        </p:txBody>
      </p:sp>
      <p:sp>
        <p:nvSpPr>
          <p:cNvPr id="3663" name="Google Shape;3663;p374"/>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CFB"/>
        </a:solidFill>
      </p:bgPr>
    </p:bg>
    <p:spTree>
      <p:nvGrpSpPr>
        <p:cNvPr id="3667" name="Shape 3667"/>
        <p:cNvGrpSpPr/>
        <p:nvPr/>
      </p:nvGrpSpPr>
      <p:grpSpPr>
        <a:xfrm>
          <a:off x="0" y="0"/>
          <a:ext cx="0" cy="0"/>
          <a:chOff x="0" y="0"/>
          <a:chExt cx="0" cy="0"/>
        </a:xfrm>
      </p:grpSpPr>
      <p:sp>
        <p:nvSpPr>
          <p:cNvPr id="3668" name="Google Shape;3668;p375"/>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using the same pipeline</a:t>
            </a:r>
            <a:endParaRPr/>
          </a:p>
        </p:txBody>
      </p:sp>
      <p:graphicFrame>
        <p:nvGraphicFramePr>
          <p:cNvPr id="3669" name="Google Shape;3669;p375"/>
          <p:cNvGraphicFramePr/>
          <p:nvPr/>
        </p:nvGraphicFramePr>
        <p:xfrm>
          <a:off x="862013" y="1471625"/>
          <a:ext cx="3000000" cy="3000000"/>
        </p:xfrm>
        <a:graphic>
          <a:graphicData uri="http://schemas.openxmlformats.org/drawingml/2006/table">
            <a:tbl>
              <a:tblPr>
                <a:noFill/>
                <a:tableStyleId>{58798909-2474-468A-989C-B07BB48B937C}</a:tableStyleId>
              </a:tblPr>
              <a:tblGrid>
                <a:gridCol w="2333625"/>
                <a:gridCol w="5086350"/>
              </a:tblGrid>
              <a:tr h="200025">
                <a:tc>
                  <a:txBody>
                    <a:bodyPr/>
                    <a:lstStyle/>
                    <a:p>
                      <a:pPr indent="0" lvl="0" marL="0" rtl="0" algn="ctr">
                        <a:lnSpc>
                          <a:spcPct val="115000"/>
                        </a:lnSpc>
                        <a:spcBef>
                          <a:spcPts val="0"/>
                        </a:spcBef>
                        <a:spcAft>
                          <a:spcPts val="0"/>
                        </a:spcAft>
                        <a:buNone/>
                      </a:pPr>
                      <a:r>
                        <a:rPr b="1" lang="en" sz="1800">
                          <a:solidFill>
                            <a:srgbClr val="191919"/>
                          </a:solidFill>
                          <a:latin typeface="Cairo"/>
                          <a:ea typeface="Cairo"/>
                          <a:cs typeface="Cairo"/>
                          <a:sym typeface="Cairo"/>
                        </a:rPr>
                        <a:t>Paper</a:t>
                      </a:r>
                      <a:endParaRPr b="1" sz="1800">
                        <a:solidFill>
                          <a:srgbClr val="191919"/>
                        </a:solidFill>
                        <a:latin typeface="Cairo"/>
                        <a:ea typeface="Cairo"/>
                        <a:cs typeface="Cairo"/>
                        <a:sym typeface="Cairo"/>
                      </a:endParaRPr>
                    </a:p>
                  </a:txBody>
                  <a:tcPr marT="91425" marB="91425" marR="91425" marL="91425"/>
                </a:tc>
                <a:tc>
                  <a:txBody>
                    <a:bodyPr/>
                    <a:lstStyle/>
                    <a:p>
                      <a:pPr indent="0" lvl="0" marL="0" rtl="0" algn="ctr">
                        <a:lnSpc>
                          <a:spcPct val="115000"/>
                        </a:lnSpc>
                        <a:spcBef>
                          <a:spcPts val="0"/>
                        </a:spcBef>
                        <a:spcAft>
                          <a:spcPts val="0"/>
                        </a:spcAft>
                        <a:buNone/>
                      </a:pPr>
                      <a:r>
                        <a:rPr b="1" lang="en" sz="1800">
                          <a:solidFill>
                            <a:srgbClr val="191919"/>
                          </a:solidFill>
                          <a:latin typeface="Cairo"/>
                          <a:ea typeface="Cairo"/>
                          <a:cs typeface="Cairo"/>
                          <a:sym typeface="Cairo"/>
                        </a:rPr>
                        <a:t>Our project</a:t>
                      </a:r>
                      <a:endParaRPr b="1" sz="1800">
                        <a:solidFill>
                          <a:srgbClr val="191919"/>
                        </a:solidFill>
                        <a:latin typeface="Cairo"/>
                        <a:ea typeface="Cairo"/>
                        <a:cs typeface="Cairo"/>
                        <a:sym typeface="Cairo"/>
                      </a:endParaRPr>
                    </a:p>
                  </a:txBody>
                  <a:tcPr marT="91425" marB="91425" marR="91425" marL="91425"/>
                </a:tc>
              </a:tr>
              <a:tr h="200025">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Unify output across software versions</a:t>
                      </a:r>
                      <a:endParaRPr sz="1800">
                        <a:solidFill>
                          <a:srgbClr val="191919"/>
                        </a:solidFill>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catalog_images.py parses site, date, sample code, and dilution from folder names</a:t>
                      </a:r>
                      <a:endParaRPr sz="1800">
                        <a:solidFill>
                          <a:srgbClr val="191919"/>
                        </a:solidFill>
                        <a:latin typeface="Cairo"/>
                        <a:ea typeface="Cairo"/>
                        <a:cs typeface="Cairo"/>
                        <a:sym typeface="Cairo"/>
                      </a:endParaRPr>
                    </a:p>
                  </a:txBody>
                  <a:tcPr marT="91425" marB="91425" marR="91425" marL="91425"/>
                </a:tc>
              </a:tr>
              <a:tr h="200025">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Remove duplicates</a:t>
                      </a:r>
                      <a:endParaRPr sz="1800">
                        <a:solidFill>
                          <a:srgbClr val="191919"/>
                        </a:solidFill>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Prefer the -pp folder over its raw twin</a:t>
                      </a:r>
                      <a:endParaRPr sz="1800">
                        <a:solidFill>
                          <a:srgbClr val="191919"/>
                        </a:solidFill>
                        <a:latin typeface="Cairo"/>
                        <a:ea typeface="Cairo"/>
                        <a:cs typeface="Cairo"/>
                        <a:sym typeface="Cairo"/>
                      </a:endParaRPr>
                    </a:p>
                  </a:txBody>
                  <a:tcPr marT="91425" marB="91425" marR="91425" marL="91425"/>
                </a:tc>
              </a:tr>
              <a:tr h="200025">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One CSV per sample</a:t>
                      </a:r>
                      <a:endParaRPr sz="1800">
                        <a:solidFill>
                          <a:srgbClr val="191919"/>
                        </a:solidFill>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image_manifest.csv and folder_summary.csv</a:t>
                      </a:r>
                      <a:endParaRPr sz="1800">
                        <a:solidFill>
                          <a:srgbClr val="191919"/>
                        </a:solidFill>
                        <a:latin typeface="Cairo"/>
                        <a:ea typeface="Cairo"/>
                        <a:cs typeface="Cairo"/>
                        <a:sym typeface="Cairo"/>
                      </a:endParaRPr>
                    </a:p>
                  </a:txBody>
                  <a:tcPr marT="91425" marB="91425" marR="91425" marL="91425"/>
                </a:tc>
              </a:tr>
              <a:tr h="200025">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LabelChecker</a:t>
                      </a:r>
                      <a:endParaRPr sz="1800">
                        <a:solidFill>
                          <a:srgbClr val="191919"/>
                        </a:solidFill>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Our dashboard (filters, folder view)</a:t>
                      </a:r>
                      <a:endParaRPr sz="1800">
                        <a:solidFill>
                          <a:srgbClr val="191919"/>
                        </a:solidFill>
                        <a:latin typeface="Cairo"/>
                        <a:ea typeface="Cairo"/>
                        <a:cs typeface="Cairo"/>
                        <a:sym typeface="Cairo"/>
                      </a:endParaRPr>
                    </a:p>
                  </a:txBody>
                  <a:tcPr marT="91425" marB="91425" marR="91425" marL="91425"/>
                </a:tc>
              </a:tr>
              <a:tr h="200025">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Labels in the CSV</a:t>
                      </a:r>
                      <a:endParaRPr sz="1800">
                        <a:solidFill>
                          <a:srgbClr val="191919"/>
                        </a:solidFill>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sz="1800">
                          <a:solidFill>
                            <a:srgbClr val="191919"/>
                          </a:solidFill>
                          <a:latin typeface="Cairo"/>
                          <a:ea typeface="Cairo"/>
                          <a:cs typeface="Cairo"/>
                          <a:sym typeface="Cairo"/>
                        </a:rPr>
                        <a:t>Empty label column to fill in, image IDs are set</a:t>
                      </a:r>
                      <a:endParaRPr sz="1800">
                        <a:solidFill>
                          <a:srgbClr val="191919"/>
                        </a:solidFill>
                        <a:latin typeface="Cairo"/>
                        <a:ea typeface="Cairo"/>
                        <a:cs typeface="Cairo"/>
                        <a:sym typeface="Cairo"/>
                      </a:endParaRPr>
                    </a:p>
                  </a:txBody>
                  <a:tcPr marT="91425" marB="91425" marR="91425" marL="91425"/>
                </a:tc>
              </a:tr>
            </a:tbl>
          </a:graphicData>
        </a:graphic>
      </p:graphicFrame>
      <p:sp>
        <p:nvSpPr>
          <p:cNvPr id="3670" name="Google Shape;3670;p375"/>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a:t>
            </a:r>
            <a:endParaRPr sz="1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4" name="Shape 3674"/>
        <p:cNvGrpSpPr/>
        <p:nvPr/>
      </p:nvGrpSpPr>
      <p:grpSpPr>
        <a:xfrm>
          <a:off x="0" y="0"/>
          <a:ext cx="0" cy="0"/>
          <a:chOff x="0" y="0"/>
          <a:chExt cx="0" cy="0"/>
        </a:xfrm>
      </p:grpSpPr>
      <p:sp>
        <p:nvSpPr>
          <p:cNvPr id="3675" name="Google Shape;3675;p376"/>
          <p:cNvSpPr txBox="1"/>
          <p:nvPr>
            <p:ph type="title"/>
          </p:nvPr>
        </p:nvSpPr>
        <p:spPr>
          <a:xfrm>
            <a:off x="720000" y="445025"/>
            <a:ext cx="77040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Conclusion/Lessons to copy</a:t>
            </a:r>
            <a:endParaRPr/>
          </a:p>
        </p:txBody>
      </p:sp>
      <p:sp>
        <p:nvSpPr>
          <p:cNvPr id="3676" name="Google Shape;3676;p376"/>
          <p:cNvSpPr txBox="1"/>
          <p:nvPr>
            <p:ph idx="1" type="body"/>
          </p:nvPr>
        </p:nvSpPr>
        <p:spPr>
          <a:xfrm>
            <a:off x="720000" y="1184796"/>
            <a:ext cx="7704000" cy="3632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Agree on label categories with Prof. Ahlgren</a:t>
            </a:r>
            <a:endParaRPr sz="2000"/>
          </a:p>
          <a:p>
            <a:pPr indent="-355600" lvl="0" marL="457200" rtl="0" algn="l">
              <a:lnSpc>
                <a:spcPct val="115000"/>
              </a:lnSpc>
              <a:spcBef>
                <a:spcPts val="0"/>
              </a:spcBef>
              <a:spcAft>
                <a:spcPts val="0"/>
              </a:spcAft>
              <a:buSzPts val="2000"/>
              <a:buChar char="●"/>
            </a:pPr>
            <a:r>
              <a:rPr lang="en" sz="2000"/>
              <a:t>Add a labeling and validation view to the dashboard (select several images, assign a label, save)</a:t>
            </a:r>
            <a:endParaRPr sz="2000"/>
          </a:p>
          <a:p>
            <a:pPr indent="-355600" lvl="0" marL="457200" rtl="0" algn="l">
              <a:lnSpc>
                <a:spcPct val="115000"/>
              </a:lnSpc>
              <a:spcBef>
                <a:spcPts val="0"/>
              </a:spcBef>
              <a:spcAft>
                <a:spcPts val="0"/>
              </a:spcAft>
              <a:buSzPts val="2000"/>
              <a:buChar char="●"/>
            </a:pPr>
            <a:r>
              <a:rPr lang="en" sz="2000"/>
              <a:t>Label a varied starter set of images</a:t>
            </a:r>
            <a:endParaRPr sz="2000"/>
          </a:p>
          <a:p>
            <a:pPr indent="-355600" lvl="0" marL="457200" rtl="0" algn="l">
              <a:lnSpc>
                <a:spcPct val="115000"/>
              </a:lnSpc>
              <a:spcBef>
                <a:spcPts val="0"/>
              </a:spcBef>
              <a:spcAft>
                <a:spcPts val="0"/>
              </a:spcAft>
              <a:buSzPts val="2000"/>
              <a:buChar char="●"/>
            </a:pPr>
            <a:r>
              <a:rPr lang="en" sz="2000"/>
              <a:t>Train a small model, then correct its mistakes and repeat</a:t>
            </a:r>
            <a:endParaRPr sz="2000"/>
          </a:p>
          <a:p>
            <a:pPr indent="-355600" lvl="0" marL="457200" rtl="0" algn="l">
              <a:lnSpc>
                <a:spcPct val="115000"/>
              </a:lnSpc>
              <a:spcBef>
                <a:spcPts val="0"/>
              </a:spcBef>
              <a:spcAft>
                <a:spcPts val="0"/>
              </a:spcAft>
              <a:buSzPts val="2000"/>
              <a:buChar char="●"/>
            </a:pPr>
            <a:r>
              <a:rPr lang="en" sz="2000"/>
              <a:t>Test on samples the model hasn't seen</a:t>
            </a:r>
            <a:endParaRPr sz="2000"/>
          </a:p>
        </p:txBody>
      </p:sp>
      <p:sp>
        <p:nvSpPr>
          <p:cNvPr id="3677" name="Google Shape;3677;p376"/>
          <p:cNvSpPr txBox="1"/>
          <p:nvPr>
            <p:ph type="title"/>
          </p:nvPr>
        </p:nvSpPr>
        <p:spPr>
          <a:xfrm>
            <a:off x="0" y="0"/>
            <a:ext cx="464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a:t>
            </a:r>
            <a:endParaRPr sz="1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1" name="Shape 3681"/>
        <p:cNvGrpSpPr/>
        <p:nvPr/>
      </p:nvGrpSpPr>
      <p:grpSpPr>
        <a:xfrm>
          <a:off x="0" y="0"/>
          <a:ext cx="0" cy="0"/>
          <a:chOff x="0" y="0"/>
          <a:chExt cx="0" cy="0"/>
        </a:xfrm>
      </p:grpSpPr>
      <p:sp>
        <p:nvSpPr>
          <p:cNvPr id="3682" name="Google Shape;3682;p377"/>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7: Final Presentation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6" name="Shape 3686"/>
        <p:cNvGrpSpPr/>
        <p:nvPr/>
      </p:nvGrpSpPr>
      <p:grpSpPr>
        <a:xfrm>
          <a:off x="0" y="0"/>
          <a:ext cx="0" cy="0"/>
          <a:chOff x="0" y="0"/>
          <a:chExt cx="0" cy="0"/>
        </a:xfrm>
      </p:grpSpPr>
      <p:sp>
        <p:nvSpPr>
          <p:cNvPr id="3687" name="Google Shape;3687;p3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r>
              <a:rPr lang="en"/>
              <a:t>otivation</a:t>
            </a:r>
            <a:endParaRPr/>
          </a:p>
        </p:txBody>
      </p:sp>
      <p:sp>
        <p:nvSpPr>
          <p:cNvPr id="3688" name="Google Shape;3688;p378"/>
          <p:cNvSpPr txBox="1"/>
          <p:nvPr>
            <p:ph idx="1" type="body"/>
          </p:nvPr>
        </p:nvSpPr>
        <p:spPr>
          <a:xfrm>
            <a:off x="720000" y="1310300"/>
            <a:ext cx="7704000" cy="3264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900"/>
              <a:t>The problem</a:t>
            </a:r>
            <a:endParaRPr b="1" sz="1900"/>
          </a:p>
          <a:p>
            <a:pPr indent="0" lvl="0" marL="0" rtl="0" algn="l">
              <a:lnSpc>
                <a:spcPct val="150000"/>
              </a:lnSpc>
              <a:spcBef>
                <a:spcPts val="0"/>
              </a:spcBef>
              <a:spcAft>
                <a:spcPts val="0"/>
              </a:spcAft>
              <a:buNone/>
            </a:pPr>
            <a:r>
              <a:rPr lang="en" sz="1900"/>
              <a:t>Harmful cyanobacteria blooms can make drinking water and local water bodies unsafe</a:t>
            </a:r>
            <a:endParaRPr sz="1900"/>
          </a:p>
          <a:p>
            <a:pPr indent="0" lvl="0" marL="0" rtl="0" algn="l">
              <a:lnSpc>
                <a:spcPct val="150000"/>
              </a:lnSpc>
              <a:spcBef>
                <a:spcPts val="0"/>
              </a:spcBef>
              <a:spcAft>
                <a:spcPts val="0"/>
              </a:spcAft>
              <a:buNone/>
            </a:pPr>
            <a:r>
              <a:rPr lang="en" sz="1900"/>
              <a:t>Monitoring means looking at water samples under a microscope by hand</a:t>
            </a:r>
            <a:endParaRPr sz="1900"/>
          </a:p>
          <a:p>
            <a:pPr indent="0" lvl="0" marL="0" rtl="0" algn="l">
              <a:lnSpc>
                <a:spcPct val="150000"/>
              </a:lnSpc>
              <a:spcBef>
                <a:spcPts val="0"/>
              </a:spcBef>
              <a:spcAft>
                <a:spcPts val="0"/>
              </a:spcAft>
              <a:buNone/>
            </a:pPr>
            <a:r>
              <a:rPr lang="en" sz="1900"/>
              <a:t>That is slow, and it depends on a trained person</a:t>
            </a:r>
            <a:endParaRPr sz="1900"/>
          </a:p>
          <a:p>
            <a:pPr indent="0" lvl="0" marL="0" rtl="0" algn="l">
              <a:lnSpc>
                <a:spcPct val="150000"/>
              </a:lnSpc>
              <a:spcBef>
                <a:spcPts val="0"/>
              </a:spcBef>
              <a:spcAft>
                <a:spcPts val="0"/>
              </a:spcAft>
              <a:buNone/>
            </a:pPr>
            <a:r>
              <a:rPr lang="en" sz="1900"/>
              <a:t>The City of Worcester, WCMC (Worcester Cyanobacteria Monitoring Collaborative) and Prof. Nathan Ahlgren study these samples</a:t>
            </a:r>
            <a:endParaRPr sz="19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2" name="Shape 3692"/>
        <p:cNvGrpSpPr/>
        <p:nvPr/>
      </p:nvGrpSpPr>
      <p:grpSpPr>
        <a:xfrm>
          <a:off x="0" y="0"/>
          <a:ext cx="0" cy="0"/>
          <a:chOff x="0" y="0"/>
          <a:chExt cx="0" cy="0"/>
        </a:xfrm>
      </p:grpSpPr>
      <p:sp>
        <p:nvSpPr>
          <p:cNvPr id="3693" name="Google Shape;3693;p3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FlowCam</a:t>
            </a:r>
            <a:endParaRPr/>
          </a:p>
        </p:txBody>
      </p:sp>
      <p:sp>
        <p:nvSpPr>
          <p:cNvPr id="3694" name="Google Shape;3694;p379"/>
          <p:cNvSpPr txBox="1"/>
          <p:nvPr>
            <p:ph idx="1" type="body"/>
          </p:nvPr>
        </p:nvSpPr>
        <p:spPr>
          <a:xfrm>
            <a:off x="720000" y="1310299"/>
            <a:ext cx="77040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A FlowCam is a microscope camera that photographs particles in flowing water</a:t>
            </a:r>
            <a:endParaRPr sz="1900"/>
          </a:p>
          <a:p>
            <a:pPr indent="0" lvl="0" marL="0" rtl="0" algn="l">
              <a:lnSpc>
                <a:spcPct val="150000"/>
              </a:lnSpc>
              <a:spcBef>
                <a:spcPts val="0"/>
              </a:spcBef>
              <a:spcAft>
                <a:spcPts val="0"/>
              </a:spcAft>
              <a:buNone/>
            </a:pPr>
            <a:r>
              <a:rPr lang="en" sz="1900"/>
              <a:t>It takes thousands of pictures per sample</a:t>
            </a:r>
            <a:endParaRPr sz="1900"/>
          </a:p>
          <a:p>
            <a:pPr indent="0" lvl="0" marL="0" rtl="0" algn="l">
              <a:lnSpc>
                <a:spcPct val="150000"/>
              </a:lnSpc>
              <a:spcBef>
                <a:spcPts val="0"/>
              </a:spcBef>
              <a:spcAft>
                <a:spcPts val="0"/>
              </a:spcAft>
              <a:buNone/>
            </a:pPr>
            <a:r>
              <a:rPr lang="en" sz="1900"/>
              <a:t>Faster than a person, and the images can be re-checked later</a:t>
            </a:r>
            <a:endParaRPr sz="1900"/>
          </a:p>
          <a:p>
            <a:pPr indent="0" lvl="0" marL="0" rtl="0" algn="l">
              <a:lnSpc>
                <a:spcPct val="150000"/>
              </a:lnSpc>
              <a:spcBef>
                <a:spcPts val="0"/>
              </a:spcBef>
              <a:spcAft>
                <a:spcPts val="0"/>
              </a:spcAft>
              <a:buNone/>
            </a:pPr>
            <a:r>
              <a:rPr lang="en" sz="1900"/>
              <a:t>Machine learning could help identify what is in each picture</a:t>
            </a:r>
            <a:endParaRPr sz="19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8" name="Shape 3698"/>
        <p:cNvGrpSpPr/>
        <p:nvPr/>
      </p:nvGrpSpPr>
      <p:grpSpPr>
        <a:xfrm>
          <a:off x="0" y="0"/>
          <a:ext cx="0" cy="0"/>
          <a:chOff x="0" y="0"/>
          <a:chExt cx="0" cy="0"/>
        </a:xfrm>
      </p:grpSpPr>
      <p:sp>
        <p:nvSpPr>
          <p:cNvPr id="3699" name="Google Shape;3699;p3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started with</a:t>
            </a:r>
            <a:endParaRPr/>
          </a:p>
        </p:txBody>
      </p:sp>
      <p:sp>
        <p:nvSpPr>
          <p:cNvPr id="3700" name="Google Shape;3700;p380"/>
          <p:cNvSpPr txBox="1"/>
          <p:nvPr>
            <p:ph idx="1" type="body"/>
          </p:nvPr>
        </p:nvSpPr>
        <p:spPr>
          <a:xfrm>
            <a:off x="720000" y="1310299"/>
            <a:ext cx="7704000" cy="2628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1200"/>
              </a:spcBef>
              <a:spcAft>
                <a:spcPts val="0"/>
              </a:spcAft>
              <a:buClr>
                <a:srgbClr val="000000"/>
              </a:buClr>
              <a:buSzPts val="1200"/>
              <a:buFont typeface="Arial"/>
              <a:buChar char="●"/>
            </a:pPr>
            <a:r>
              <a:rPr lang="en" sz="1900"/>
              <a:t>About 550,000 images in 648 folders</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 consistent folder naming</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Could not search by site, date or magnification</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Nothing labeled, so nothing a model could learn from</a:t>
            </a:r>
            <a:endParaRPr sz="1900"/>
          </a:p>
        </p:txBody>
      </p:sp>
      <p:pic>
        <p:nvPicPr>
          <p:cNvPr id="3701" name="Google Shape;3701;p380" title="Bell Pond_6.12.2023_10x_TM no dilution-pp_00002.png"/>
          <p:cNvPicPr preferRelativeResize="0"/>
          <p:nvPr/>
        </p:nvPicPr>
        <p:blipFill>
          <a:blip r:embed="rId3">
            <a:alphaModFix/>
          </a:blip>
          <a:stretch>
            <a:fillRect/>
          </a:stretch>
        </p:blipFill>
        <p:spPr>
          <a:xfrm>
            <a:off x="5135663" y="3600450"/>
            <a:ext cx="885825" cy="1304925"/>
          </a:xfrm>
          <a:prstGeom prst="rect">
            <a:avLst/>
          </a:prstGeom>
          <a:noFill/>
          <a:ln>
            <a:noFill/>
          </a:ln>
        </p:spPr>
      </p:pic>
      <p:pic>
        <p:nvPicPr>
          <p:cNvPr id="3702" name="Google Shape;3702;p380" title="Bell Pond_6.12.2023_10x_TM no dilution-pp_00000.png"/>
          <p:cNvPicPr preferRelativeResize="0"/>
          <p:nvPr/>
        </p:nvPicPr>
        <p:blipFill>
          <a:blip r:embed="rId4">
            <a:alphaModFix/>
          </a:blip>
          <a:stretch>
            <a:fillRect/>
          </a:stretch>
        </p:blipFill>
        <p:spPr>
          <a:xfrm>
            <a:off x="569125" y="4231174"/>
            <a:ext cx="323850" cy="323850"/>
          </a:xfrm>
          <a:prstGeom prst="rect">
            <a:avLst/>
          </a:prstGeom>
          <a:noFill/>
          <a:ln>
            <a:noFill/>
          </a:ln>
        </p:spPr>
      </p:pic>
      <p:pic>
        <p:nvPicPr>
          <p:cNvPr id="3703" name="Google Shape;3703;p380" title="Bell Pond_6.12.2023_10x_TM no dilution-pp_00003.png"/>
          <p:cNvPicPr preferRelativeResize="0"/>
          <p:nvPr/>
        </p:nvPicPr>
        <p:blipFill>
          <a:blip r:embed="rId5">
            <a:alphaModFix/>
          </a:blip>
          <a:stretch>
            <a:fillRect/>
          </a:stretch>
        </p:blipFill>
        <p:spPr>
          <a:xfrm>
            <a:off x="1171575" y="4090999"/>
            <a:ext cx="962025" cy="752475"/>
          </a:xfrm>
          <a:prstGeom prst="rect">
            <a:avLst/>
          </a:prstGeom>
          <a:noFill/>
          <a:ln>
            <a:noFill/>
          </a:ln>
        </p:spPr>
      </p:pic>
      <p:pic>
        <p:nvPicPr>
          <p:cNvPr id="3704" name="Google Shape;3704;p380" title="Bell Pond_6.12.2023_10x_TM no dilution-pp_00007.png"/>
          <p:cNvPicPr preferRelativeResize="0"/>
          <p:nvPr/>
        </p:nvPicPr>
        <p:blipFill>
          <a:blip r:embed="rId6">
            <a:alphaModFix/>
          </a:blip>
          <a:stretch>
            <a:fillRect/>
          </a:stretch>
        </p:blipFill>
        <p:spPr>
          <a:xfrm>
            <a:off x="2286000" y="4090999"/>
            <a:ext cx="1230414" cy="900101"/>
          </a:xfrm>
          <a:prstGeom prst="rect">
            <a:avLst/>
          </a:prstGeom>
          <a:noFill/>
          <a:ln>
            <a:noFill/>
          </a:ln>
        </p:spPr>
      </p:pic>
      <p:pic>
        <p:nvPicPr>
          <p:cNvPr id="3705" name="Google Shape;3705;p380" title="Bell Pond_6.12.2023_10x_TM no dilution-pp_00009.png"/>
          <p:cNvPicPr preferRelativeResize="0"/>
          <p:nvPr/>
        </p:nvPicPr>
        <p:blipFill>
          <a:blip r:embed="rId7">
            <a:alphaModFix/>
          </a:blip>
          <a:stretch>
            <a:fillRect/>
          </a:stretch>
        </p:blipFill>
        <p:spPr>
          <a:xfrm>
            <a:off x="3668825" y="3519488"/>
            <a:ext cx="1314450" cy="1323975"/>
          </a:xfrm>
          <a:prstGeom prst="rect">
            <a:avLst/>
          </a:prstGeom>
          <a:noFill/>
          <a:ln>
            <a:noFill/>
          </a:ln>
        </p:spPr>
      </p:pic>
      <p:pic>
        <p:nvPicPr>
          <p:cNvPr id="3706" name="Google Shape;3706;p380" title="Bell Pond_8.7.2023_10x_TM 0.5 dilution-pp_00065.png"/>
          <p:cNvPicPr preferRelativeResize="0"/>
          <p:nvPr/>
        </p:nvPicPr>
        <p:blipFill>
          <a:blip r:embed="rId8">
            <a:alphaModFix/>
          </a:blip>
          <a:stretch>
            <a:fillRect/>
          </a:stretch>
        </p:blipFill>
        <p:spPr>
          <a:xfrm>
            <a:off x="7090900" y="3600450"/>
            <a:ext cx="193283" cy="140225"/>
          </a:xfrm>
          <a:prstGeom prst="rect">
            <a:avLst/>
          </a:prstGeom>
          <a:noFill/>
          <a:ln>
            <a:noFill/>
          </a:ln>
        </p:spPr>
      </p:pic>
      <p:pic>
        <p:nvPicPr>
          <p:cNvPr id="3707" name="Google Shape;3707;p380" title="Bell Pond_8.7.2023_10x_TM 0.5 dilution-pp_00068.png"/>
          <p:cNvPicPr preferRelativeResize="0"/>
          <p:nvPr/>
        </p:nvPicPr>
        <p:blipFill>
          <a:blip r:embed="rId9">
            <a:alphaModFix/>
          </a:blip>
          <a:stretch>
            <a:fillRect/>
          </a:stretch>
        </p:blipFill>
        <p:spPr>
          <a:xfrm>
            <a:off x="7436583" y="3600450"/>
            <a:ext cx="140225" cy="140225"/>
          </a:xfrm>
          <a:prstGeom prst="rect">
            <a:avLst/>
          </a:prstGeom>
          <a:noFill/>
          <a:ln>
            <a:noFill/>
          </a:ln>
        </p:spPr>
      </p:pic>
      <p:pic>
        <p:nvPicPr>
          <p:cNvPr id="3708" name="Google Shape;3708;p380" title="Bell Pond_8.7.2023_10x_TM 0.5 dilution-pp_00072.png"/>
          <p:cNvPicPr preferRelativeResize="0"/>
          <p:nvPr/>
        </p:nvPicPr>
        <p:blipFill>
          <a:blip r:embed="rId10">
            <a:alphaModFix/>
          </a:blip>
          <a:stretch>
            <a:fillRect/>
          </a:stretch>
        </p:blipFill>
        <p:spPr>
          <a:xfrm>
            <a:off x="6173888" y="4090999"/>
            <a:ext cx="828675" cy="752475"/>
          </a:xfrm>
          <a:prstGeom prst="rect">
            <a:avLst/>
          </a:prstGeom>
          <a:noFill/>
          <a:ln>
            <a:noFill/>
          </a:ln>
        </p:spPr>
      </p:pic>
      <p:pic>
        <p:nvPicPr>
          <p:cNvPr id="3709" name="Google Shape;3709;p380" title="Bell Pond_8.7.2023_10x_TM 0.5 dilution-pp_00076.png"/>
          <p:cNvPicPr preferRelativeResize="0"/>
          <p:nvPr/>
        </p:nvPicPr>
        <p:blipFill>
          <a:blip r:embed="rId11">
            <a:alphaModFix/>
          </a:blip>
          <a:stretch>
            <a:fillRect/>
          </a:stretch>
        </p:blipFill>
        <p:spPr>
          <a:xfrm>
            <a:off x="7729208" y="3600450"/>
            <a:ext cx="136535" cy="140225"/>
          </a:xfrm>
          <a:prstGeom prst="rect">
            <a:avLst/>
          </a:prstGeom>
          <a:noFill/>
          <a:ln>
            <a:noFill/>
          </a:ln>
        </p:spPr>
      </p:pic>
      <p:pic>
        <p:nvPicPr>
          <p:cNvPr id="3710" name="Google Shape;3710;p380" title="Bell Pond_8.7.2023_10x_TM 0.5 dilution-pp_00080.png"/>
          <p:cNvPicPr preferRelativeResize="0"/>
          <p:nvPr/>
        </p:nvPicPr>
        <p:blipFill>
          <a:blip r:embed="rId12">
            <a:alphaModFix/>
          </a:blip>
          <a:stretch>
            <a:fillRect/>
          </a:stretch>
        </p:blipFill>
        <p:spPr>
          <a:xfrm>
            <a:off x="6492800" y="3519500"/>
            <a:ext cx="323850" cy="447675"/>
          </a:xfrm>
          <a:prstGeom prst="rect">
            <a:avLst/>
          </a:prstGeom>
          <a:noFill/>
          <a:ln>
            <a:noFill/>
          </a:ln>
        </p:spPr>
      </p:pic>
      <p:pic>
        <p:nvPicPr>
          <p:cNvPr id="3711" name="Google Shape;3711;p380" title="Bell Pond_8.7.2023_10x_TM 0.5 dilution-pp_00087.png"/>
          <p:cNvPicPr preferRelativeResize="0"/>
          <p:nvPr/>
        </p:nvPicPr>
        <p:blipFill>
          <a:blip r:embed="rId13">
            <a:alphaModFix/>
          </a:blip>
          <a:stretch>
            <a:fillRect/>
          </a:stretch>
        </p:blipFill>
        <p:spPr>
          <a:xfrm>
            <a:off x="8018143" y="3600450"/>
            <a:ext cx="117917" cy="140225"/>
          </a:xfrm>
          <a:prstGeom prst="rect">
            <a:avLst/>
          </a:prstGeom>
          <a:noFill/>
          <a:ln>
            <a:noFill/>
          </a:ln>
        </p:spPr>
      </p:pic>
      <p:pic>
        <p:nvPicPr>
          <p:cNvPr id="3712" name="Google Shape;3712;p380" title="Bell Pond_8.7.2023_10x_TM 0.5 dilution-pp_00093.png"/>
          <p:cNvPicPr preferRelativeResize="0"/>
          <p:nvPr/>
        </p:nvPicPr>
        <p:blipFill>
          <a:blip r:embed="rId14">
            <a:alphaModFix/>
          </a:blip>
          <a:stretch>
            <a:fillRect/>
          </a:stretch>
        </p:blipFill>
        <p:spPr>
          <a:xfrm>
            <a:off x="8288460" y="3600450"/>
            <a:ext cx="135551" cy="140225"/>
          </a:xfrm>
          <a:prstGeom prst="rect">
            <a:avLst/>
          </a:prstGeom>
          <a:noFill/>
          <a:ln>
            <a:noFill/>
          </a:ln>
        </p:spPr>
      </p:pic>
      <p:pic>
        <p:nvPicPr>
          <p:cNvPr id="3713" name="Google Shape;3713;p380" title="Bell Pond_8.7.2023_10x_TM 0.5 dilution-pp_00018.png"/>
          <p:cNvPicPr preferRelativeResize="0"/>
          <p:nvPr/>
        </p:nvPicPr>
        <p:blipFill>
          <a:blip r:embed="rId15">
            <a:alphaModFix/>
          </a:blip>
          <a:stretch>
            <a:fillRect/>
          </a:stretch>
        </p:blipFill>
        <p:spPr>
          <a:xfrm>
            <a:off x="152400" y="152400"/>
            <a:ext cx="129155" cy="140225"/>
          </a:xfrm>
          <a:prstGeom prst="rect">
            <a:avLst/>
          </a:prstGeom>
          <a:noFill/>
          <a:ln>
            <a:noFill/>
          </a:ln>
        </p:spPr>
      </p:pic>
      <p:pic>
        <p:nvPicPr>
          <p:cNvPr id="3714" name="Google Shape;3714;p380" title="Bell Pond_8.7.2023_10x_TM 0.5 dilution-pp_00028.png"/>
          <p:cNvPicPr preferRelativeResize="0"/>
          <p:nvPr/>
        </p:nvPicPr>
        <p:blipFill>
          <a:blip r:embed="rId16">
            <a:alphaModFix/>
          </a:blip>
          <a:stretch>
            <a:fillRect/>
          </a:stretch>
        </p:blipFill>
        <p:spPr>
          <a:xfrm>
            <a:off x="8576400" y="152400"/>
            <a:ext cx="415200" cy="540419"/>
          </a:xfrm>
          <a:prstGeom prst="rect">
            <a:avLst/>
          </a:prstGeom>
          <a:noFill/>
          <a:ln>
            <a:noFill/>
          </a:ln>
        </p:spPr>
      </p:pic>
      <p:pic>
        <p:nvPicPr>
          <p:cNvPr id="3715" name="Google Shape;3715;p380" title="Bell Pond_8.7.2023_10x_TM 0.5 dilution-pp_00030.png"/>
          <p:cNvPicPr preferRelativeResize="0"/>
          <p:nvPr/>
        </p:nvPicPr>
        <p:blipFill>
          <a:blip r:embed="rId17">
            <a:alphaModFix/>
          </a:blip>
          <a:stretch>
            <a:fillRect/>
          </a:stretch>
        </p:blipFill>
        <p:spPr>
          <a:xfrm>
            <a:off x="8576400" y="845219"/>
            <a:ext cx="415200" cy="498240"/>
          </a:xfrm>
          <a:prstGeom prst="rect">
            <a:avLst/>
          </a:prstGeom>
          <a:noFill/>
          <a:ln>
            <a:noFill/>
          </a:ln>
        </p:spPr>
      </p:pic>
      <p:pic>
        <p:nvPicPr>
          <p:cNvPr id="3716" name="Google Shape;3716;p380" title="Bell Pond_8.7.2023_10x_TM 0.5 dilution-pp_00034.png"/>
          <p:cNvPicPr preferRelativeResize="0"/>
          <p:nvPr/>
        </p:nvPicPr>
        <p:blipFill>
          <a:blip r:embed="rId18">
            <a:alphaModFix/>
          </a:blip>
          <a:stretch>
            <a:fillRect/>
          </a:stretch>
        </p:blipFill>
        <p:spPr>
          <a:xfrm>
            <a:off x="7154963" y="4090999"/>
            <a:ext cx="800100" cy="590550"/>
          </a:xfrm>
          <a:prstGeom prst="rect">
            <a:avLst/>
          </a:prstGeom>
          <a:noFill/>
          <a:ln>
            <a:noFill/>
          </a:ln>
        </p:spPr>
      </p:pic>
      <p:pic>
        <p:nvPicPr>
          <p:cNvPr id="3717" name="Google Shape;3717;p380" title="Bell Pond_8.7.2023_10x_TM 0.5 dilution-pp_00039.png"/>
          <p:cNvPicPr preferRelativeResize="0"/>
          <p:nvPr/>
        </p:nvPicPr>
        <p:blipFill>
          <a:blip r:embed="rId19">
            <a:alphaModFix/>
          </a:blip>
          <a:stretch>
            <a:fillRect/>
          </a:stretch>
        </p:blipFill>
        <p:spPr>
          <a:xfrm>
            <a:off x="433955" y="152400"/>
            <a:ext cx="115296" cy="140225"/>
          </a:xfrm>
          <a:prstGeom prst="rect">
            <a:avLst/>
          </a:prstGeom>
          <a:noFill/>
          <a:ln>
            <a:noFill/>
          </a:ln>
        </p:spPr>
      </p:pic>
      <p:pic>
        <p:nvPicPr>
          <p:cNvPr id="3718" name="Google Shape;3718;p380" title="Bell Pond_8.7.2023_10x_TM 0.5 dilution-pp_00040.png"/>
          <p:cNvPicPr preferRelativeResize="0"/>
          <p:nvPr/>
        </p:nvPicPr>
        <p:blipFill>
          <a:blip r:embed="rId20">
            <a:alphaModFix/>
          </a:blip>
          <a:stretch>
            <a:fillRect/>
          </a:stretch>
        </p:blipFill>
        <p:spPr>
          <a:xfrm>
            <a:off x="152400" y="445025"/>
            <a:ext cx="381000" cy="514350"/>
          </a:xfrm>
          <a:prstGeom prst="rect">
            <a:avLst/>
          </a:prstGeom>
          <a:noFill/>
          <a:ln>
            <a:noFill/>
          </a:ln>
        </p:spPr>
      </p:pic>
      <p:pic>
        <p:nvPicPr>
          <p:cNvPr id="3719" name="Google Shape;3719;p380" title="Bell Pond_8.7.2023_10x_TM 0.5 dilution-pp_00043.png"/>
          <p:cNvPicPr preferRelativeResize="0"/>
          <p:nvPr/>
        </p:nvPicPr>
        <p:blipFill>
          <a:blip r:embed="rId21">
            <a:alphaModFix/>
          </a:blip>
          <a:stretch>
            <a:fillRect/>
          </a:stretch>
        </p:blipFill>
        <p:spPr>
          <a:xfrm>
            <a:off x="701651" y="152400"/>
            <a:ext cx="165154" cy="140225"/>
          </a:xfrm>
          <a:prstGeom prst="rect">
            <a:avLst/>
          </a:prstGeom>
          <a:noFill/>
          <a:ln>
            <a:noFill/>
          </a:ln>
        </p:spPr>
      </p:pic>
      <p:pic>
        <p:nvPicPr>
          <p:cNvPr id="3720" name="Google Shape;3720;p380" title="Bell Pond_8.7.2023_10x_TM 0.5 dilution-pp_00044.png"/>
          <p:cNvPicPr preferRelativeResize="0"/>
          <p:nvPr/>
        </p:nvPicPr>
        <p:blipFill>
          <a:blip r:embed="rId22">
            <a:alphaModFix/>
          </a:blip>
          <a:stretch>
            <a:fillRect/>
          </a:stretch>
        </p:blipFill>
        <p:spPr>
          <a:xfrm>
            <a:off x="8576400" y="1495859"/>
            <a:ext cx="415200" cy="408041"/>
          </a:xfrm>
          <a:prstGeom prst="rect">
            <a:avLst/>
          </a:prstGeom>
          <a:noFill/>
          <a:ln>
            <a:noFill/>
          </a:ln>
        </p:spPr>
      </p:pic>
      <p:pic>
        <p:nvPicPr>
          <p:cNvPr id="3721" name="Google Shape;3721;p380" title="Bell Pond_8.7.2023_10x_TM 0.5 dilution-pp_00050.png"/>
          <p:cNvPicPr preferRelativeResize="0"/>
          <p:nvPr/>
        </p:nvPicPr>
        <p:blipFill>
          <a:blip r:embed="rId23">
            <a:alphaModFix/>
          </a:blip>
          <a:stretch>
            <a:fillRect/>
          </a:stretch>
        </p:blipFill>
        <p:spPr>
          <a:xfrm>
            <a:off x="152400" y="1111775"/>
            <a:ext cx="264325" cy="254535"/>
          </a:xfrm>
          <a:prstGeom prst="rect">
            <a:avLst/>
          </a:prstGeom>
          <a:noFill/>
          <a:ln>
            <a:noFill/>
          </a:ln>
        </p:spPr>
      </p:pic>
      <p:pic>
        <p:nvPicPr>
          <p:cNvPr id="3722" name="Google Shape;3722;p380" title="Bell Pond_8.7.2023_10x_TM 0.5 dilution-pp_00051.png"/>
          <p:cNvPicPr preferRelativeResize="0"/>
          <p:nvPr/>
        </p:nvPicPr>
        <p:blipFill>
          <a:blip r:embed="rId24">
            <a:alphaModFix/>
          </a:blip>
          <a:stretch>
            <a:fillRect/>
          </a:stretch>
        </p:blipFill>
        <p:spPr>
          <a:xfrm>
            <a:off x="1019205" y="152400"/>
            <a:ext cx="160846" cy="140225"/>
          </a:xfrm>
          <a:prstGeom prst="rect">
            <a:avLst/>
          </a:prstGeom>
          <a:noFill/>
          <a:ln>
            <a:noFill/>
          </a:ln>
        </p:spPr>
      </p:pic>
      <p:pic>
        <p:nvPicPr>
          <p:cNvPr id="3723" name="Google Shape;3723;p380" title="Bell Pond_8.7.2023_10x_TM 0.5 dilution-pp_00053.png"/>
          <p:cNvPicPr preferRelativeResize="0"/>
          <p:nvPr/>
        </p:nvPicPr>
        <p:blipFill>
          <a:blip r:embed="rId25">
            <a:alphaModFix/>
          </a:blip>
          <a:stretch>
            <a:fillRect/>
          </a:stretch>
        </p:blipFill>
        <p:spPr>
          <a:xfrm>
            <a:off x="1332451" y="152400"/>
            <a:ext cx="191216" cy="140225"/>
          </a:xfrm>
          <a:prstGeom prst="rect">
            <a:avLst/>
          </a:prstGeom>
          <a:noFill/>
          <a:ln>
            <a:noFill/>
          </a:ln>
        </p:spPr>
      </p:pic>
      <p:pic>
        <p:nvPicPr>
          <p:cNvPr id="3724" name="Google Shape;3724;p380" title="Bell Pond_8.7.2023_10x_TM 0.5 dilution-pp_00058.png"/>
          <p:cNvPicPr preferRelativeResize="0"/>
          <p:nvPr/>
        </p:nvPicPr>
        <p:blipFill>
          <a:blip r:embed="rId26">
            <a:alphaModFix/>
          </a:blip>
          <a:stretch>
            <a:fillRect/>
          </a:stretch>
        </p:blipFill>
        <p:spPr>
          <a:xfrm>
            <a:off x="1676067" y="152400"/>
            <a:ext cx="137109" cy="140225"/>
          </a:xfrm>
          <a:prstGeom prst="rect">
            <a:avLst/>
          </a:prstGeom>
          <a:noFill/>
          <a:ln>
            <a:noFill/>
          </a:ln>
        </p:spPr>
      </p:pic>
      <p:pic>
        <p:nvPicPr>
          <p:cNvPr id="3725" name="Google Shape;3725;p380" title="Bell_CR5.2.22_10x_TR1-pp_00040.png"/>
          <p:cNvPicPr preferRelativeResize="0"/>
          <p:nvPr/>
        </p:nvPicPr>
        <p:blipFill>
          <a:blip r:embed="rId27">
            <a:alphaModFix/>
          </a:blip>
          <a:stretch>
            <a:fillRect/>
          </a:stretch>
        </p:blipFill>
        <p:spPr>
          <a:xfrm>
            <a:off x="1965576" y="152400"/>
            <a:ext cx="159791" cy="140225"/>
          </a:xfrm>
          <a:prstGeom prst="rect">
            <a:avLst/>
          </a:prstGeom>
          <a:noFill/>
          <a:ln>
            <a:noFill/>
          </a:ln>
        </p:spPr>
      </p:pic>
      <p:pic>
        <p:nvPicPr>
          <p:cNvPr id="3726" name="Google Shape;3726;p380" title="Bell_CR5.2.22_10x_TR1-pp_00041.png"/>
          <p:cNvPicPr preferRelativeResize="0"/>
          <p:nvPr/>
        </p:nvPicPr>
        <p:blipFill>
          <a:blip r:embed="rId28">
            <a:alphaModFix/>
          </a:blip>
          <a:stretch>
            <a:fillRect/>
          </a:stretch>
        </p:blipFill>
        <p:spPr>
          <a:xfrm>
            <a:off x="8576400" y="2056300"/>
            <a:ext cx="333375" cy="628650"/>
          </a:xfrm>
          <a:prstGeom prst="rect">
            <a:avLst/>
          </a:prstGeom>
          <a:noFill/>
          <a:ln>
            <a:noFill/>
          </a:ln>
        </p:spPr>
      </p:pic>
      <p:pic>
        <p:nvPicPr>
          <p:cNvPr id="3727" name="Google Shape;3727;p380" title="Bell_CR5.2.22_10x_TR1-pp_00042.png"/>
          <p:cNvPicPr preferRelativeResize="0"/>
          <p:nvPr/>
        </p:nvPicPr>
        <p:blipFill>
          <a:blip r:embed="rId29">
            <a:alphaModFix/>
          </a:blip>
          <a:stretch>
            <a:fillRect/>
          </a:stretch>
        </p:blipFill>
        <p:spPr>
          <a:xfrm>
            <a:off x="2277767" y="152400"/>
            <a:ext cx="166193" cy="140225"/>
          </a:xfrm>
          <a:prstGeom prst="rect">
            <a:avLst/>
          </a:prstGeom>
          <a:noFill/>
          <a:ln>
            <a:noFill/>
          </a:ln>
        </p:spPr>
      </p:pic>
      <p:pic>
        <p:nvPicPr>
          <p:cNvPr id="3728" name="Google Shape;3728;p380" title="Bell_CR5.2.22_10x_TR1-pp_00048.png"/>
          <p:cNvPicPr preferRelativeResize="0"/>
          <p:nvPr/>
        </p:nvPicPr>
        <p:blipFill>
          <a:blip r:embed="rId30">
            <a:alphaModFix/>
          </a:blip>
          <a:stretch>
            <a:fillRect/>
          </a:stretch>
        </p:blipFill>
        <p:spPr>
          <a:xfrm>
            <a:off x="6710225" y="133338"/>
            <a:ext cx="304800" cy="352425"/>
          </a:xfrm>
          <a:prstGeom prst="rect">
            <a:avLst/>
          </a:prstGeom>
          <a:noFill/>
          <a:ln>
            <a:noFill/>
          </a:ln>
        </p:spPr>
      </p:pic>
      <p:pic>
        <p:nvPicPr>
          <p:cNvPr id="3729" name="Google Shape;3729;p380" title="Bell_CR5.2.22_10x_TR1-pp_00049.png"/>
          <p:cNvPicPr preferRelativeResize="0"/>
          <p:nvPr/>
        </p:nvPicPr>
        <p:blipFill>
          <a:blip r:embed="rId31">
            <a:alphaModFix/>
          </a:blip>
          <a:stretch>
            <a:fillRect/>
          </a:stretch>
        </p:blipFill>
        <p:spPr>
          <a:xfrm>
            <a:off x="7226763" y="157175"/>
            <a:ext cx="257175" cy="304800"/>
          </a:xfrm>
          <a:prstGeom prst="rect">
            <a:avLst/>
          </a:prstGeom>
          <a:noFill/>
          <a:ln>
            <a:noFill/>
          </a:ln>
        </p:spPr>
      </p:pic>
      <p:pic>
        <p:nvPicPr>
          <p:cNvPr id="3730" name="Google Shape;3730;p380" title="Bell_CR5.2.22_10x_TR1-pp_00050.png"/>
          <p:cNvPicPr preferRelativeResize="0"/>
          <p:nvPr/>
        </p:nvPicPr>
        <p:blipFill>
          <a:blip r:embed="rId32">
            <a:alphaModFix/>
          </a:blip>
          <a:stretch>
            <a:fillRect/>
          </a:stretch>
        </p:blipFill>
        <p:spPr>
          <a:xfrm>
            <a:off x="45525" y="1931713"/>
            <a:ext cx="342900" cy="323850"/>
          </a:xfrm>
          <a:prstGeom prst="rect">
            <a:avLst/>
          </a:prstGeom>
          <a:noFill/>
          <a:ln>
            <a:noFill/>
          </a:ln>
        </p:spPr>
      </p:pic>
      <p:pic>
        <p:nvPicPr>
          <p:cNvPr id="3731" name="Google Shape;3731;p380" title="Bell_CR5.2.22_10x_TR1-pp_00051.png"/>
          <p:cNvPicPr preferRelativeResize="0"/>
          <p:nvPr/>
        </p:nvPicPr>
        <p:blipFill>
          <a:blip r:embed="rId33">
            <a:alphaModFix/>
          </a:blip>
          <a:stretch>
            <a:fillRect/>
          </a:stretch>
        </p:blipFill>
        <p:spPr>
          <a:xfrm>
            <a:off x="177063" y="2373288"/>
            <a:ext cx="390525" cy="314325"/>
          </a:xfrm>
          <a:prstGeom prst="rect">
            <a:avLst/>
          </a:prstGeom>
          <a:noFill/>
          <a:ln>
            <a:noFill/>
          </a:ln>
        </p:spPr>
      </p:pic>
      <p:pic>
        <p:nvPicPr>
          <p:cNvPr id="3732" name="Google Shape;3732;p380" title="Bell_CR5.2.22_10x_TR1-pp_00052.png"/>
          <p:cNvPicPr preferRelativeResize="0"/>
          <p:nvPr/>
        </p:nvPicPr>
        <p:blipFill>
          <a:blip r:embed="rId34">
            <a:alphaModFix/>
          </a:blip>
          <a:stretch>
            <a:fillRect/>
          </a:stretch>
        </p:blipFill>
        <p:spPr>
          <a:xfrm>
            <a:off x="305850" y="2846350"/>
            <a:ext cx="371475" cy="352425"/>
          </a:xfrm>
          <a:prstGeom prst="rect">
            <a:avLst/>
          </a:prstGeom>
          <a:noFill/>
          <a:ln>
            <a:noFill/>
          </a:ln>
        </p:spPr>
      </p:pic>
      <p:pic>
        <p:nvPicPr>
          <p:cNvPr id="3733" name="Google Shape;3733;p380" title="Bell_CR5.2.22_10x_TR1-pp_00053.png"/>
          <p:cNvPicPr preferRelativeResize="0"/>
          <p:nvPr/>
        </p:nvPicPr>
        <p:blipFill>
          <a:blip r:embed="rId35">
            <a:alphaModFix/>
          </a:blip>
          <a:stretch>
            <a:fillRect/>
          </a:stretch>
        </p:blipFill>
        <p:spPr>
          <a:xfrm>
            <a:off x="8577400" y="3471588"/>
            <a:ext cx="342900" cy="419100"/>
          </a:xfrm>
          <a:prstGeom prst="rect">
            <a:avLst/>
          </a:prstGeom>
          <a:noFill/>
          <a:ln>
            <a:noFill/>
          </a:ln>
        </p:spPr>
      </p:pic>
      <p:pic>
        <p:nvPicPr>
          <p:cNvPr id="3734" name="Google Shape;3734;p380" title="Bell_CR5.2.22_10x_TR1-pp_00054.png"/>
          <p:cNvPicPr preferRelativeResize="0"/>
          <p:nvPr/>
        </p:nvPicPr>
        <p:blipFill>
          <a:blip r:embed="rId36">
            <a:alphaModFix/>
          </a:blip>
          <a:stretch>
            <a:fillRect/>
          </a:stretch>
        </p:blipFill>
        <p:spPr>
          <a:xfrm>
            <a:off x="7629013" y="128588"/>
            <a:ext cx="333375" cy="361950"/>
          </a:xfrm>
          <a:prstGeom prst="rect">
            <a:avLst/>
          </a:prstGeom>
          <a:noFill/>
          <a:ln>
            <a:noFill/>
          </a:ln>
        </p:spPr>
      </p:pic>
      <p:pic>
        <p:nvPicPr>
          <p:cNvPr id="3735" name="Google Shape;3735;p380" title="Bell_CR5.2.22_10x_TR1-pp_00055.png"/>
          <p:cNvPicPr preferRelativeResize="0"/>
          <p:nvPr/>
        </p:nvPicPr>
        <p:blipFill>
          <a:blip r:embed="rId37">
            <a:alphaModFix/>
          </a:blip>
          <a:stretch>
            <a:fillRect/>
          </a:stretch>
        </p:blipFill>
        <p:spPr>
          <a:xfrm>
            <a:off x="8107475" y="152388"/>
            <a:ext cx="323850" cy="314325"/>
          </a:xfrm>
          <a:prstGeom prst="rect">
            <a:avLst/>
          </a:prstGeom>
          <a:noFill/>
          <a:ln>
            <a:noFill/>
          </a:ln>
        </p:spPr>
      </p:pic>
      <p:pic>
        <p:nvPicPr>
          <p:cNvPr id="3736" name="Google Shape;3736;p380" title="Bell_CR5.2.22_10x_TR1-pp_00056.png"/>
          <p:cNvPicPr preferRelativeResize="0"/>
          <p:nvPr/>
        </p:nvPicPr>
        <p:blipFill>
          <a:blip r:embed="rId38">
            <a:alphaModFix/>
          </a:blip>
          <a:stretch>
            <a:fillRect/>
          </a:stretch>
        </p:blipFill>
        <p:spPr>
          <a:xfrm>
            <a:off x="8650650" y="2866463"/>
            <a:ext cx="266700" cy="333375"/>
          </a:xfrm>
          <a:prstGeom prst="rect">
            <a:avLst/>
          </a:prstGeom>
          <a:noFill/>
          <a:ln>
            <a:noFill/>
          </a:ln>
        </p:spPr>
      </p:pic>
      <p:pic>
        <p:nvPicPr>
          <p:cNvPr id="3737" name="Google Shape;3737;p380" title="Bell_CR5.2.22_10x_TR1-pp_00057.png"/>
          <p:cNvPicPr preferRelativeResize="0"/>
          <p:nvPr/>
        </p:nvPicPr>
        <p:blipFill>
          <a:blip r:embed="rId39">
            <a:alphaModFix/>
          </a:blip>
          <a:stretch>
            <a:fillRect/>
          </a:stretch>
        </p:blipFill>
        <p:spPr>
          <a:xfrm>
            <a:off x="98813" y="1518688"/>
            <a:ext cx="371475" cy="295275"/>
          </a:xfrm>
          <a:prstGeom prst="rect">
            <a:avLst/>
          </a:prstGeom>
          <a:noFill/>
          <a:ln>
            <a:noFill/>
          </a:ln>
        </p:spPr>
      </p:pic>
      <p:pic>
        <p:nvPicPr>
          <p:cNvPr id="3738" name="Google Shape;3738;p380" title="Bell_CR5.2.22_10x_TR1-pp_00058.png"/>
          <p:cNvPicPr preferRelativeResize="0"/>
          <p:nvPr/>
        </p:nvPicPr>
        <p:blipFill>
          <a:blip r:embed="rId40">
            <a:alphaModFix/>
          </a:blip>
          <a:stretch>
            <a:fillRect/>
          </a:stretch>
        </p:blipFill>
        <p:spPr>
          <a:xfrm>
            <a:off x="824988" y="3519488"/>
            <a:ext cx="390525" cy="447675"/>
          </a:xfrm>
          <a:prstGeom prst="rect">
            <a:avLst/>
          </a:prstGeom>
          <a:noFill/>
          <a:ln>
            <a:noFill/>
          </a:ln>
        </p:spPr>
      </p:pic>
      <p:pic>
        <p:nvPicPr>
          <p:cNvPr id="3739" name="Google Shape;3739;p380" title="Bell_CR5.2.22_10x_TR1-pp_00059.png"/>
          <p:cNvPicPr preferRelativeResize="0"/>
          <p:nvPr/>
        </p:nvPicPr>
        <p:blipFill>
          <a:blip r:embed="rId41">
            <a:alphaModFix/>
          </a:blip>
          <a:stretch>
            <a:fillRect/>
          </a:stretch>
        </p:blipFill>
        <p:spPr>
          <a:xfrm>
            <a:off x="386300" y="3457588"/>
            <a:ext cx="247650" cy="571500"/>
          </a:xfrm>
          <a:prstGeom prst="rect">
            <a:avLst/>
          </a:prstGeom>
          <a:noFill/>
          <a:ln>
            <a:noFill/>
          </a:ln>
        </p:spPr>
      </p:pic>
      <p:pic>
        <p:nvPicPr>
          <p:cNvPr id="3740" name="Google Shape;3740;p380" title="Bell_CR5.2.22_10x_TR1-pp_00060.png"/>
          <p:cNvPicPr preferRelativeResize="0"/>
          <p:nvPr/>
        </p:nvPicPr>
        <p:blipFill>
          <a:blip r:embed="rId42">
            <a:alphaModFix/>
          </a:blip>
          <a:stretch>
            <a:fillRect/>
          </a:stretch>
        </p:blipFill>
        <p:spPr>
          <a:xfrm>
            <a:off x="8107475" y="4162425"/>
            <a:ext cx="723900" cy="447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4" name="Shape 3744"/>
        <p:cNvGrpSpPr/>
        <p:nvPr/>
      </p:nvGrpSpPr>
      <p:grpSpPr>
        <a:xfrm>
          <a:off x="0" y="0"/>
          <a:ext cx="0" cy="0"/>
          <a:chOff x="0" y="0"/>
          <a:chExt cx="0" cy="0"/>
        </a:xfrm>
      </p:grpSpPr>
      <p:sp>
        <p:nvSpPr>
          <p:cNvPr id="3745" name="Google Shape;3745;p3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Plan</a:t>
            </a:r>
            <a:endParaRPr/>
          </a:p>
        </p:txBody>
      </p:sp>
      <p:sp>
        <p:nvSpPr>
          <p:cNvPr id="3746" name="Google Shape;3746;p381"/>
          <p:cNvSpPr txBox="1"/>
          <p:nvPr>
            <p:ph idx="1" type="body"/>
          </p:nvPr>
        </p:nvSpPr>
        <p:spPr>
          <a:xfrm>
            <a:off x="3243200" y="1310300"/>
            <a:ext cx="51810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Goal: turn raw FlowCam folders into a clean, searchable, labelable dataset</a:t>
            </a:r>
            <a:endParaRPr sz="1900"/>
          </a:p>
          <a:p>
            <a:pPr indent="-349250" lvl="0" marL="457200" rtl="0" algn="l">
              <a:lnSpc>
                <a:spcPct val="150000"/>
              </a:lnSpc>
              <a:spcBef>
                <a:spcPts val="0"/>
              </a:spcBef>
              <a:spcAft>
                <a:spcPts val="0"/>
              </a:spcAft>
              <a:buSzPts val="1900"/>
              <a:buChar char="●"/>
            </a:pPr>
            <a:r>
              <a:rPr lang="en" sz="1900"/>
              <a:t>Step 1: organize it with a Python script</a:t>
            </a:r>
            <a:endParaRPr sz="1900"/>
          </a:p>
          <a:p>
            <a:pPr indent="-349250" lvl="0" marL="457200" rtl="0" algn="l">
              <a:lnSpc>
                <a:spcPct val="150000"/>
              </a:lnSpc>
              <a:spcBef>
                <a:spcPts val="0"/>
              </a:spcBef>
              <a:spcAft>
                <a:spcPts val="0"/>
              </a:spcAft>
              <a:buSzPts val="1900"/>
              <a:buChar char="●"/>
            </a:pPr>
            <a:r>
              <a:rPr lang="en" sz="1900"/>
              <a:t>Step 2: put it in a database and dashboard</a:t>
            </a:r>
            <a:endParaRPr sz="1900"/>
          </a:p>
          <a:p>
            <a:pPr indent="-349250" lvl="0" marL="457200" rtl="0" algn="l">
              <a:lnSpc>
                <a:spcPct val="150000"/>
              </a:lnSpc>
              <a:spcBef>
                <a:spcPts val="0"/>
              </a:spcBef>
              <a:spcAft>
                <a:spcPts val="0"/>
              </a:spcAft>
              <a:buSzPts val="1900"/>
              <a:buChar char="●"/>
            </a:pPr>
            <a:r>
              <a:rPr lang="en" sz="1900"/>
              <a:t>Step 3: build a tool for people to label images</a:t>
            </a:r>
            <a:endParaRPr sz="1900"/>
          </a:p>
        </p:txBody>
      </p:sp>
      <p:pic>
        <p:nvPicPr>
          <p:cNvPr id="3747" name="Google Shape;3747;p381"/>
          <p:cNvPicPr preferRelativeResize="0"/>
          <p:nvPr/>
        </p:nvPicPr>
        <p:blipFill>
          <a:blip r:embed="rId3">
            <a:alphaModFix/>
          </a:blip>
          <a:stretch>
            <a:fillRect/>
          </a:stretch>
        </p:blipFill>
        <p:spPr>
          <a:xfrm>
            <a:off x="570850" y="1414963"/>
            <a:ext cx="2418975" cy="24189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1" name="Shape 3751"/>
        <p:cNvGrpSpPr/>
        <p:nvPr/>
      </p:nvGrpSpPr>
      <p:grpSpPr>
        <a:xfrm>
          <a:off x="0" y="0"/>
          <a:ext cx="0" cy="0"/>
          <a:chOff x="0" y="0"/>
          <a:chExt cx="0" cy="0"/>
        </a:xfrm>
      </p:grpSpPr>
      <p:sp>
        <p:nvSpPr>
          <p:cNvPr id="3752" name="Google Shape;3752;p3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Learning the data</a:t>
            </a:r>
            <a:endParaRPr/>
          </a:p>
        </p:txBody>
      </p:sp>
      <p:sp>
        <p:nvSpPr>
          <p:cNvPr id="3753" name="Google Shape;3753;p382"/>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Met with Prof. Ahlgren to learn how the data is made</a:t>
            </a:r>
            <a:endParaRPr sz="1900"/>
          </a:p>
          <a:p>
            <a:pPr indent="0" lvl="0" marL="0" rtl="0" algn="l">
              <a:lnSpc>
                <a:spcPct val="150000"/>
              </a:lnSpc>
              <a:spcBef>
                <a:spcPts val="0"/>
              </a:spcBef>
              <a:spcAft>
                <a:spcPts val="0"/>
              </a:spcAft>
              <a:buNone/>
            </a:pPr>
            <a:r>
              <a:rPr lang="en" sz="1900"/>
              <a:t>-pp means post-processed, the city’s standard</a:t>
            </a:r>
            <a:endParaRPr sz="1900"/>
          </a:p>
          <a:p>
            <a:pPr indent="0" lvl="0" marL="0" rtl="0" algn="l">
              <a:lnSpc>
                <a:spcPct val="150000"/>
              </a:lnSpc>
              <a:spcBef>
                <a:spcPts val="0"/>
              </a:spcBef>
              <a:spcAft>
                <a:spcPts val="0"/>
              </a:spcAft>
              <a:buNone/>
            </a:pPr>
            <a:r>
              <a:rPr lang="en" sz="1900"/>
              <a:t>TR/TM = trigger mode and AI = autoimage mode</a:t>
            </a:r>
            <a:endParaRPr sz="1900"/>
          </a:p>
          <a:p>
            <a:pPr indent="0" lvl="0" marL="0" rtl="0" algn="l">
              <a:lnSpc>
                <a:spcPct val="150000"/>
              </a:lnSpc>
              <a:spcBef>
                <a:spcPts val="0"/>
              </a:spcBef>
              <a:spcAft>
                <a:spcPts val="0"/>
              </a:spcAft>
              <a:buNone/>
            </a:pPr>
            <a:r>
              <a:rPr lang="en" sz="1900"/>
              <a:t>Dilution is in the name, and magnification is 10x unless noted</a:t>
            </a:r>
            <a:endParaRPr sz="1900"/>
          </a:p>
          <a:p>
            <a:pPr indent="0" lvl="0" marL="0" rtl="0" algn="l">
              <a:lnSpc>
                <a:spcPct val="150000"/>
              </a:lnSpc>
              <a:spcBef>
                <a:spcPts val="0"/>
              </a:spcBef>
              <a:spcAft>
                <a:spcPts val="0"/>
              </a:spcAft>
              <a:buNone/>
            </a:pPr>
            <a:r>
              <a:rPr lang="en" sz="1900"/>
              <a:t>Also learned from a paper on a FlowCam image pipeline</a:t>
            </a:r>
            <a:endParaRPr sz="19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7" name="Shape 3757"/>
        <p:cNvGrpSpPr/>
        <p:nvPr/>
      </p:nvGrpSpPr>
      <p:grpSpPr>
        <a:xfrm>
          <a:off x="0" y="0"/>
          <a:ext cx="0" cy="0"/>
          <a:chOff x="0" y="0"/>
          <a:chExt cx="0" cy="0"/>
        </a:xfrm>
      </p:grpSpPr>
      <p:sp>
        <p:nvSpPr>
          <p:cNvPr id="3758" name="Google Shape;3758;p3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Python Script</a:t>
            </a:r>
            <a:endParaRPr/>
          </a:p>
        </p:txBody>
      </p:sp>
      <p:sp>
        <p:nvSpPr>
          <p:cNvPr id="3759" name="Google Shape;3759;p383"/>
          <p:cNvSpPr txBox="1"/>
          <p:nvPr>
            <p:ph idx="1" type="body"/>
          </p:nvPr>
        </p:nvSpPr>
        <p:spPr>
          <a:xfrm>
            <a:off x="720000" y="1174652"/>
            <a:ext cx="7704000" cy="4311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Reads each folder name and extracts site, date, magnification, dilution and capture mode</a:t>
            </a:r>
            <a:endParaRPr sz="1900"/>
          </a:p>
          <a:p>
            <a:pPr indent="0" lvl="0" marL="0" rtl="0" algn="l">
              <a:lnSpc>
                <a:spcPct val="150000"/>
              </a:lnSpc>
              <a:spcBef>
                <a:spcPts val="0"/>
              </a:spcBef>
              <a:spcAft>
                <a:spcPts val="0"/>
              </a:spcAft>
              <a:buNone/>
            </a:pPr>
            <a:r>
              <a:rPr lang="en" sz="1900"/>
              <a:t>Cleans up site names</a:t>
            </a:r>
            <a:endParaRPr sz="1900"/>
          </a:p>
          <a:p>
            <a:pPr indent="0" lvl="0" marL="0" rtl="0" algn="l">
              <a:lnSpc>
                <a:spcPct val="150000"/>
              </a:lnSpc>
              <a:spcBef>
                <a:spcPts val="0"/>
              </a:spcBef>
              <a:spcAft>
                <a:spcPts val="0"/>
              </a:spcAft>
              <a:buNone/>
            </a:pPr>
            <a:r>
              <a:rPr lang="en" sz="1900"/>
              <a:t>Uses the -pp folder when both versions exist</a:t>
            </a:r>
            <a:endParaRPr sz="1900"/>
          </a:p>
          <a:p>
            <a:pPr indent="0" lvl="0" marL="0" rtl="0" algn="l">
              <a:lnSpc>
                <a:spcPct val="150000"/>
              </a:lnSpc>
              <a:spcBef>
                <a:spcPts val="0"/>
              </a:spcBef>
              <a:spcAft>
                <a:spcPts val="0"/>
              </a:spcAft>
              <a:buNone/>
            </a:pPr>
            <a:r>
              <a:rPr lang="en" sz="1900"/>
              <a:t>Checks that every image opens (Pillow)</a:t>
            </a:r>
            <a:endParaRPr sz="1900"/>
          </a:p>
          <a:p>
            <a:pPr indent="0" lvl="0" marL="0" rtl="0" algn="l">
              <a:lnSpc>
                <a:spcPct val="150000"/>
              </a:lnSpc>
              <a:spcBef>
                <a:spcPts val="0"/>
              </a:spcBef>
              <a:spcAft>
                <a:spcPts val="0"/>
              </a:spcAft>
              <a:buNone/>
            </a:pPr>
            <a:r>
              <a:rPr lang="en" sz="1900"/>
              <a:t>Output: one spreadsheet row per image (folder_name	site_raw	site_normalized, water_body_type, date, magnification, sample_code, capture_mode, dilution, is_pp, image_count, unreadable_count)</a:t>
            </a:r>
            <a:endParaRPr sz="19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3" name="Shape 3763"/>
        <p:cNvGrpSpPr/>
        <p:nvPr/>
      </p:nvGrpSpPr>
      <p:grpSpPr>
        <a:xfrm>
          <a:off x="0" y="0"/>
          <a:ext cx="0" cy="0"/>
          <a:chOff x="0" y="0"/>
          <a:chExt cx="0" cy="0"/>
        </a:xfrm>
      </p:grpSpPr>
      <p:sp>
        <p:nvSpPr>
          <p:cNvPr id="3764" name="Google Shape;3764;p3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Script Results</a:t>
            </a:r>
            <a:endParaRPr/>
          </a:p>
        </p:txBody>
      </p:sp>
      <p:sp>
        <p:nvSpPr>
          <p:cNvPr id="3765" name="Google Shape;3765;p384"/>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511,765 images</a:t>
            </a:r>
            <a:endParaRPr sz="1900"/>
          </a:p>
          <a:p>
            <a:pPr indent="-349250" lvl="0" marL="457200" rtl="0" algn="l">
              <a:lnSpc>
                <a:spcPct val="150000"/>
              </a:lnSpc>
              <a:spcBef>
                <a:spcPts val="0"/>
              </a:spcBef>
              <a:spcAft>
                <a:spcPts val="0"/>
              </a:spcAft>
              <a:buSzPts val="1900"/>
              <a:buChar char="❖"/>
            </a:pPr>
            <a:r>
              <a:rPr lang="en" sz="1900"/>
              <a:t>613 folders, 45 sites, 36 sampling dates</a:t>
            </a:r>
            <a:endParaRPr sz="1900"/>
          </a:p>
          <a:p>
            <a:pPr indent="-349250" lvl="0" marL="457200" rtl="0" algn="l">
              <a:lnSpc>
                <a:spcPct val="150000"/>
              </a:lnSpc>
              <a:spcBef>
                <a:spcPts val="0"/>
              </a:spcBef>
              <a:spcAft>
                <a:spcPts val="0"/>
              </a:spcAft>
              <a:buSzPts val="1900"/>
              <a:buChar char="❖"/>
            </a:pPr>
            <a:r>
              <a:rPr lang="en" sz="1900"/>
              <a:t>0 unreadable files</a:t>
            </a:r>
            <a:endParaRPr sz="1900"/>
          </a:p>
          <a:p>
            <a:pPr indent="-349250" lvl="0" marL="457200" rtl="0" algn="l">
              <a:lnSpc>
                <a:spcPct val="150000"/>
              </a:lnSpc>
              <a:spcBef>
                <a:spcPts val="0"/>
              </a:spcBef>
              <a:spcAft>
                <a:spcPts val="0"/>
              </a:spcAft>
              <a:buSzPts val="1900"/>
              <a:buChar char="❖"/>
            </a:pPr>
            <a:r>
              <a:rPr lang="en" sz="1900"/>
              <a:t>31,605 duplicate images removed by using -pp folders</a:t>
            </a:r>
            <a:endParaRPr sz="19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9" name="Shape 3769"/>
        <p:cNvGrpSpPr/>
        <p:nvPr/>
      </p:nvGrpSpPr>
      <p:grpSpPr>
        <a:xfrm>
          <a:off x="0" y="0"/>
          <a:ext cx="0" cy="0"/>
          <a:chOff x="0" y="0"/>
          <a:chExt cx="0" cy="0"/>
        </a:xfrm>
      </p:grpSpPr>
      <p:sp>
        <p:nvSpPr>
          <p:cNvPr id="3770" name="Google Shape;3770;p38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Choosing a database</a:t>
            </a:r>
            <a:endParaRPr/>
          </a:p>
        </p:txBody>
      </p:sp>
      <p:pic>
        <p:nvPicPr>
          <p:cNvPr id="3771" name="Google Shape;3771;p385" title="cloudflare-logo-png_seeklogo-294312.png"/>
          <p:cNvPicPr preferRelativeResize="0"/>
          <p:nvPr/>
        </p:nvPicPr>
        <p:blipFill>
          <a:blip r:embed="rId3">
            <a:alphaModFix/>
          </a:blip>
          <a:stretch>
            <a:fillRect/>
          </a:stretch>
        </p:blipFill>
        <p:spPr>
          <a:xfrm>
            <a:off x="939273" y="1168177"/>
            <a:ext cx="1464475" cy="1464475"/>
          </a:xfrm>
          <a:prstGeom prst="rect">
            <a:avLst/>
          </a:prstGeom>
          <a:noFill/>
          <a:ln>
            <a:noFill/>
          </a:ln>
        </p:spPr>
      </p:pic>
      <p:pic>
        <p:nvPicPr>
          <p:cNvPr id="3772" name="Google Shape;3772;p385" title="Frame (4).png"/>
          <p:cNvPicPr preferRelativeResize="0"/>
          <p:nvPr/>
        </p:nvPicPr>
        <p:blipFill>
          <a:blip r:embed="rId4">
            <a:alphaModFix/>
          </a:blip>
          <a:stretch>
            <a:fillRect/>
          </a:stretch>
        </p:blipFill>
        <p:spPr>
          <a:xfrm>
            <a:off x="1585675" y="2903675"/>
            <a:ext cx="1609101" cy="1609101"/>
          </a:xfrm>
          <a:prstGeom prst="rect">
            <a:avLst/>
          </a:prstGeom>
          <a:noFill/>
          <a:ln>
            <a:noFill/>
          </a:ln>
        </p:spPr>
      </p:pic>
      <p:pic>
        <p:nvPicPr>
          <p:cNvPr id="3773" name="Google Shape;3773;p385" title="images.png"/>
          <p:cNvPicPr preferRelativeResize="0"/>
          <p:nvPr/>
        </p:nvPicPr>
        <p:blipFill>
          <a:blip r:embed="rId5">
            <a:alphaModFix/>
          </a:blip>
          <a:stretch>
            <a:fillRect/>
          </a:stretch>
        </p:blipFill>
        <p:spPr>
          <a:xfrm>
            <a:off x="3233100" y="1069800"/>
            <a:ext cx="2187275" cy="2187275"/>
          </a:xfrm>
          <a:prstGeom prst="rect">
            <a:avLst/>
          </a:prstGeom>
          <a:noFill/>
          <a:ln>
            <a:noFill/>
          </a:ln>
        </p:spPr>
      </p:pic>
      <p:pic>
        <p:nvPicPr>
          <p:cNvPr id="3774" name="Google Shape;3774;p385" title="images.png"/>
          <p:cNvPicPr preferRelativeResize="0"/>
          <p:nvPr/>
        </p:nvPicPr>
        <p:blipFill>
          <a:blip r:embed="rId6">
            <a:alphaModFix/>
          </a:blip>
          <a:stretch>
            <a:fillRect/>
          </a:stretch>
        </p:blipFill>
        <p:spPr>
          <a:xfrm>
            <a:off x="6785400" y="1314375"/>
            <a:ext cx="1152200" cy="1152200"/>
          </a:xfrm>
          <a:prstGeom prst="rect">
            <a:avLst/>
          </a:prstGeom>
          <a:noFill/>
          <a:ln>
            <a:noFill/>
          </a:ln>
        </p:spPr>
      </p:pic>
      <p:pic>
        <p:nvPicPr>
          <p:cNvPr id="3775" name="Google Shape;3775;p385" title="download.png"/>
          <p:cNvPicPr preferRelativeResize="0"/>
          <p:nvPr/>
        </p:nvPicPr>
        <p:blipFill>
          <a:blip r:embed="rId7">
            <a:alphaModFix/>
          </a:blip>
          <a:stretch>
            <a:fillRect/>
          </a:stretch>
        </p:blipFill>
        <p:spPr>
          <a:xfrm>
            <a:off x="4780951" y="2845600"/>
            <a:ext cx="2085325" cy="13360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9" name="Shape 3779"/>
        <p:cNvGrpSpPr/>
        <p:nvPr/>
      </p:nvGrpSpPr>
      <p:grpSpPr>
        <a:xfrm>
          <a:off x="0" y="0"/>
          <a:ext cx="0" cy="0"/>
          <a:chOff x="0" y="0"/>
          <a:chExt cx="0" cy="0"/>
        </a:xfrm>
      </p:grpSpPr>
      <p:sp>
        <p:nvSpPr>
          <p:cNvPr id="3780" name="Google Shape;3780;p3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Cloudflare &amp; Supabase work so well</a:t>
            </a:r>
            <a:endParaRPr/>
          </a:p>
        </p:txBody>
      </p:sp>
      <p:graphicFrame>
        <p:nvGraphicFramePr>
          <p:cNvPr id="3781" name="Google Shape;3781;p386"/>
          <p:cNvGraphicFramePr/>
          <p:nvPr/>
        </p:nvGraphicFramePr>
        <p:xfrm>
          <a:off x="1332875" y="1164250"/>
          <a:ext cx="3000000" cy="3000000"/>
        </p:xfrm>
        <a:graphic>
          <a:graphicData uri="http://schemas.openxmlformats.org/drawingml/2006/table">
            <a:tbl>
              <a:tblPr>
                <a:noFill/>
                <a:tableStyleId>{58798909-2474-468A-989C-B07BB48B937C}</a:tableStyleId>
              </a:tblPr>
              <a:tblGrid>
                <a:gridCol w="2181225"/>
                <a:gridCol w="1914525"/>
                <a:gridCol w="2124075"/>
              </a:tblGrid>
              <a:tr h="209550">
                <a:tc>
                  <a:txBody>
                    <a:bodyPr/>
                    <a:lstStyle/>
                    <a:p>
                      <a:pPr indent="0" lvl="0" marL="0" rtl="0" algn="ctr">
                        <a:lnSpc>
                          <a:spcPct val="115000"/>
                        </a:lnSpc>
                        <a:spcBef>
                          <a:spcPts val="0"/>
                        </a:spcBef>
                        <a:spcAft>
                          <a:spcPts val="0"/>
                        </a:spcAft>
                        <a:buNone/>
                      </a:pPr>
                      <a:r>
                        <a:rPr lang="en" sz="1100">
                          <a:latin typeface="Cairo"/>
                          <a:ea typeface="Cairo"/>
                          <a:cs typeface="Cairo"/>
                          <a:sym typeface="Cairo"/>
                        </a:rPr>
                        <a:t>What</a:t>
                      </a:r>
                      <a:endParaRPr sz="1100">
                        <a:latin typeface="Cairo"/>
                        <a:ea typeface="Cairo"/>
                        <a:cs typeface="Cairo"/>
                        <a:sym typeface="Cairo"/>
                      </a:endParaRPr>
                    </a:p>
                  </a:txBody>
                  <a:tcPr marT="91425" marB="91425" marR="91425" marL="91425"/>
                </a:tc>
                <a:tc>
                  <a:txBody>
                    <a:bodyPr/>
                    <a:lstStyle/>
                    <a:p>
                      <a:pPr indent="0" lvl="0" marL="0" rtl="0" algn="ctr">
                        <a:lnSpc>
                          <a:spcPct val="115000"/>
                        </a:lnSpc>
                        <a:spcBef>
                          <a:spcPts val="0"/>
                        </a:spcBef>
                        <a:spcAft>
                          <a:spcPts val="0"/>
                        </a:spcAft>
                        <a:buNone/>
                      </a:pPr>
                      <a:r>
                        <a:rPr lang="en" sz="1100">
                          <a:latin typeface="Cairo"/>
                          <a:ea typeface="Cairo"/>
                          <a:cs typeface="Cairo"/>
                          <a:sym typeface="Cairo"/>
                        </a:rPr>
                        <a:t>Free limit</a:t>
                      </a:r>
                      <a:endParaRPr sz="1100">
                        <a:latin typeface="Cairo"/>
                        <a:ea typeface="Cairo"/>
                        <a:cs typeface="Cairo"/>
                        <a:sym typeface="Cairo"/>
                      </a:endParaRPr>
                    </a:p>
                  </a:txBody>
                  <a:tcPr marT="91425" marB="91425" marR="91425" marL="91425"/>
                </a:tc>
                <a:tc>
                  <a:txBody>
                    <a:bodyPr/>
                    <a:lstStyle/>
                    <a:p>
                      <a:pPr indent="0" lvl="0" marL="0" rtl="0" algn="ctr">
                        <a:lnSpc>
                          <a:spcPct val="115000"/>
                        </a:lnSpc>
                        <a:spcBef>
                          <a:spcPts val="0"/>
                        </a:spcBef>
                        <a:spcAft>
                          <a:spcPts val="0"/>
                        </a:spcAft>
                        <a:buNone/>
                      </a:pPr>
                      <a:r>
                        <a:rPr lang="en" sz="1100">
                          <a:latin typeface="Cairo"/>
                          <a:ea typeface="Cairo"/>
                          <a:cs typeface="Cairo"/>
                          <a:sym typeface="Cairo"/>
                        </a:rPr>
                        <a:t>Our usage</a:t>
                      </a:r>
                      <a:endParaRPr sz="1100">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Postgres database (Supabase)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500 MB</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r>
                        <a:rPr lang="en">
                          <a:latin typeface="Cairo"/>
                          <a:ea typeface="Cairo"/>
                          <a:cs typeface="Cairo"/>
                          <a:sym typeface="Cairo"/>
                        </a:rPr>
                        <a:t>168 MB</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Image storage (Cloudflare R2)</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10 GB</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r>
                        <a:rPr lang="en">
                          <a:latin typeface="Cairo"/>
                          <a:ea typeface="Cairo"/>
                          <a:cs typeface="Cairo"/>
                          <a:sym typeface="Cairo"/>
                        </a:rPr>
                        <a:t>3.65 GB (511,765 images)</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Image downloads from R2</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free, with no bandwidth charge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endParaRPr>
                        <a:latin typeface="Cairo"/>
                        <a:ea typeface="Cairo"/>
                        <a:cs typeface="Cairo"/>
                        <a:sym typeface="Cairo"/>
                      </a:endParaRPr>
                    </a:p>
                  </a:txBody>
                  <a:tcPr marT="91425" marB="91425" marR="91425" marL="91425"/>
                </a:tc>
              </a:tr>
              <a:tr h="693300">
                <a:tc>
                  <a:txBody>
                    <a:bodyPr/>
                    <a:lstStyle/>
                    <a:p>
                      <a:pPr indent="0" lvl="0" marL="0" rtl="0" algn="l">
                        <a:spcBef>
                          <a:spcPts val="0"/>
                        </a:spcBef>
                        <a:spcAft>
                          <a:spcPts val="0"/>
                        </a:spcAft>
                        <a:buNone/>
                      </a:pPr>
                      <a:r>
                        <a:rPr lang="en">
                          <a:latin typeface="Cairo"/>
                          <a:ea typeface="Cairo"/>
                          <a:cs typeface="Cairo"/>
                          <a:sym typeface="Cairo"/>
                        </a:rPr>
                        <a:t>Image server (Cloudflare Worker)</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100,000 requests per day</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No more than 10,000 a day</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Website hosting (Cloudflare Pages)</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no traffic charge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endParaRPr>
                        <a:latin typeface="Cairo"/>
                        <a:ea typeface="Cairo"/>
                        <a:cs typeface="Cairo"/>
                        <a:sym typeface="Cairo"/>
                      </a:endParaRPr>
                    </a:p>
                  </a:txBody>
                  <a:tcPr marT="91425" marB="91425" marR="91425" marL="91425"/>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5" name="Shape 3785"/>
        <p:cNvGrpSpPr/>
        <p:nvPr/>
      </p:nvGrpSpPr>
      <p:grpSpPr>
        <a:xfrm>
          <a:off x="0" y="0"/>
          <a:ext cx="0" cy="0"/>
          <a:chOff x="0" y="0"/>
          <a:chExt cx="0" cy="0"/>
        </a:xfrm>
      </p:grpSpPr>
      <p:pic>
        <p:nvPicPr>
          <p:cNvPr id="3786" name="Google Shape;3786;p387" title="plan_a_architecture.png"/>
          <p:cNvPicPr preferRelativeResize="0"/>
          <p:nvPr/>
        </p:nvPicPr>
        <p:blipFill rotWithShape="1">
          <a:blip r:embed="rId3">
            <a:alphaModFix/>
          </a:blip>
          <a:srcRect b="-9" l="0" r="0" t="10073"/>
          <a:stretch/>
        </p:blipFill>
        <p:spPr>
          <a:xfrm>
            <a:off x="700350" y="528700"/>
            <a:ext cx="7607852" cy="37853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0" name="Shape 3790"/>
        <p:cNvGrpSpPr/>
        <p:nvPr/>
      </p:nvGrpSpPr>
      <p:grpSpPr>
        <a:xfrm>
          <a:off x="0" y="0"/>
          <a:ext cx="0" cy="0"/>
          <a:chOff x="0" y="0"/>
          <a:chExt cx="0" cy="0"/>
        </a:xfrm>
      </p:grpSpPr>
      <p:sp>
        <p:nvSpPr>
          <p:cNvPr id="3791" name="Google Shape;3791;p3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The Dashboard</a:t>
            </a:r>
            <a:endParaRPr/>
          </a:p>
        </p:txBody>
      </p:sp>
      <p:sp>
        <p:nvSpPr>
          <p:cNvPr id="3792" name="Google Shape;3792;p388"/>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Anyone can browse, filter and download images</a:t>
            </a:r>
            <a:endParaRPr sz="1900"/>
          </a:p>
          <a:p>
            <a:pPr indent="-349250" lvl="0" marL="457200" rtl="0" algn="l">
              <a:lnSpc>
                <a:spcPct val="150000"/>
              </a:lnSpc>
              <a:spcBef>
                <a:spcPts val="0"/>
              </a:spcBef>
              <a:spcAft>
                <a:spcPts val="0"/>
              </a:spcAft>
              <a:buSzPts val="1900"/>
              <a:buChar char="●"/>
            </a:pPr>
            <a:r>
              <a:rPr lang="en" sz="1900"/>
              <a:t>Filters: site, date, water body, magnification</a:t>
            </a:r>
            <a:endParaRPr sz="1900"/>
          </a:p>
          <a:p>
            <a:pPr indent="-349250" lvl="0" marL="457200" rtl="0" algn="l">
              <a:lnSpc>
                <a:spcPct val="150000"/>
              </a:lnSpc>
              <a:spcBef>
                <a:spcPts val="0"/>
              </a:spcBef>
              <a:spcAft>
                <a:spcPts val="0"/>
              </a:spcAft>
              <a:buSzPts val="1900"/>
              <a:buChar char="●"/>
            </a:pPr>
            <a:r>
              <a:rPr lang="en" sz="1900"/>
              <a:t>Charts and a detail view for each folder</a:t>
            </a:r>
            <a:endParaRPr sz="1900"/>
          </a:p>
          <a:p>
            <a:pPr indent="-349250" lvl="0" marL="457200" rtl="0" algn="l">
              <a:lnSpc>
                <a:spcPct val="150000"/>
              </a:lnSpc>
              <a:spcBef>
                <a:spcPts val="0"/>
              </a:spcBef>
              <a:spcAft>
                <a:spcPts val="0"/>
              </a:spcAft>
              <a:buSzPts val="1900"/>
              <a:buChar char="●"/>
            </a:pPr>
            <a:r>
              <a:rPr lang="en" sz="1900"/>
              <a:t>Light and dark mode, works on phones</a:t>
            </a:r>
            <a:endParaRPr sz="1900"/>
          </a:p>
          <a:p>
            <a:pPr indent="-349250" lvl="0" marL="457200" rtl="0" algn="l">
              <a:lnSpc>
                <a:spcPct val="150000"/>
              </a:lnSpc>
              <a:spcBef>
                <a:spcPts val="0"/>
              </a:spcBef>
              <a:spcAft>
                <a:spcPts val="0"/>
              </a:spcAft>
              <a:buSzPts val="1900"/>
              <a:buChar char="●"/>
            </a:pPr>
            <a:r>
              <a:rPr lang="en" sz="1900"/>
              <a:t>Admin page that allows authorized users to change users access level</a:t>
            </a:r>
            <a:endParaRPr sz="1900"/>
          </a:p>
          <a:p>
            <a:pPr indent="-349250" lvl="0" marL="457200" rtl="0" algn="l">
              <a:lnSpc>
                <a:spcPct val="150000"/>
              </a:lnSpc>
              <a:spcBef>
                <a:spcPts val="0"/>
              </a:spcBef>
              <a:spcAft>
                <a:spcPts val="0"/>
              </a:spcAft>
              <a:buSzPts val="1900"/>
              <a:buChar char="●"/>
            </a:pPr>
            <a:r>
              <a:rPr lang="en" sz="1900"/>
              <a:t>Available at: </a:t>
            </a:r>
            <a:r>
              <a:rPr lang="en" sz="1900" u="sng">
                <a:solidFill>
                  <a:schemeClr val="hlink"/>
                </a:solidFill>
                <a:hlinkClick r:id="rId3"/>
              </a:rPr>
              <a:t>https://water-sample-dashboard.pages.dev/</a:t>
            </a:r>
            <a:endParaRPr sz="19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6" name="Shape 3796"/>
        <p:cNvGrpSpPr/>
        <p:nvPr/>
      </p:nvGrpSpPr>
      <p:grpSpPr>
        <a:xfrm>
          <a:off x="0" y="0"/>
          <a:ext cx="0" cy="0"/>
          <a:chOff x="0" y="0"/>
          <a:chExt cx="0" cy="0"/>
        </a:xfrm>
      </p:grpSpPr>
      <p:pic>
        <p:nvPicPr>
          <p:cNvPr id="3797" name="Google Shape;3797;p389" title="Screenshot 2026-10-08 122310.png"/>
          <p:cNvPicPr preferRelativeResize="0"/>
          <p:nvPr/>
        </p:nvPicPr>
        <p:blipFill rotWithShape="1">
          <a:blip r:embed="rId3">
            <a:alphaModFix/>
          </a:blip>
          <a:srcRect b="0" l="12014" r="12143" t="8584"/>
          <a:stretch/>
        </p:blipFill>
        <p:spPr>
          <a:xfrm>
            <a:off x="3154225" y="615383"/>
            <a:ext cx="2212200" cy="1433100"/>
          </a:xfrm>
          <a:prstGeom prst="rect">
            <a:avLst/>
          </a:prstGeom>
          <a:noFill/>
          <a:ln>
            <a:noFill/>
          </a:ln>
        </p:spPr>
      </p:pic>
      <p:pic>
        <p:nvPicPr>
          <p:cNvPr id="3798" name="Google Shape;3798;p389" title="Screenshot 2026-10-08 121932.png"/>
          <p:cNvPicPr preferRelativeResize="0"/>
          <p:nvPr/>
        </p:nvPicPr>
        <p:blipFill>
          <a:blip r:embed="rId4">
            <a:alphaModFix/>
          </a:blip>
          <a:stretch>
            <a:fillRect/>
          </a:stretch>
        </p:blipFill>
        <p:spPr>
          <a:xfrm>
            <a:off x="231125" y="633975"/>
            <a:ext cx="2558400" cy="1395900"/>
          </a:xfrm>
          <a:prstGeom prst="rect">
            <a:avLst/>
          </a:prstGeom>
          <a:noFill/>
          <a:ln>
            <a:noFill/>
          </a:ln>
        </p:spPr>
      </p:pic>
      <p:pic>
        <p:nvPicPr>
          <p:cNvPr id="3799" name="Google Shape;3799;p389" title="Screenshot 2026-10-08 122055.png"/>
          <p:cNvPicPr preferRelativeResize="0"/>
          <p:nvPr/>
        </p:nvPicPr>
        <p:blipFill>
          <a:blip r:embed="rId5">
            <a:alphaModFix/>
          </a:blip>
          <a:stretch>
            <a:fillRect/>
          </a:stretch>
        </p:blipFill>
        <p:spPr>
          <a:xfrm>
            <a:off x="5820300" y="592425"/>
            <a:ext cx="2496906" cy="1479000"/>
          </a:xfrm>
          <a:prstGeom prst="rect">
            <a:avLst/>
          </a:prstGeom>
          <a:noFill/>
          <a:ln>
            <a:noFill/>
          </a:ln>
        </p:spPr>
      </p:pic>
      <p:pic>
        <p:nvPicPr>
          <p:cNvPr id="3800" name="Google Shape;3800;p389" title="Screenshot 2026-10-08 122234.png"/>
          <p:cNvPicPr preferRelativeResize="0"/>
          <p:nvPr/>
        </p:nvPicPr>
        <p:blipFill rotWithShape="1">
          <a:blip r:embed="rId6">
            <a:alphaModFix/>
          </a:blip>
          <a:srcRect b="0" l="10477" r="11684" t="9107"/>
          <a:stretch/>
        </p:blipFill>
        <p:spPr>
          <a:xfrm>
            <a:off x="3081925" y="2509363"/>
            <a:ext cx="2356800" cy="1479000"/>
          </a:xfrm>
          <a:prstGeom prst="rect">
            <a:avLst/>
          </a:prstGeom>
          <a:noFill/>
          <a:ln>
            <a:noFill/>
          </a:ln>
        </p:spPr>
      </p:pic>
      <p:pic>
        <p:nvPicPr>
          <p:cNvPr id="3801" name="Google Shape;3801;p389" title="Screenshot 2026-10-08 122356.png"/>
          <p:cNvPicPr preferRelativeResize="0"/>
          <p:nvPr/>
        </p:nvPicPr>
        <p:blipFill rotWithShape="1">
          <a:blip r:embed="rId7">
            <a:alphaModFix/>
          </a:blip>
          <a:srcRect b="0" l="16066" r="16598" t="9107"/>
          <a:stretch/>
        </p:blipFill>
        <p:spPr>
          <a:xfrm>
            <a:off x="5997287" y="2446375"/>
            <a:ext cx="2212200" cy="1605000"/>
          </a:xfrm>
          <a:prstGeom prst="rect">
            <a:avLst/>
          </a:prstGeom>
          <a:noFill/>
          <a:ln>
            <a:noFill/>
          </a:ln>
        </p:spPr>
      </p:pic>
      <p:pic>
        <p:nvPicPr>
          <p:cNvPr id="3802" name="Google Shape;3802;p389" title="Screenshot 2026-10-08 122832.png"/>
          <p:cNvPicPr preferRelativeResize="0"/>
          <p:nvPr/>
        </p:nvPicPr>
        <p:blipFill rotWithShape="1">
          <a:blip r:embed="rId8">
            <a:alphaModFix/>
          </a:blip>
          <a:srcRect b="0" l="13863" r="14938" t="8458"/>
          <a:stretch/>
        </p:blipFill>
        <p:spPr>
          <a:xfrm>
            <a:off x="422975" y="2497375"/>
            <a:ext cx="2174700" cy="1503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6" name="Shape 3806"/>
        <p:cNvGrpSpPr/>
        <p:nvPr/>
      </p:nvGrpSpPr>
      <p:grpSpPr>
        <a:xfrm>
          <a:off x="0" y="0"/>
          <a:ext cx="0" cy="0"/>
          <a:chOff x="0" y="0"/>
          <a:chExt cx="0" cy="0"/>
        </a:xfrm>
      </p:grpSpPr>
      <p:sp>
        <p:nvSpPr>
          <p:cNvPr id="3807" name="Google Shape;3807;p3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Labeling</a:t>
            </a:r>
            <a:endParaRPr/>
          </a:p>
        </p:txBody>
      </p:sp>
      <p:sp>
        <p:nvSpPr>
          <p:cNvPr id="3808" name="Google Shape;3808;p390"/>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Select many images at once, or press number keys to label</a:t>
            </a:r>
            <a:endParaRPr sz="1900"/>
          </a:p>
          <a:p>
            <a:pPr indent="-349250" lvl="0" marL="457200" rtl="0" algn="l">
              <a:lnSpc>
                <a:spcPct val="150000"/>
              </a:lnSpc>
              <a:spcBef>
                <a:spcPts val="0"/>
              </a:spcBef>
              <a:spcAft>
                <a:spcPts val="0"/>
              </a:spcAft>
              <a:buSzPts val="1900"/>
              <a:buChar char="●"/>
            </a:pPr>
            <a:r>
              <a:rPr lang="en" sz="1900"/>
              <a:t>Image viewer, undo, and progress tracking</a:t>
            </a:r>
            <a:endParaRPr sz="1900"/>
          </a:p>
          <a:p>
            <a:pPr indent="-349250" lvl="0" marL="457200" rtl="0" algn="l">
              <a:lnSpc>
                <a:spcPct val="150000"/>
              </a:lnSpc>
              <a:spcBef>
                <a:spcPts val="0"/>
              </a:spcBef>
              <a:spcAft>
                <a:spcPts val="0"/>
              </a:spcAft>
              <a:buSzPts val="1900"/>
              <a:buChar char="●"/>
            </a:pPr>
            <a:r>
              <a:rPr lang="en" sz="1900"/>
              <a:t>Records who labeled each image and when</a:t>
            </a:r>
            <a:endParaRPr sz="1900"/>
          </a:p>
          <a:p>
            <a:pPr indent="-349250" lvl="0" marL="457200" rtl="0" algn="l">
              <a:lnSpc>
                <a:spcPct val="150000"/>
              </a:lnSpc>
              <a:spcBef>
                <a:spcPts val="0"/>
              </a:spcBef>
              <a:spcAft>
                <a:spcPts val="0"/>
              </a:spcAft>
              <a:buSzPts val="1900"/>
              <a:buChar char="●"/>
            </a:pPr>
            <a:r>
              <a:rPr lang="en" sz="1900"/>
              <a:t>Export labels to CSV</a:t>
            </a:r>
            <a:endParaRPr sz="1900"/>
          </a:p>
          <a:p>
            <a:pPr indent="-349250" lvl="0" marL="457200" rtl="0" algn="l">
              <a:lnSpc>
                <a:spcPct val="150000"/>
              </a:lnSpc>
              <a:spcBef>
                <a:spcPts val="0"/>
              </a:spcBef>
              <a:spcAft>
                <a:spcPts val="0"/>
              </a:spcAft>
              <a:buSzPts val="1900"/>
              <a:buChar char="●"/>
            </a:pPr>
            <a:r>
              <a:rPr lang="en" sz="1900"/>
              <a:t>Only approved users can label</a:t>
            </a:r>
            <a:endParaRPr sz="19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2" name="Shape 3812"/>
        <p:cNvGrpSpPr/>
        <p:nvPr/>
      </p:nvGrpSpPr>
      <p:grpSpPr>
        <a:xfrm>
          <a:off x="0" y="0"/>
          <a:ext cx="0" cy="0"/>
          <a:chOff x="0" y="0"/>
          <a:chExt cx="0" cy="0"/>
        </a:xfrm>
      </p:grpSpPr>
      <p:sp>
        <p:nvSpPr>
          <p:cNvPr id="3813" name="Google Shape;3813;p3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3814" name="Google Shape;3814;p391"/>
          <p:cNvSpPr txBox="1"/>
          <p:nvPr>
            <p:ph idx="1" type="body"/>
          </p:nvPr>
        </p:nvSpPr>
        <p:spPr>
          <a:xfrm>
            <a:off x="720000" y="1090189"/>
            <a:ext cx="7704000" cy="3523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648 folders, no consistent naming</a:t>
            </a:r>
            <a:endParaRPr sz="1900"/>
          </a:p>
          <a:p>
            <a:pPr indent="-349250" lvl="0" marL="457200" rtl="0" algn="l">
              <a:lnSpc>
                <a:spcPct val="150000"/>
              </a:lnSpc>
              <a:spcBef>
                <a:spcPts val="0"/>
              </a:spcBef>
              <a:spcAft>
                <a:spcPts val="0"/>
              </a:spcAft>
              <a:buSzPts val="1900"/>
              <a:buChar char="➔"/>
            </a:pPr>
            <a:r>
              <a:rPr lang="en" sz="1900"/>
              <a:t>43 raw folders that didn’t match the rest</a:t>
            </a:r>
            <a:endParaRPr sz="1900"/>
          </a:p>
          <a:p>
            <a:pPr indent="-349250" lvl="0" marL="457200" rtl="0" algn="l">
              <a:lnSpc>
                <a:spcPct val="150000"/>
              </a:lnSpc>
              <a:spcBef>
                <a:spcPts val="0"/>
              </a:spcBef>
              <a:spcAft>
                <a:spcPts val="0"/>
              </a:spcAft>
              <a:buSzPts val="1900"/>
              <a:buChar char="➔"/>
            </a:pPr>
            <a:r>
              <a:rPr lang="en" sz="1900"/>
              <a:t>37 folders missing magnification</a:t>
            </a:r>
            <a:endParaRPr sz="1900"/>
          </a:p>
          <a:p>
            <a:pPr indent="-349250" lvl="0" marL="457200" rtl="0" algn="l">
              <a:lnSpc>
                <a:spcPct val="150000"/>
              </a:lnSpc>
              <a:spcBef>
                <a:spcPts val="0"/>
              </a:spcBef>
              <a:spcAft>
                <a:spcPts val="0"/>
              </a:spcAft>
              <a:buSzPts val="1900"/>
              <a:buChar char="➔"/>
            </a:pPr>
            <a:r>
              <a:rPr lang="en" sz="1900"/>
              <a:t>-pp wasn’t a clean filter, and some -pp folders duplicated their raw versions</a:t>
            </a:r>
            <a:endParaRPr sz="1900"/>
          </a:p>
          <a:p>
            <a:pPr indent="-349250" lvl="0" marL="457200" rtl="0" algn="l">
              <a:lnSpc>
                <a:spcPct val="150000"/>
              </a:lnSpc>
              <a:spcBef>
                <a:spcPts val="0"/>
              </a:spcBef>
              <a:spcAft>
                <a:spcPts val="0"/>
              </a:spcAft>
              <a:buSzPts val="1900"/>
              <a:buChar char="➔"/>
            </a:pPr>
            <a:r>
              <a:rPr lang="en" sz="1900"/>
              <a:t>Site names didn’t match: Patch Pond vs. Patch Reservoir, Chauncey vs. Chauncy</a:t>
            </a:r>
            <a:endParaRPr sz="19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8" name="Shape 3818"/>
        <p:cNvGrpSpPr/>
        <p:nvPr/>
      </p:nvGrpSpPr>
      <p:grpSpPr>
        <a:xfrm>
          <a:off x="0" y="0"/>
          <a:ext cx="0" cy="0"/>
          <a:chOff x="0" y="0"/>
          <a:chExt cx="0" cy="0"/>
        </a:xfrm>
      </p:grpSpPr>
      <p:sp>
        <p:nvSpPr>
          <p:cNvPr id="3819" name="Google Shape;3819;p3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
            </a:r>
            <a:r>
              <a:rPr lang="en"/>
              <a:t>iscussion</a:t>
            </a:r>
            <a:endParaRPr/>
          </a:p>
        </p:txBody>
      </p:sp>
      <p:sp>
        <p:nvSpPr>
          <p:cNvPr id="3820" name="Google Shape;3820;p392"/>
          <p:cNvSpPr/>
          <p:nvPr/>
        </p:nvSpPr>
        <p:spPr>
          <a:xfrm>
            <a:off x="923200"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WCMC</a:t>
            </a:r>
            <a:endParaRPr>
              <a:latin typeface="Cairo"/>
              <a:ea typeface="Cairo"/>
              <a:cs typeface="Cairo"/>
              <a:sym typeface="Cairo"/>
            </a:endParaRPr>
          </a:p>
        </p:txBody>
      </p:sp>
      <p:sp>
        <p:nvSpPr>
          <p:cNvPr id="3821" name="Google Shape;3821;p392"/>
          <p:cNvSpPr/>
          <p:nvPr/>
        </p:nvSpPr>
        <p:spPr>
          <a:xfrm>
            <a:off x="35832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Clark University Biology Department</a:t>
            </a:r>
            <a:endParaRPr>
              <a:latin typeface="Cairo"/>
              <a:ea typeface="Cairo"/>
              <a:cs typeface="Cairo"/>
              <a:sym typeface="Cairo"/>
            </a:endParaRPr>
          </a:p>
        </p:txBody>
      </p:sp>
      <p:cxnSp>
        <p:nvCxnSpPr>
          <p:cNvPr id="3822" name="Google Shape;3822;p392"/>
          <p:cNvCxnSpPr>
            <a:stCxn id="3820" idx="3"/>
            <a:endCxn id="3821" idx="1"/>
          </p:cNvCxnSpPr>
          <p:nvPr/>
        </p:nvCxnSpPr>
        <p:spPr>
          <a:xfrm>
            <a:off x="2550400" y="1739500"/>
            <a:ext cx="1032900" cy="0"/>
          </a:xfrm>
          <a:prstGeom prst="straightConnector1">
            <a:avLst/>
          </a:prstGeom>
          <a:noFill/>
          <a:ln cap="flat" cmpd="sng" w="9525">
            <a:solidFill>
              <a:schemeClr val="dk1"/>
            </a:solidFill>
            <a:prstDash val="solid"/>
            <a:round/>
            <a:headEnd len="med" w="med" type="none"/>
            <a:tailEnd len="med" w="med" type="triangle"/>
          </a:ln>
        </p:spPr>
      </p:cxnSp>
      <p:sp>
        <p:nvSpPr>
          <p:cNvPr id="3823" name="Google Shape;3823;p392"/>
          <p:cNvSpPr/>
          <p:nvPr/>
        </p:nvSpPr>
        <p:spPr>
          <a:xfrm>
            <a:off x="62433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Over 500 Thousand PNG files</a:t>
            </a:r>
            <a:endParaRPr>
              <a:latin typeface="Cairo"/>
              <a:ea typeface="Cairo"/>
              <a:cs typeface="Cairo"/>
              <a:sym typeface="Cairo"/>
            </a:endParaRPr>
          </a:p>
        </p:txBody>
      </p:sp>
      <p:cxnSp>
        <p:nvCxnSpPr>
          <p:cNvPr id="3824" name="Google Shape;3824;p392"/>
          <p:cNvCxnSpPr>
            <a:endCxn id="3823" idx="1"/>
          </p:cNvCxnSpPr>
          <p:nvPr/>
        </p:nvCxnSpPr>
        <p:spPr>
          <a:xfrm>
            <a:off x="5210475" y="1739500"/>
            <a:ext cx="1032900" cy="0"/>
          </a:xfrm>
          <a:prstGeom prst="straightConnector1">
            <a:avLst/>
          </a:prstGeom>
          <a:noFill/>
          <a:ln cap="flat" cmpd="sng" w="9525">
            <a:solidFill>
              <a:schemeClr val="dk1"/>
            </a:solidFill>
            <a:prstDash val="solid"/>
            <a:round/>
            <a:headEnd len="med" w="med" type="none"/>
            <a:tailEnd len="med" w="med" type="triangle"/>
          </a:ln>
        </p:spPr>
      </p:cxnSp>
      <p:cxnSp>
        <p:nvCxnSpPr>
          <p:cNvPr id="3825" name="Google Shape;3825;p392"/>
          <p:cNvCxnSpPr>
            <a:stCxn id="3823" idx="2"/>
          </p:cNvCxnSpPr>
          <p:nvPr/>
        </p:nvCxnSpPr>
        <p:spPr>
          <a:xfrm flipH="1">
            <a:off x="2539275" y="2282950"/>
            <a:ext cx="4517700" cy="507000"/>
          </a:xfrm>
          <a:prstGeom prst="straightConnector1">
            <a:avLst/>
          </a:prstGeom>
          <a:noFill/>
          <a:ln cap="flat" cmpd="sng" w="9525">
            <a:solidFill>
              <a:schemeClr val="dk1"/>
            </a:solidFill>
            <a:prstDash val="solid"/>
            <a:round/>
            <a:headEnd len="med" w="med" type="none"/>
            <a:tailEnd len="med" w="med" type="triangle"/>
          </a:ln>
        </p:spPr>
      </p:cxnSp>
      <p:sp>
        <p:nvSpPr>
          <p:cNvPr id="3826" name="Google Shape;3826;p392"/>
          <p:cNvSpPr/>
          <p:nvPr/>
        </p:nvSpPr>
        <p:spPr>
          <a:xfrm>
            <a:off x="923200"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a:t>
            </a:r>
            <a:endParaRPr>
              <a:latin typeface="Cairo"/>
              <a:ea typeface="Cairo"/>
              <a:cs typeface="Cairo"/>
              <a:sym typeface="Cairo"/>
            </a:endParaRPr>
          </a:p>
        </p:txBody>
      </p:sp>
      <p:sp>
        <p:nvSpPr>
          <p:cNvPr id="3827" name="Google Shape;3827;p392"/>
          <p:cNvSpPr/>
          <p:nvPr/>
        </p:nvSpPr>
        <p:spPr>
          <a:xfrm>
            <a:off x="35943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Clark University Biology Department</a:t>
            </a:r>
            <a:endParaRPr>
              <a:latin typeface="Cairo"/>
              <a:ea typeface="Cairo"/>
              <a:cs typeface="Cairo"/>
              <a:sym typeface="Cairo"/>
            </a:endParaRPr>
          </a:p>
        </p:txBody>
      </p:sp>
      <p:cxnSp>
        <p:nvCxnSpPr>
          <p:cNvPr id="3828" name="Google Shape;3828;p392"/>
          <p:cNvCxnSpPr>
            <a:endCxn id="3827" idx="1"/>
          </p:cNvCxnSpPr>
          <p:nvPr/>
        </p:nvCxnSpPr>
        <p:spPr>
          <a:xfrm>
            <a:off x="2561475" y="3268325"/>
            <a:ext cx="1032900" cy="0"/>
          </a:xfrm>
          <a:prstGeom prst="straightConnector1">
            <a:avLst/>
          </a:prstGeom>
          <a:noFill/>
          <a:ln cap="flat" cmpd="sng" w="9525">
            <a:solidFill>
              <a:schemeClr val="dk1"/>
            </a:solidFill>
            <a:prstDash val="solid"/>
            <a:round/>
            <a:headEnd len="med" w="med" type="none"/>
            <a:tailEnd len="med" w="med" type="triangle"/>
          </a:ln>
        </p:spPr>
      </p:cxnSp>
      <p:sp>
        <p:nvSpPr>
          <p:cNvPr id="3829" name="Google Shape;3829;p392"/>
          <p:cNvSpPr/>
          <p:nvPr/>
        </p:nvSpPr>
        <p:spPr>
          <a:xfrm>
            <a:off x="62544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WCMC</a:t>
            </a:r>
            <a:endParaRPr>
              <a:latin typeface="Cairo"/>
              <a:ea typeface="Cairo"/>
              <a:cs typeface="Cairo"/>
              <a:sym typeface="Cairo"/>
            </a:endParaRPr>
          </a:p>
        </p:txBody>
      </p:sp>
      <p:cxnSp>
        <p:nvCxnSpPr>
          <p:cNvPr id="3830" name="Google Shape;3830;p392"/>
          <p:cNvCxnSpPr>
            <a:endCxn id="3829" idx="1"/>
          </p:cNvCxnSpPr>
          <p:nvPr/>
        </p:nvCxnSpPr>
        <p:spPr>
          <a:xfrm>
            <a:off x="5221575" y="3268325"/>
            <a:ext cx="10329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4" name="Shape 3834"/>
        <p:cNvGrpSpPr/>
        <p:nvPr/>
      </p:nvGrpSpPr>
      <p:grpSpPr>
        <a:xfrm>
          <a:off x="0" y="0"/>
          <a:ext cx="0" cy="0"/>
          <a:chOff x="0" y="0"/>
          <a:chExt cx="0" cy="0"/>
        </a:xfrm>
      </p:grpSpPr>
      <p:sp>
        <p:nvSpPr>
          <p:cNvPr id="3835" name="Google Shape;3835;p3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t>
            </a:r>
            <a:r>
              <a:rPr lang="en"/>
              <a:t>uture work</a:t>
            </a:r>
            <a:endParaRPr/>
          </a:p>
        </p:txBody>
      </p:sp>
      <p:sp>
        <p:nvSpPr>
          <p:cNvPr id="3836" name="Google Shape;3836;p393"/>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Determine label </a:t>
            </a:r>
            <a:r>
              <a:rPr lang="en" sz="1900"/>
              <a:t>categories</a:t>
            </a:r>
            <a:endParaRPr sz="1900"/>
          </a:p>
          <a:p>
            <a:pPr indent="-349250" lvl="0" marL="457200" rtl="0" algn="l">
              <a:lnSpc>
                <a:spcPct val="150000"/>
              </a:lnSpc>
              <a:spcBef>
                <a:spcPts val="0"/>
              </a:spcBef>
              <a:spcAft>
                <a:spcPts val="0"/>
              </a:spcAft>
              <a:buSzPts val="1900"/>
              <a:buChar char="●"/>
            </a:pPr>
            <a:r>
              <a:rPr lang="en" sz="1900"/>
              <a:t>Labelling system</a:t>
            </a:r>
            <a:endParaRPr sz="1900"/>
          </a:p>
          <a:p>
            <a:pPr indent="-349250" lvl="0" marL="457200" rtl="0" algn="l">
              <a:lnSpc>
                <a:spcPct val="150000"/>
              </a:lnSpc>
              <a:spcBef>
                <a:spcPts val="0"/>
              </a:spcBef>
              <a:spcAft>
                <a:spcPts val="0"/>
              </a:spcAft>
              <a:buSzPts val="1900"/>
              <a:buChar char="●"/>
            </a:pPr>
            <a:r>
              <a:rPr lang="en" sz="1900"/>
              <a:t>Merge Chloe’s work</a:t>
            </a:r>
            <a:endParaRPr sz="1900"/>
          </a:p>
          <a:p>
            <a:pPr indent="-349250" lvl="0" marL="457200" rtl="0" algn="l">
              <a:lnSpc>
                <a:spcPct val="150000"/>
              </a:lnSpc>
              <a:spcBef>
                <a:spcPts val="0"/>
              </a:spcBef>
              <a:spcAft>
                <a:spcPts val="0"/>
              </a:spcAft>
              <a:buSzPts val="1900"/>
              <a:buChar char="●"/>
            </a:pPr>
            <a:r>
              <a:rPr lang="en" sz="1900"/>
              <a:t>Perfect the admin page</a:t>
            </a:r>
            <a:endParaRPr sz="1900"/>
          </a:p>
          <a:p>
            <a:pPr indent="-349250" lvl="0" marL="457200" rtl="0" algn="l">
              <a:lnSpc>
                <a:spcPct val="150000"/>
              </a:lnSpc>
              <a:spcBef>
                <a:spcPts val="0"/>
              </a:spcBef>
              <a:spcAft>
                <a:spcPts val="0"/>
              </a:spcAft>
              <a:buSzPts val="1900"/>
              <a:buChar char="●"/>
            </a:pPr>
            <a:r>
              <a:rPr lang="en" sz="1900"/>
              <a:t>Produce an ML classifier</a:t>
            </a:r>
            <a:endParaRPr sz="1900"/>
          </a:p>
          <a:p>
            <a:pPr indent="-349250" lvl="0" marL="457200" rtl="0" algn="l">
              <a:lnSpc>
                <a:spcPct val="150000"/>
              </a:lnSpc>
              <a:spcBef>
                <a:spcPts val="0"/>
              </a:spcBef>
              <a:spcAft>
                <a:spcPts val="0"/>
              </a:spcAft>
              <a:buSzPts val="1900"/>
              <a:buChar char="●"/>
            </a:pPr>
            <a:r>
              <a:rPr lang="en" sz="1900"/>
              <a:t>Meet with users</a:t>
            </a:r>
            <a:endParaRPr sz="1900"/>
          </a:p>
        </p:txBody>
      </p:sp>
      <p:pic>
        <p:nvPicPr>
          <p:cNvPr descr="a man wearing sunglasses and a red beanie holds a microphone (Provided by Tenor)" id="3837" name="Google Shape;3837;p393"/>
          <p:cNvPicPr preferRelativeResize="0"/>
          <p:nvPr/>
        </p:nvPicPr>
        <p:blipFill>
          <a:blip r:embed="rId3">
            <a:alphaModFix/>
          </a:blip>
          <a:stretch>
            <a:fillRect/>
          </a:stretch>
        </p:blipFill>
        <p:spPr>
          <a:xfrm>
            <a:off x="5147075" y="847850"/>
            <a:ext cx="3121000" cy="3121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1" name="Shape 3841"/>
        <p:cNvGrpSpPr/>
        <p:nvPr/>
      </p:nvGrpSpPr>
      <p:grpSpPr>
        <a:xfrm>
          <a:off x="0" y="0"/>
          <a:ext cx="0" cy="0"/>
          <a:chOff x="0" y="0"/>
          <a:chExt cx="0" cy="0"/>
        </a:xfrm>
      </p:grpSpPr>
      <p:sp>
        <p:nvSpPr>
          <p:cNvPr id="3842" name="Google Shape;3842;p3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Thoughts: What we built</a:t>
            </a:r>
            <a:endParaRPr/>
          </a:p>
        </p:txBody>
      </p:sp>
      <p:sp>
        <p:nvSpPr>
          <p:cNvPr id="3843" name="Google Shape;3843;p394"/>
          <p:cNvSpPr txBox="1"/>
          <p:nvPr>
            <p:ph idx="1" type="body"/>
          </p:nvPr>
        </p:nvSpPr>
        <p:spPr>
          <a:xfrm>
            <a:off x="720000" y="1090194"/>
            <a:ext cx="7704000" cy="30174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A Python script that organized 511,765 images from 613 folders, 45 sites and 36 sampling dates</a:t>
            </a:r>
            <a:endParaRPr sz="1900"/>
          </a:p>
          <a:p>
            <a:pPr indent="-349250" lvl="0" marL="457200" rtl="0" algn="l">
              <a:lnSpc>
                <a:spcPct val="150000"/>
              </a:lnSpc>
              <a:spcBef>
                <a:spcPts val="0"/>
              </a:spcBef>
              <a:spcAft>
                <a:spcPts val="0"/>
              </a:spcAft>
              <a:buSzPts val="1900"/>
              <a:buChar char="➔"/>
            </a:pPr>
            <a:r>
              <a:rPr lang="en" sz="1900"/>
              <a:t>A free database and website: Cloudflare for images and hosting, Supabase for data and logins</a:t>
            </a:r>
            <a:endParaRPr sz="1900"/>
          </a:p>
          <a:p>
            <a:pPr indent="-349250" lvl="0" marL="457200" rtl="0" algn="l">
              <a:lnSpc>
                <a:spcPct val="150000"/>
              </a:lnSpc>
              <a:spcBef>
                <a:spcPts val="0"/>
              </a:spcBef>
              <a:spcAft>
                <a:spcPts val="0"/>
              </a:spcAft>
              <a:buSzPts val="1900"/>
              <a:buChar char="➔"/>
            </a:pPr>
            <a:r>
              <a:rPr lang="en" sz="1900"/>
              <a:t>A dashboard anyone can use to browse, filter and download images</a:t>
            </a:r>
            <a:endParaRPr sz="1900"/>
          </a:p>
          <a:p>
            <a:pPr indent="-349250" lvl="0" marL="457200" rtl="0" algn="l">
              <a:lnSpc>
                <a:spcPct val="150000"/>
              </a:lnSpc>
              <a:spcBef>
                <a:spcPts val="0"/>
              </a:spcBef>
              <a:spcAft>
                <a:spcPts val="0"/>
              </a:spcAft>
              <a:buSzPts val="1900"/>
              <a:buChar char="➔"/>
            </a:pPr>
            <a:r>
              <a:rPr lang="en" sz="1900"/>
              <a:t>A labeling tool with bulk labeling, undo, progress tracking and who/when records</a:t>
            </a:r>
            <a:endParaRPr sz="1900"/>
          </a:p>
          <a:p>
            <a:pPr indent="-349250" lvl="0" marL="457200" rtl="0" algn="l">
              <a:lnSpc>
                <a:spcPct val="150000"/>
              </a:lnSpc>
              <a:spcBef>
                <a:spcPts val="0"/>
              </a:spcBef>
              <a:spcAft>
                <a:spcPts val="0"/>
              </a:spcAft>
              <a:buSzPts val="1900"/>
              <a:buChar char="➔"/>
            </a:pPr>
            <a:r>
              <a:rPr lang="en" sz="1900"/>
              <a:t>Accessible design</a:t>
            </a:r>
            <a:endParaRPr sz="19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7" name="Shape 3847"/>
        <p:cNvGrpSpPr/>
        <p:nvPr/>
      </p:nvGrpSpPr>
      <p:grpSpPr>
        <a:xfrm>
          <a:off x="0" y="0"/>
          <a:ext cx="0" cy="0"/>
          <a:chOff x="0" y="0"/>
          <a:chExt cx="0" cy="0"/>
        </a:xfrm>
      </p:grpSpPr>
      <p:sp>
        <p:nvSpPr>
          <p:cNvPr id="3848" name="Google Shape;3848;p3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Thoughts: What we learned</a:t>
            </a:r>
            <a:endParaRPr/>
          </a:p>
        </p:txBody>
      </p:sp>
      <p:sp>
        <p:nvSpPr>
          <p:cNvPr id="3849" name="Google Shape;3849;p395"/>
          <p:cNvSpPr txBox="1"/>
          <p:nvPr>
            <p:ph idx="1" type="body"/>
          </p:nvPr>
        </p:nvSpPr>
        <p:spPr>
          <a:xfrm>
            <a:off x="720000" y="1090201"/>
            <a:ext cx="7704000" cy="35235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Char char="➔"/>
            </a:pPr>
            <a:r>
              <a:rPr lang="en" sz="1900"/>
              <a:t>Data is messy, most of the work was understanding the data, not coding</a:t>
            </a:r>
            <a:endParaRPr sz="1900"/>
          </a:p>
          <a:p>
            <a:pPr indent="-349250" lvl="0" marL="457200" rtl="0" algn="l">
              <a:lnSpc>
                <a:spcPct val="115000"/>
              </a:lnSpc>
              <a:spcBef>
                <a:spcPts val="0"/>
              </a:spcBef>
              <a:spcAft>
                <a:spcPts val="0"/>
              </a:spcAft>
              <a:buSzPts val="1900"/>
              <a:buChar char="➔"/>
            </a:pPr>
            <a:r>
              <a:rPr lang="en" sz="1900"/>
              <a:t>Ask early: Prof. Ahlgren’s answers (like what -pp means) helped us from wrong assumptions</a:t>
            </a:r>
            <a:endParaRPr sz="1900"/>
          </a:p>
          <a:p>
            <a:pPr indent="-349250" lvl="0" marL="457200" rtl="0" algn="l">
              <a:lnSpc>
                <a:spcPct val="115000"/>
              </a:lnSpc>
              <a:spcBef>
                <a:spcPts val="0"/>
              </a:spcBef>
              <a:spcAft>
                <a:spcPts val="0"/>
              </a:spcAft>
              <a:buSzPts val="1900"/>
              <a:buChar char="➔"/>
            </a:pPr>
            <a:r>
              <a:rPr lang="en" sz="1900"/>
              <a:t>Check your assumptions: -pp wasn’t a great filter, and we found 31,605 duplicates</a:t>
            </a:r>
            <a:endParaRPr sz="1900"/>
          </a:p>
          <a:p>
            <a:pPr indent="-349250" lvl="0" marL="457200" rtl="0" algn="l">
              <a:lnSpc>
                <a:spcPct val="115000"/>
              </a:lnSpc>
              <a:spcBef>
                <a:spcPts val="0"/>
              </a:spcBef>
              <a:spcAft>
                <a:spcPts val="0"/>
              </a:spcAft>
              <a:buSzPts val="1900"/>
              <a:buChar char="➔"/>
            </a:pPr>
            <a:r>
              <a:rPr lang="en" sz="1900"/>
              <a:t>Plan for the future: choosing a free setup keeps the project alive after the semester</a:t>
            </a:r>
            <a:endParaRPr sz="1900"/>
          </a:p>
          <a:p>
            <a:pPr indent="-349250" lvl="0" marL="457200" rtl="0" algn="l">
              <a:lnSpc>
                <a:spcPct val="115000"/>
              </a:lnSpc>
              <a:spcBef>
                <a:spcPts val="0"/>
              </a:spcBef>
              <a:spcAft>
                <a:spcPts val="0"/>
              </a:spcAft>
              <a:buSzPts val="1900"/>
              <a:buChar char="➔"/>
            </a:pPr>
            <a:r>
              <a:rPr lang="en" sz="1900"/>
              <a:t>Teamwork: the script, database, dashboard and labeling tool each came from a different part of the team</a:t>
            </a:r>
            <a:endParaRPr sz="19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3" name="Shape 3853"/>
        <p:cNvGrpSpPr/>
        <p:nvPr/>
      </p:nvGrpSpPr>
      <p:grpSpPr>
        <a:xfrm>
          <a:off x="0" y="0"/>
          <a:ext cx="0" cy="0"/>
          <a:chOff x="0" y="0"/>
          <a:chExt cx="0" cy="0"/>
        </a:xfrm>
      </p:grpSpPr>
      <p:sp>
        <p:nvSpPr>
          <p:cNvPr id="3854" name="Google Shape;3854;p3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Vs After</a:t>
            </a:r>
            <a:endParaRPr/>
          </a:p>
        </p:txBody>
      </p:sp>
      <p:sp>
        <p:nvSpPr>
          <p:cNvPr id="3855" name="Google Shape;3855;p396"/>
          <p:cNvSpPr txBox="1"/>
          <p:nvPr>
            <p:ph idx="1" type="body"/>
          </p:nvPr>
        </p:nvSpPr>
        <p:spPr>
          <a:xfrm>
            <a:off x="720000" y="1090201"/>
            <a:ext cx="7704000" cy="3523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Before: finding and comparing samples meant digging through folders by hand</a:t>
            </a:r>
            <a:endParaRPr sz="1900"/>
          </a:p>
          <a:p>
            <a:pPr indent="-349250" lvl="0" marL="457200" rtl="0" algn="l">
              <a:lnSpc>
                <a:spcPct val="150000"/>
              </a:lnSpc>
              <a:spcBef>
                <a:spcPts val="0"/>
              </a:spcBef>
              <a:spcAft>
                <a:spcPts val="0"/>
              </a:spcAft>
              <a:buSzPts val="1900"/>
              <a:buChar char="➔"/>
            </a:pPr>
            <a:r>
              <a:rPr lang="en" sz="1900"/>
              <a:t>Now: the data is searchable, documented and shared</a:t>
            </a:r>
            <a:endParaRPr sz="1900"/>
          </a:p>
          <a:p>
            <a:pPr indent="-349250" lvl="0" marL="457200" rtl="0" algn="l">
              <a:lnSpc>
                <a:spcPct val="150000"/>
              </a:lnSpc>
              <a:spcBef>
                <a:spcPts val="0"/>
              </a:spcBef>
              <a:spcAft>
                <a:spcPts val="0"/>
              </a:spcAft>
              <a:buSzPts val="1900"/>
              <a:buChar char="➔"/>
            </a:pPr>
            <a:r>
              <a:rPr lang="en" sz="1900"/>
              <a:t>It makes machine learning possible, because models need organized, labeled images</a:t>
            </a:r>
            <a:endParaRPr sz="1900"/>
          </a:p>
          <a:p>
            <a:pPr indent="0" lvl="0" marL="457200" rtl="0" algn="l">
              <a:lnSpc>
                <a:spcPct val="150000"/>
              </a:lnSpc>
              <a:spcBef>
                <a:spcPts val="0"/>
              </a:spcBef>
              <a:spcAft>
                <a:spcPts val="0"/>
              </a:spcAft>
              <a:buNone/>
            </a:pPr>
            <a:r>
              <a:t/>
            </a:r>
            <a:endParaRPr sz="19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9" name="Shape 3859"/>
        <p:cNvGrpSpPr/>
        <p:nvPr/>
      </p:nvGrpSpPr>
      <p:grpSpPr>
        <a:xfrm>
          <a:off x="0" y="0"/>
          <a:ext cx="0" cy="0"/>
          <a:chOff x="0" y="0"/>
          <a:chExt cx="0" cy="0"/>
        </a:xfrm>
      </p:grpSpPr>
      <p:sp>
        <p:nvSpPr>
          <p:cNvPr id="3860" name="Google Shape;3860;p397"/>
          <p:cNvSpPr txBox="1"/>
          <p:nvPr>
            <p:ph type="ctrTitle"/>
          </p:nvPr>
        </p:nvSpPr>
        <p:spPr>
          <a:xfrm>
            <a:off x="713225" y="520900"/>
            <a:ext cx="7026000" cy="32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 </a:t>
            </a:r>
            <a:r>
              <a:rPr lang="en">
                <a:solidFill>
                  <a:schemeClr val="dk1"/>
                </a:solidFill>
              </a:rPr>
              <a:t>Prof. Han, Prof. Potter, </a:t>
            </a:r>
            <a:r>
              <a:rPr lang="en"/>
              <a:t>Prof. Ahlgren, &amp; Prof. Catalin. </a:t>
            </a:r>
            <a:endParaRPr/>
          </a:p>
        </p:txBody>
      </p:sp>
      <p:sp>
        <p:nvSpPr>
          <p:cNvPr id="3861" name="Google Shape;3861;p397"/>
          <p:cNvSpPr txBox="1"/>
          <p:nvPr>
            <p:ph idx="1" type="subTitle"/>
          </p:nvPr>
        </p:nvSpPr>
        <p:spPr>
          <a:xfrm>
            <a:off x="713225" y="3885650"/>
            <a:ext cx="3690600" cy="4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Sarina and Nick</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5" name="Shape 3865"/>
        <p:cNvGrpSpPr/>
        <p:nvPr/>
      </p:nvGrpSpPr>
      <p:grpSpPr>
        <a:xfrm>
          <a:off x="0" y="0"/>
          <a:ext cx="0" cy="0"/>
          <a:chOff x="0" y="0"/>
          <a:chExt cx="0" cy="0"/>
        </a:xfrm>
      </p:grpSpPr>
      <p:sp>
        <p:nvSpPr>
          <p:cNvPr id="3866" name="Google Shape;3866;p398"/>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dk1"/>
                </a:solidFill>
              </a:rPr>
              <a:t>Water Sample Image Organization and Analysis</a:t>
            </a:r>
            <a:endParaRPr b="1" sz="4300"/>
          </a:p>
        </p:txBody>
      </p:sp>
      <p:sp>
        <p:nvSpPr>
          <p:cNvPr id="3867" name="Google Shape;3867;p398"/>
          <p:cNvSpPr txBox="1"/>
          <p:nvPr>
            <p:ph idx="1" type="subTitle"/>
          </p:nvPr>
        </p:nvSpPr>
        <p:spPr>
          <a:xfrm>
            <a:off x="713225" y="3885650"/>
            <a:ext cx="3690600" cy="66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Nick Darby,  Sarina Talerico, and Chloe Halverson</a:t>
            </a:r>
            <a:endParaRPr/>
          </a:p>
          <a:p>
            <a:pPr indent="0" lvl="0" marL="0" rtl="0" algn="l">
              <a:spcBef>
                <a:spcPts val="0"/>
              </a:spcBef>
              <a:spcAft>
                <a:spcPts val="0"/>
              </a:spcAft>
              <a:buNone/>
            </a:pPr>
            <a:r>
              <a:t/>
            </a:r>
            <a:endParaRPr/>
          </a:p>
        </p:txBody>
      </p:sp>
      <p:cxnSp>
        <p:nvCxnSpPr>
          <p:cNvPr id="3868" name="Google Shape;3868;p398"/>
          <p:cNvCxnSpPr/>
          <p:nvPr/>
        </p:nvCxnSpPr>
        <p:spPr>
          <a:xfrm>
            <a:off x="823425" y="987213"/>
            <a:ext cx="373500" cy="0"/>
          </a:xfrm>
          <a:prstGeom prst="straightConnector1">
            <a:avLst/>
          </a:prstGeom>
          <a:noFill/>
          <a:ln cap="flat" cmpd="sng" w="19050">
            <a:solidFill>
              <a:schemeClr val="dk1"/>
            </a:solidFill>
            <a:prstDash val="solid"/>
            <a:round/>
            <a:headEnd len="med" w="med" type="none"/>
            <a:tailEnd len="med" w="med" type="none"/>
          </a:ln>
        </p:spPr>
      </p:cxnSp>
      <p:grpSp>
        <p:nvGrpSpPr>
          <p:cNvPr id="3869" name="Google Shape;3869;p398"/>
          <p:cNvGrpSpPr/>
          <p:nvPr/>
        </p:nvGrpSpPr>
        <p:grpSpPr>
          <a:xfrm>
            <a:off x="5115337" y="-428624"/>
            <a:ext cx="4275118" cy="6450405"/>
            <a:chOff x="5115337" y="-428624"/>
            <a:chExt cx="4275118" cy="6450405"/>
          </a:xfrm>
        </p:grpSpPr>
        <p:sp>
          <p:nvSpPr>
            <p:cNvPr id="3870" name="Google Shape;3870;p398"/>
            <p:cNvSpPr/>
            <p:nvPr/>
          </p:nvSpPr>
          <p:spPr>
            <a:xfrm flipH="1" rot="10800000">
              <a:off x="8492525" y="-1927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98"/>
            <p:cNvSpPr/>
            <p:nvPr/>
          </p:nvSpPr>
          <p:spPr>
            <a:xfrm>
              <a:off x="8551745" y="32678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98"/>
            <p:cNvSpPr/>
            <p:nvPr/>
          </p:nvSpPr>
          <p:spPr>
            <a:xfrm>
              <a:off x="6606686"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98"/>
            <p:cNvSpPr/>
            <p:nvPr/>
          </p:nvSpPr>
          <p:spPr>
            <a:xfrm>
              <a:off x="7103477"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98"/>
            <p:cNvSpPr/>
            <p:nvPr/>
          </p:nvSpPr>
          <p:spPr>
            <a:xfrm>
              <a:off x="6684072"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98"/>
            <p:cNvSpPr/>
            <p:nvPr/>
          </p:nvSpPr>
          <p:spPr>
            <a:xfrm>
              <a:off x="6109895" y="1194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98"/>
            <p:cNvSpPr/>
            <p:nvPr/>
          </p:nvSpPr>
          <p:spPr>
            <a:xfrm>
              <a:off x="6109895" y="697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98"/>
            <p:cNvSpPr/>
            <p:nvPr/>
          </p:nvSpPr>
          <p:spPr>
            <a:xfrm>
              <a:off x="7587339" y="1194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98"/>
            <p:cNvSpPr/>
            <p:nvPr/>
          </p:nvSpPr>
          <p:spPr>
            <a:xfrm>
              <a:off x="5634170" y="-42862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98"/>
            <p:cNvSpPr/>
            <p:nvPr/>
          </p:nvSpPr>
          <p:spPr>
            <a:xfrm>
              <a:off x="7017892"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398"/>
            <p:cNvSpPr/>
            <p:nvPr/>
          </p:nvSpPr>
          <p:spPr>
            <a:xfrm>
              <a:off x="5193798" y="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398"/>
            <p:cNvSpPr/>
            <p:nvPr/>
          </p:nvSpPr>
          <p:spPr>
            <a:xfrm>
              <a:off x="8068891" y="16222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98"/>
            <p:cNvSpPr/>
            <p:nvPr/>
          </p:nvSpPr>
          <p:spPr>
            <a:xfrm flipH="1" rot="10800000">
              <a:off x="5115337" y="3655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98"/>
            <p:cNvSpPr/>
            <p:nvPr/>
          </p:nvSpPr>
          <p:spPr>
            <a:xfrm flipH="1" rot="10800000">
              <a:off x="6606680" y="39247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98"/>
            <p:cNvSpPr/>
            <p:nvPr/>
          </p:nvSpPr>
          <p:spPr>
            <a:xfrm flipH="1" rot="10800000">
              <a:off x="5983934" y="50536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98"/>
            <p:cNvSpPr/>
            <p:nvPr/>
          </p:nvSpPr>
          <p:spPr>
            <a:xfrm flipH="1" rot="10800000">
              <a:off x="7178797" y="35333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98"/>
            <p:cNvSpPr/>
            <p:nvPr/>
          </p:nvSpPr>
          <p:spPr>
            <a:xfrm flipH="1" rot="10800000">
              <a:off x="6606686" y="4609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98"/>
            <p:cNvSpPr/>
            <p:nvPr/>
          </p:nvSpPr>
          <p:spPr>
            <a:xfrm flipH="1" rot="10800000">
              <a:off x="5526543" y="41283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398"/>
            <p:cNvSpPr/>
            <p:nvPr/>
          </p:nvSpPr>
          <p:spPr>
            <a:xfrm>
              <a:off x="8117298" y="28522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398"/>
            <p:cNvSpPr/>
            <p:nvPr/>
          </p:nvSpPr>
          <p:spPr>
            <a:xfrm>
              <a:off x="8172542" y="3036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3" name="Shape 3893"/>
        <p:cNvGrpSpPr/>
        <p:nvPr/>
      </p:nvGrpSpPr>
      <p:grpSpPr>
        <a:xfrm>
          <a:off x="0" y="0"/>
          <a:ext cx="0" cy="0"/>
          <a:chOff x="0" y="0"/>
          <a:chExt cx="0" cy="0"/>
        </a:xfrm>
      </p:grpSpPr>
      <p:sp>
        <p:nvSpPr>
          <p:cNvPr id="3894" name="Google Shape;3894;p3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Motivation</a:t>
            </a:r>
            <a:endParaRPr/>
          </a:p>
        </p:txBody>
      </p:sp>
      <p:sp>
        <p:nvSpPr>
          <p:cNvPr id="3895" name="Google Shape;3895;p399"/>
          <p:cNvSpPr txBox="1"/>
          <p:nvPr>
            <p:ph idx="1" type="body"/>
          </p:nvPr>
        </p:nvSpPr>
        <p:spPr>
          <a:xfrm>
            <a:off x="720000" y="1310300"/>
            <a:ext cx="7704000" cy="3264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900"/>
              <a:t>The problem</a:t>
            </a:r>
            <a:endParaRPr b="1" sz="1900"/>
          </a:p>
          <a:p>
            <a:pPr indent="0" lvl="0" marL="0" rtl="0" algn="l">
              <a:lnSpc>
                <a:spcPct val="150000"/>
              </a:lnSpc>
              <a:spcBef>
                <a:spcPts val="0"/>
              </a:spcBef>
              <a:spcAft>
                <a:spcPts val="0"/>
              </a:spcAft>
              <a:buNone/>
            </a:pPr>
            <a:r>
              <a:rPr lang="en" sz="1900"/>
              <a:t>Harmful cyanobacteria blooms can make drinking water and local water bodies unsafe</a:t>
            </a:r>
            <a:endParaRPr sz="1900"/>
          </a:p>
          <a:p>
            <a:pPr indent="0" lvl="0" marL="0" rtl="0" algn="l">
              <a:lnSpc>
                <a:spcPct val="150000"/>
              </a:lnSpc>
              <a:spcBef>
                <a:spcPts val="0"/>
              </a:spcBef>
              <a:spcAft>
                <a:spcPts val="0"/>
              </a:spcAft>
              <a:buNone/>
            </a:pPr>
            <a:r>
              <a:rPr lang="en" sz="1900"/>
              <a:t>Monitoring means looking at water samples under a microscope by hand</a:t>
            </a:r>
            <a:endParaRPr sz="1900"/>
          </a:p>
          <a:p>
            <a:pPr indent="0" lvl="0" marL="0" rtl="0" algn="l">
              <a:lnSpc>
                <a:spcPct val="150000"/>
              </a:lnSpc>
              <a:spcBef>
                <a:spcPts val="0"/>
              </a:spcBef>
              <a:spcAft>
                <a:spcPts val="0"/>
              </a:spcAft>
              <a:buNone/>
            </a:pPr>
            <a:r>
              <a:rPr lang="en" sz="1900"/>
              <a:t>That is slow, and it depends on a trained person</a:t>
            </a:r>
            <a:endParaRPr sz="1900"/>
          </a:p>
          <a:p>
            <a:pPr indent="0" lvl="0" marL="0" rtl="0" algn="l">
              <a:lnSpc>
                <a:spcPct val="150000"/>
              </a:lnSpc>
              <a:spcBef>
                <a:spcPts val="0"/>
              </a:spcBef>
              <a:spcAft>
                <a:spcPts val="0"/>
              </a:spcAft>
              <a:buNone/>
            </a:pPr>
            <a:r>
              <a:rPr lang="en" sz="1900"/>
              <a:t>The City of Worcester, WCMC (Worcester Cyanobacteria Monitoring Collaborative) and Prof. Nathan Ahlgren study these samples</a:t>
            </a:r>
            <a:endParaRPr sz="19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899" name="Shape 3899"/>
        <p:cNvGrpSpPr/>
        <p:nvPr/>
      </p:nvGrpSpPr>
      <p:grpSpPr>
        <a:xfrm>
          <a:off x="0" y="0"/>
          <a:ext cx="0" cy="0"/>
          <a:chOff x="0" y="0"/>
          <a:chExt cx="0" cy="0"/>
        </a:xfrm>
      </p:grpSpPr>
      <p:sp>
        <p:nvSpPr>
          <p:cNvPr id="3900" name="Google Shape;3900;p40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M Sans SemiBold"/>
                <a:ea typeface="DM Sans SemiBold"/>
                <a:cs typeface="DM Sans SemiBold"/>
                <a:sym typeface="DM Sans SemiBold"/>
              </a:rPr>
              <a:t>The FlowCam</a:t>
            </a:r>
            <a:endParaRPr>
              <a:latin typeface="DM Sans SemiBold"/>
              <a:ea typeface="DM Sans SemiBold"/>
              <a:cs typeface="DM Sans SemiBold"/>
              <a:sym typeface="DM Sans SemiBold"/>
            </a:endParaRPr>
          </a:p>
        </p:txBody>
      </p:sp>
      <p:sp>
        <p:nvSpPr>
          <p:cNvPr id="3901" name="Google Shape;3901;p400"/>
          <p:cNvSpPr txBox="1"/>
          <p:nvPr>
            <p:ph idx="1" type="body"/>
          </p:nvPr>
        </p:nvSpPr>
        <p:spPr>
          <a:xfrm>
            <a:off x="720000" y="1310300"/>
            <a:ext cx="46953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latin typeface="DM Sans"/>
                <a:ea typeface="DM Sans"/>
                <a:cs typeface="DM Sans"/>
                <a:sym typeface="DM Sans"/>
              </a:rPr>
              <a:t>A FlowCam is a microscope camera that photographs particles in flowing water</a:t>
            </a:r>
            <a:endParaRPr sz="1900">
              <a:latin typeface="DM Sans"/>
              <a:ea typeface="DM Sans"/>
              <a:cs typeface="DM Sans"/>
              <a:sym typeface="DM Sans"/>
            </a:endParaRPr>
          </a:p>
          <a:p>
            <a:pPr indent="0" lvl="0" marL="0" rtl="0" algn="l">
              <a:lnSpc>
                <a:spcPct val="150000"/>
              </a:lnSpc>
              <a:spcBef>
                <a:spcPts val="0"/>
              </a:spcBef>
              <a:spcAft>
                <a:spcPts val="0"/>
              </a:spcAft>
              <a:buNone/>
            </a:pPr>
            <a:r>
              <a:rPr lang="en" sz="1900">
                <a:latin typeface="DM Sans"/>
                <a:ea typeface="DM Sans"/>
                <a:cs typeface="DM Sans"/>
                <a:sym typeface="DM Sans"/>
              </a:rPr>
              <a:t>It takes thousands of pictures per sample</a:t>
            </a:r>
            <a:endParaRPr sz="1900">
              <a:latin typeface="DM Sans"/>
              <a:ea typeface="DM Sans"/>
              <a:cs typeface="DM Sans"/>
              <a:sym typeface="DM Sans"/>
            </a:endParaRPr>
          </a:p>
          <a:p>
            <a:pPr indent="0" lvl="0" marL="0" rtl="0" algn="l">
              <a:lnSpc>
                <a:spcPct val="150000"/>
              </a:lnSpc>
              <a:spcBef>
                <a:spcPts val="0"/>
              </a:spcBef>
              <a:spcAft>
                <a:spcPts val="0"/>
              </a:spcAft>
              <a:buNone/>
            </a:pPr>
            <a:r>
              <a:rPr lang="en" sz="1900">
                <a:latin typeface="DM Sans"/>
                <a:ea typeface="DM Sans"/>
                <a:cs typeface="DM Sans"/>
                <a:sym typeface="DM Sans"/>
              </a:rPr>
              <a:t>Faster than a person, and the images can be re-checked later</a:t>
            </a:r>
            <a:endParaRPr sz="1900">
              <a:latin typeface="DM Sans"/>
              <a:ea typeface="DM Sans"/>
              <a:cs typeface="DM Sans"/>
              <a:sym typeface="DM Sans"/>
            </a:endParaRPr>
          </a:p>
          <a:p>
            <a:pPr indent="0" lvl="0" marL="0" rtl="0" algn="l">
              <a:lnSpc>
                <a:spcPct val="150000"/>
              </a:lnSpc>
              <a:spcBef>
                <a:spcPts val="0"/>
              </a:spcBef>
              <a:spcAft>
                <a:spcPts val="0"/>
              </a:spcAft>
              <a:buNone/>
            </a:pPr>
            <a:r>
              <a:rPr lang="en" sz="1900">
                <a:latin typeface="DM Sans"/>
                <a:ea typeface="DM Sans"/>
                <a:cs typeface="DM Sans"/>
                <a:sym typeface="DM Sans"/>
              </a:rPr>
              <a:t>Machine learning could help identify what is in each picture</a:t>
            </a:r>
            <a:endParaRPr sz="1900">
              <a:latin typeface="DM Sans"/>
              <a:ea typeface="DM Sans"/>
              <a:cs typeface="DM Sans"/>
              <a:sym typeface="DM Sans"/>
            </a:endParaRPr>
          </a:p>
        </p:txBody>
      </p:sp>
      <p:pic>
        <p:nvPicPr>
          <p:cNvPr id="3902" name="Google Shape;3902;p400"/>
          <p:cNvPicPr preferRelativeResize="0"/>
          <p:nvPr/>
        </p:nvPicPr>
        <p:blipFill>
          <a:blip r:embed="rId3">
            <a:alphaModFix/>
          </a:blip>
          <a:stretch>
            <a:fillRect/>
          </a:stretch>
        </p:blipFill>
        <p:spPr>
          <a:xfrm>
            <a:off x="5308675" y="1160875"/>
            <a:ext cx="3423900" cy="375588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6" name="Shape 3906"/>
        <p:cNvGrpSpPr/>
        <p:nvPr/>
      </p:nvGrpSpPr>
      <p:grpSpPr>
        <a:xfrm>
          <a:off x="0" y="0"/>
          <a:ext cx="0" cy="0"/>
          <a:chOff x="0" y="0"/>
          <a:chExt cx="0" cy="0"/>
        </a:xfrm>
      </p:grpSpPr>
      <p:sp>
        <p:nvSpPr>
          <p:cNvPr id="3907" name="Google Shape;3907;p40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started with</a:t>
            </a:r>
            <a:endParaRPr/>
          </a:p>
        </p:txBody>
      </p:sp>
      <p:sp>
        <p:nvSpPr>
          <p:cNvPr id="3908" name="Google Shape;3908;p401"/>
          <p:cNvSpPr txBox="1"/>
          <p:nvPr>
            <p:ph idx="1" type="body"/>
          </p:nvPr>
        </p:nvSpPr>
        <p:spPr>
          <a:xfrm>
            <a:off x="720000" y="1310299"/>
            <a:ext cx="7704000" cy="2628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1200"/>
              </a:spcBef>
              <a:spcAft>
                <a:spcPts val="0"/>
              </a:spcAft>
              <a:buClr>
                <a:srgbClr val="000000"/>
              </a:buClr>
              <a:buSzPts val="1200"/>
              <a:buFont typeface="Arial"/>
              <a:buChar char="●"/>
            </a:pPr>
            <a:r>
              <a:rPr lang="en" sz="1900"/>
              <a:t>About 550,000 images in 648 folders</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 consistent folder naming (patch, patch pond, patch </a:t>
            </a:r>
            <a:r>
              <a:rPr lang="en" sz="1900"/>
              <a:t>reservoir</a:t>
            </a:r>
            <a:r>
              <a:rPr lang="en" sz="1900"/>
              <a:t>)</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Could not search by site, date or magnification</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Nothing labeled, so nothing a model could learn from</a:t>
            </a:r>
            <a:endParaRPr sz="1900"/>
          </a:p>
        </p:txBody>
      </p:sp>
      <p:pic>
        <p:nvPicPr>
          <p:cNvPr id="3909" name="Google Shape;3909;p401" title="Bell Pond_6.12.2023_10x_TM no dilution-pp_00002.png"/>
          <p:cNvPicPr preferRelativeResize="0"/>
          <p:nvPr/>
        </p:nvPicPr>
        <p:blipFill>
          <a:blip r:embed="rId3">
            <a:alphaModFix/>
          </a:blip>
          <a:stretch>
            <a:fillRect/>
          </a:stretch>
        </p:blipFill>
        <p:spPr>
          <a:xfrm>
            <a:off x="5135663" y="3600450"/>
            <a:ext cx="885825" cy="1304925"/>
          </a:xfrm>
          <a:prstGeom prst="rect">
            <a:avLst/>
          </a:prstGeom>
          <a:noFill/>
          <a:ln>
            <a:noFill/>
          </a:ln>
        </p:spPr>
      </p:pic>
      <p:pic>
        <p:nvPicPr>
          <p:cNvPr id="3910" name="Google Shape;3910;p401" title="Bell Pond_6.12.2023_10x_TM no dilution-pp_00000.png"/>
          <p:cNvPicPr preferRelativeResize="0"/>
          <p:nvPr/>
        </p:nvPicPr>
        <p:blipFill>
          <a:blip r:embed="rId4">
            <a:alphaModFix/>
          </a:blip>
          <a:stretch>
            <a:fillRect/>
          </a:stretch>
        </p:blipFill>
        <p:spPr>
          <a:xfrm>
            <a:off x="569125" y="4231174"/>
            <a:ext cx="323850" cy="323850"/>
          </a:xfrm>
          <a:prstGeom prst="rect">
            <a:avLst/>
          </a:prstGeom>
          <a:noFill/>
          <a:ln>
            <a:noFill/>
          </a:ln>
        </p:spPr>
      </p:pic>
      <p:pic>
        <p:nvPicPr>
          <p:cNvPr id="3911" name="Google Shape;3911;p401" title="Bell Pond_6.12.2023_10x_TM no dilution-pp_00003.png"/>
          <p:cNvPicPr preferRelativeResize="0"/>
          <p:nvPr/>
        </p:nvPicPr>
        <p:blipFill>
          <a:blip r:embed="rId5">
            <a:alphaModFix/>
          </a:blip>
          <a:stretch>
            <a:fillRect/>
          </a:stretch>
        </p:blipFill>
        <p:spPr>
          <a:xfrm>
            <a:off x="1171575" y="4090999"/>
            <a:ext cx="962025" cy="752475"/>
          </a:xfrm>
          <a:prstGeom prst="rect">
            <a:avLst/>
          </a:prstGeom>
          <a:noFill/>
          <a:ln>
            <a:noFill/>
          </a:ln>
        </p:spPr>
      </p:pic>
      <p:pic>
        <p:nvPicPr>
          <p:cNvPr id="3912" name="Google Shape;3912;p401" title="Bell Pond_6.12.2023_10x_TM no dilution-pp_00007.png"/>
          <p:cNvPicPr preferRelativeResize="0"/>
          <p:nvPr/>
        </p:nvPicPr>
        <p:blipFill>
          <a:blip r:embed="rId6">
            <a:alphaModFix/>
          </a:blip>
          <a:stretch>
            <a:fillRect/>
          </a:stretch>
        </p:blipFill>
        <p:spPr>
          <a:xfrm>
            <a:off x="2286000" y="4090999"/>
            <a:ext cx="1230414" cy="900101"/>
          </a:xfrm>
          <a:prstGeom prst="rect">
            <a:avLst/>
          </a:prstGeom>
          <a:noFill/>
          <a:ln>
            <a:noFill/>
          </a:ln>
        </p:spPr>
      </p:pic>
      <p:pic>
        <p:nvPicPr>
          <p:cNvPr id="3913" name="Google Shape;3913;p401" title="Bell Pond_6.12.2023_10x_TM no dilution-pp_00009.png"/>
          <p:cNvPicPr preferRelativeResize="0"/>
          <p:nvPr/>
        </p:nvPicPr>
        <p:blipFill>
          <a:blip r:embed="rId7">
            <a:alphaModFix/>
          </a:blip>
          <a:stretch>
            <a:fillRect/>
          </a:stretch>
        </p:blipFill>
        <p:spPr>
          <a:xfrm>
            <a:off x="3668825" y="3519488"/>
            <a:ext cx="1314450" cy="1323975"/>
          </a:xfrm>
          <a:prstGeom prst="rect">
            <a:avLst/>
          </a:prstGeom>
          <a:noFill/>
          <a:ln>
            <a:noFill/>
          </a:ln>
        </p:spPr>
      </p:pic>
      <p:pic>
        <p:nvPicPr>
          <p:cNvPr id="3914" name="Google Shape;3914;p401" title="Bell Pond_8.7.2023_10x_TM 0.5 dilution-pp_00065.png"/>
          <p:cNvPicPr preferRelativeResize="0"/>
          <p:nvPr/>
        </p:nvPicPr>
        <p:blipFill>
          <a:blip r:embed="rId8">
            <a:alphaModFix/>
          </a:blip>
          <a:stretch>
            <a:fillRect/>
          </a:stretch>
        </p:blipFill>
        <p:spPr>
          <a:xfrm>
            <a:off x="7090900" y="3600450"/>
            <a:ext cx="193283" cy="140225"/>
          </a:xfrm>
          <a:prstGeom prst="rect">
            <a:avLst/>
          </a:prstGeom>
          <a:noFill/>
          <a:ln>
            <a:noFill/>
          </a:ln>
        </p:spPr>
      </p:pic>
      <p:pic>
        <p:nvPicPr>
          <p:cNvPr id="3915" name="Google Shape;3915;p401" title="Bell Pond_8.7.2023_10x_TM 0.5 dilution-pp_00068.png"/>
          <p:cNvPicPr preferRelativeResize="0"/>
          <p:nvPr/>
        </p:nvPicPr>
        <p:blipFill>
          <a:blip r:embed="rId9">
            <a:alphaModFix/>
          </a:blip>
          <a:stretch>
            <a:fillRect/>
          </a:stretch>
        </p:blipFill>
        <p:spPr>
          <a:xfrm>
            <a:off x="7436583" y="3600450"/>
            <a:ext cx="140225" cy="140225"/>
          </a:xfrm>
          <a:prstGeom prst="rect">
            <a:avLst/>
          </a:prstGeom>
          <a:noFill/>
          <a:ln>
            <a:noFill/>
          </a:ln>
        </p:spPr>
      </p:pic>
      <p:pic>
        <p:nvPicPr>
          <p:cNvPr id="3916" name="Google Shape;3916;p401" title="Bell Pond_8.7.2023_10x_TM 0.5 dilution-pp_00072.png"/>
          <p:cNvPicPr preferRelativeResize="0"/>
          <p:nvPr/>
        </p:nvPicPr>
        <p:blipFill>
          <a:blip r:embed="rId10">
            <a:alphaModFix/>
          </a:blip>
          <a:stretch>
            <a:fillRect/>
          </a:stretch>
        </p:blipFill>
        <p:spPr>
          <a:xfrm>
            <a:off x="6173888" y="4090999"/>
            <a:ext cx="828675" cy="752475"/>
          </a:xfrm>
          <a:prstGeom prst="rect">
            <a:avLst/>
          </a:prstGeom>
          <a:noFill/>
          <a:ln>
            <a:noFill/>
          </a:ln>
        </p:spPr>
      </p:pic>
      <p:pic>
        <p:nvPicPr>
          <p:cNvPr id="3917" name="Google Shape;3917;p401" title="Bell Pond_8.7.2023_10x_TM 0.5 dilution-pp_00076.png"/>
          <p:cNvPicPr preferRelativeResize="0"/>
          <p:nvPr/>
        </p:nvPicPr>
        <p:blipFill>
          <a:blip r:embed="rId11">
            <a:alphaModFix/>
          </a:blip>
          <a:stretch>
            <a:fillRect/>
          </a:stretch>
        </p:blipFill>
        <p:spPr>
          <a:xfrm>
            <a:off x="7729208" y="3600450"/>
            <a:ext cx="136535" cy="140225"/>
          </a:xfrm>
          <a:prstGeom prst="rect">
            <a:avLst/>
          </a:prstGeom>
          <a:noFill/>
          <a:ln>
            <a:noFill/>
          </a:ln>
        </p:spPr>
      </p:pic>
      <p:pic>
        <p:nvPicPr>
          <p:cNvPr id="3918" name="Google Shape;3918;p401" title="Bell Pond_8.7.2023_10x_TM 0.5 dilution-pp_00080.png"/>
          <p:cNvPicPr preferRelativeResize="0"/>
          <p:nvPr/>
        </p:nvPicPr>
        <p:blipFill>
          <a:blip r:embed="rId12">
            <a:alphaModFix/>
          </a:blip>
          <a:stretch>
            <a:fillRect/>
          </a:stretch>
        </p:blipFill>
        <p:spPr>
          <a:xfrm>
            <a:off x="6492800" y="3519500"/>
            <a:ext cx="323850" cy="447675"/>
          </a:xfrm>
          <a:prstGeom prst="rect">
            <a:avLst/>
          </a:prstGeom>
          <a:noFill/>
          <a:ln>
            <a:noFill/>
          </a:ln>
        </p:spPr>
      </p:pic>
      <p:pic>
        <p:nvPicPr>
          <p:cNvPr id="3919" name="Google Shape;3919;p401" title="Bell Pond_8.7.2023_10x_TM 0.5 dilution-pp_00087.png"/>
          <p:cNvPicPr preferRelativeResize="0"/>
          <p:nvPr/>
        </p:nvPicPr>
        <p:blipFill>
          <a:blip r:embed="rId13">
            <a:alphaModFix/>
          </a:blip>
          <a:stretch>
            <a:fillRect/>
          </a:stretch>
        </p:blipFill>
        <p:spPr>
          <a:xfrm>
            <a:off x="8018143" y="3600450"/>
            <a:ext cx="117917" cy="140225"/>
          </a:xfrm>
          <a:prstGeom prst="rect">
            <a:avLst/>
          </a:prstGeom>
          <a:noFill/>
          <a:ln>
            <a:noFill/>
          </a:ln>
        </p:spPr>
      </p:pic>
      <p:pic>
        <p:nvPicPr>
          <p:cNvPr id="3920" name="Google Shape;3920;p401" title="Bell Pond_8.7.2023_10x_TM 0.5 dilution-pp_00093.png"/>
          <p:cNvPicPr preferRelativeResize="0"/>
          <p:nvPr/>
        </p:nvPicPr>
        <p:blipFill>
          <a:blip r:embed="rId14">
            <a:alphaModFix/>
          </a:blip>
          <a:stretch>
            <a:fillRect/>
          </a:stretch>
        </p:blipFill>
        <p:spPr>
          <a:xfrm>
            <a:off x="8288460" y="3600450"/>
            <a:ext cx="135551" cy="140225"/>
          </a:xfrm>
          <a:prstGeom prst="rect">
            <a:avLst/>
          </a:prstGeom>
          <a:noFill/>
          <a:ln>
            <a:noFill/>
          </a:ln>
        </p:spPr>
      </p:pic>
      <p:pic>
        <p:nvPicPr>
          <p:cNvPr id="3921" name="Google Shape;3921;p401" title="Bell Pond_8.7.2023_10x_TM 0.5 dilution-pp_00018.png"/>
          <p:cNvPicPr preferRelativeResize="0"/>
          <p:nvPr/>
        </p:nvPicPr>
        <p:blipFill>
          <a:blip r:embed="rId15">
            <a:alphaModFix/>
          </a:blip>
          <a:stretch>
            <a:fillRect/>
          </a:stretch>
        </p:blipFill>
        <p:spPr>
          <a:xfrm>
            <a:off x="152400" y="152400"/>
            <a:ext cx="129155" cy="140225"/>
          </a:xfrm>
          <a:prstGeom prst="rect">
            <a:avLst/>
          </a:prstGeom>
          <a:noFill/>
          <a:ln>
            <a:noFill/>
          </a:ln>
        </p:spPr>
      </p:pic>
      <p:pic>
        <p:nvPicPr>
          <p:cNvPr id="3922" name="Google Shape;3922;p401" title="Bell Pond_8.7.2023_10x_TM 0.5 dilution-pp_00028.png"/>
          <p:cNvPicPr preferRelativeResize="0"/>
          <p:nvPr/>
        </p:nvPicPr>
        <p:blipFill>
          <a:blip r:embed="rId16">
            <a:alphaModFix/>
          </a:blip>
          <a:stretch>
            <a:fillRect/>
          </a:stretch>
        </p:blipFill>
        <p:spPr>
          <a:xfrm>
            <a:off x="8576400" y="152400"/>
            <a:ext cx="415200" cy="540419"/>
          </a:xfrm>
          <a:prstGeom prst="rect">
            <a:avLst/>
          </a:prstGeom>
          <a:noFill/>
          <a:ln>
            <a:noFill/>
          </a:ln>
        </p:spPr>
      </p:pic>
      <p:pic>
        <p:nvPicPr>
          <p:cNvPr id="3923" name="Google Shape;3923;p401" title="Bell Pond_8.7.2023_10x_TM 0.5 dilution-pp_00030.png"/>
          <p:cNvPicPr preferRelativeResize="0"/>
          <p:nvPr/>
        </p:nvPicPr>
        <p:blipFill>
          <a:blip r:embed="rId17">
            <a:alphaModFix/>
          </a:blip>
          <a:stretch>
            <a:fillRect/>
          </a:stretch>
        </p:blipFill>
        <p:spPr>
          <a:xfrm>
            <a:off x="8576400" y="845219"/>
            <a:ext cx="415200" cy="498240"/>
          </a:xfrm>
          <a:prstGeom prst="rect">
            <a:avLst/>
          </a:prstGeom>
          <a:noFill/>
          <a:ln>
            <a:noFill/>
          </a:ln>
        </p:spPr>
      </p:pic>
      <p:pic>
        <p:nvPicPr>
          <p:cNvPr id="3924" name="Google Shape;3924;p401" title="Bell Pond_8.7.2023_10x_TM 0.5 dilution-pp_00034.png"/>
          <p:cNvPicPr preferRelativeResize="0"/>
          <p:nvPr/>
        </p:nvPicPr>
        <p:blipFill>
          <a:blip r:embed="rId18">
            <a:alphaModFix/>
          </a:blip>
          <a:stretch>
            <a:fillRect/>
          </a:stretch>
        </p:blipFill>
        <p:spPr>
          <a:xfrm>
            <a:off x="7154963" y="4090999"/>
            <a:ext cx="800100" cy="590550"/>
          </a:xfrm>
          <a:prstGeom prst="rect">
            <a:avLst/>
          </a:prstGeom>
          <a:noFill/>
          <a:ln>
            <a:noFill/>
          </a:ln>
        </p:spPr>
      </p:pic>
      <p:pic>
        <p:nvPicPr>
          <p:cNvPr id="3925" name="Google Shape;3925;p401" title="Bell Pond_8.7.2023_10x_TM 0.5 dilution-pp_00039.png"/>
          <p:cNvPicPr preferRelativeResize="0"/>
          <p:nvPr/>
        </p:nvPicPr>
        <p:blipFill>
          <a:blip r:embed="rId19">
            <a:alphaModFix/>
          </a:blip>
          <a:stretch>
            <a:fillRect/>
          </a:stretch>
        </p:blipFill>
        <p:spPr>
          <a:xfrm>
            <a:off x="433955" y="152400"/>
            <a:ext cx="115296" cy="140225"/>
          </a:xfrm>
          <a:prstGeom prst="rect">
            <a:avLst/>
          </a:prstGeom>
          <a:noFill/>
          <a:ln>
            <a:noFill/>
          </a:ln>
        </p:spPr>
      </p:pic>
      <p:pic>
        <p:nvPicPr>
          <p:cNvPr id="3926" name="Google Shape;3926;p401" title="Bell Pond_8.7.2023_10x_TM 0.5 dilution-pp_00040.png"/>
          <p:cNvPicPr preferRelativeResize="0"/>
          <p:nvPr/>
        </p:nvPicPr>
        <p:blipFill>
          <a:blip r:embed="rId20">
            <a:alphaModFix/>
          </a:blip>
          <a:stretch>
            <a:fillRect/>
          </a:stretch>
        </p:blipFill>
        <p:spPr>
          <a:xfrm>
            <a:off x="152400" y="445025"/>
            <a:ext cx="381000" cy="514350"/>
          </a:xfrm>
          <a:prstGeom prst="rect">
            <a:avLst/>
          </a:prstGeom>
          <a:noFill/>
          <a:ln>
            <a:noFill/>
          </a:ln>
        </p:spPr>
      </p:pic>
      <p:pic>
        <p:nvPicPr>
          <p:cNvPr id="3927" name="Google Shape;3927;p401" title="Bell Pond_8.7.2023_10x_TM 0.5 dilution-pp_00043.png"/>
          <p:cNvPicPr preferRelativeResize="0"/>
          <p:nvPr/>
        </p:nvPicPr>
        <p:blipFill>
          <a:blip r:embed="rId21">
            <a:alphaModFix/>
          </a:blip>
          <a:stretch>
            <a:fillRect/>
          </a:stretch>
        </p:blipFill>
        <p:spPr>
          <a:xfrm>
            <a:off x="701651" y="152400"/>
            <a:ext cx="165154" cy="140225"/>
          </a:xfrm>
          <a:prstGeom prst="rect">
            <a:avLst/>
          </a:prstGeom>
          <a:noFill/>
          <a:ln>
            <a:noFill/>
          </a:ln>
        </p:spPr>
      </p:pic>
      <p:pic>
        <p:nvPicPr>
          <p:cNvPr id="3928" name="Google Shape;3928;p401" title="Bell Pond_8.7.2023_10x_TM 0.5 dilution-pp_00044.png"/>
          <p:cNvPicPr preferRelativeResize="0"/>
          <p:nvPr/>
        </p:nvPicPr>
        <p:blipFill>
          <a:blip r:embed="rId22">
            <a:alphaModFix/>
          </a:blip>
          <a:stretch>
            <a:fillRect/>
          </a:stretch>
        </p:blipFill>
        <p:spPr>
          <a:xfrm>
            <a:off x="8576400" y="1495859"/>
            <a:ext cx="415200" cy="408041"/>
          </a:xfrm>
          <a:prstGeom prst="rect">
            <a:avLst/>
          </a:prstGeom>
          <a:noFill/>
          <a:ln>
            <a:noFill/>
          </a:ln>
        </p:spPr>
      </p:pic>
      <p:pic>
        <p:nvPicPr>
          <p:cNvPr id="3929" name="Google Shape;3929;p401" title="Bell Pond_8.7.2023_10x_TM 0.5 dilution-pp_00050.png"/>
          <p:cNvPicPr preferRelativeResize="0"/>
          <p:nvPr/>
        </p:nvPicPr>
        <p:blipFill>
          <a:blip r:embed="rId23">
            <a:alphaModFix/>
          </a:blip>
          <a:stretch>
            <a:fillRect/>
          </a:stretch>
        </p:blipFill>
        <p:spPr>
          <a:xfrm>
            <a:off x="152400" y="1111775"/>
            <a:ext cx="264325" cy="254535"/>
          </a:xfrm>
          <a:prstGeom prst="rect">
            <a:avLst/>
          </a:prstGeom>
          <a:noFill/>
          <a:ln>
            <a:noFill/>
          </a:ln>
        </p:spPr>
      </p:pic>
      <p:pic>
        <p:nvPicPr>
          <p:cNvPr id="3930" name="Google Shape;3930;p401" title="Bell Pond_8.7.2023_10x_TM 0.5 dilution-pp_00051.png"/>
          <p:cNvPicPr preferRelativeResize="0"/>
          <p:nvPr/>
        </p:nvPicPr>
        <p:blipFill>
          <a:blip r:embed="rId24">
            <a:alphaModFix/>
          </a:blip>
          <a:stretch>
            <a:fillRect/>
          </a:stretch>
        </p:blipFill>
        <p:spPr>
          <a:xfrm>
            <a:off x="1019205" y="152400"/>
            <a:ext cx="160846" cy="140225"/>
          </a:xfrm>
          <a:prstGeom prst="rect">
            <a:avLst/>
          </a:prstGeom>
          <a:noFill/>
          <a:ln>
            <a:noFill/>
          </a:ln>
        </p:spPr>
      </p:pic>
      <p:pic>
        <p:nvPicPr>
          <p:cNvPr id="3931" name="Google Shape;3931;p401" title="Bell Pond_8.7.2023_10x_TM 0.5 dilution-pp_00053.png"/>
          <p:cNvPicPr preferRelativeResize="0"/>
          <p:nvPr/>
        </p:nvPicPr>
        <p:blipFill>
          <a:blip r:embed="rId25">
            <a:alphaModFix/>
          </a:blip>
          <a:stretch>
            <a:fillRect/>
          </a:stretch>
        </p:blipFill>
        <p:spPr>
          <a:xfrm>
            <a:off x="1332451" y="152400"/>
            <a:ext cx="191216" cy="140225"/>
          </a:xfrm>
          <a:prstGeom prst="rect">
            <a:avLst/>
          </a:prstGeom>
          <a:noFill/>
          <a:ln>
            <a:noFill/>
          </a:ln>
        </p:spPr>
      </p:pic>
      <p:pic>
        <p:nvPicPr>
          <p:cNvPr id="3932" name="Google Shape;3932;p401" title="Bell Pond_8.7.2023_10x_TM 0.5 dilution-pp_00058.png"/>
          <p:cNvPicPr preferRelativeResize="0"/>
          <p:nvPr/>
        </p:nvPicPr>
        <p:blipFill>
          <a:blip r:embed="rId26">
            <a:alphaModFix/>
          </a:blip>
          <a:stretch>
            <a:fillRect/>
          </a:stretch>
        </p:blipFill>
        <p:spPr>
          <a:xfrm>
            <a:off x="1676067" y="152400"/>
            <a:ext cx="137109" cy="140225"/>
          </a:xfrm>
          <a:prstGeom prst="rect">
            <a:avLst/>
          </a:prstGeom>
          <a:noFill/>
          <a:ln>
            <a:noFill/>
          </a:ln>
        </p:spPr>
      </p:pic>
      <p:pic>
        <p:nvPicPr>
          <p:cNvPr id="3933" name="Google Shape;3933;p401" title="Bell_CR5.2.22_10x_TR1-pp_00040.png"/>
          <p:cNvPicPr preferRelativeResize="0"/>
          <p:nvPr/>
        </p:nvPicPr>
        <p:blipFill>
          <a:blip r:embed="rId27">
            <a:alphaModFix/>
          </a:blip>
          <a:stretch>
            <a:fillRect/>
          </a:stretch>
        </p:blipFill>
        <p:spPr>
          <a:xfrm>
            <a:off x="1965576" y="152400"/>
            <a:ext cx="159791" cy="140225"/>
          </a:xfrm>
          <a:prstGeom prst="rect">
            <a:avLst/>
          </a:prstGeom>
          <a:noFill/>
          <a:ln>
            <a:noFill/>
          </a:ln>
        </p:spPr>
      </p:pic>
      <p:pic>
        <p:nvPicPr>
          <p:cNvPr id="3934" name="Google Shape;3934;p401" title="Bell_CR5.2.22_10x_TR1-pp_00041.png"/>
          <p:cNvPicPr preferRelativeResize="0"/>
          <p:nvPr/>
        </p:nvPicPr>
        <p:blipFill>
          <a:blip r:embed="rId28">
            <a:alphaModFix/>
          </a:blip>
          <a:stretch>
            <a:fillRect/>
          </a:stretch>
        </p:blipFill>
        <p:spPr>
          <a:xfrm>
            <a:off x="8576400" y="2056300"/>
            <a:ext cx="333375" cy="628650"/>
          </a:xfrm>
          <a:prstGeom prst="rect">
            <a:avLst/>
          </a:prstGeom>
          <a:noFill/>
          <a:ln>
            <a:noFill/>
          </a:ln>
        </p:spPr>
      </p:pic>
      <p:pic>
        <p:nvPicPr>
          <p:cNvPr id="3935" name="Google Shape;3935;p401" title="Bell_CR5.2.22_10x_TR1-pp_00042.png"/>
          <p:cNvPicPr preferRelativeResize="0"/>
          <p:nvPr/>
        </p:nvPicPr>
        <p:blipFill>
          <a:blip r:embed="rId29">
            <a:alphaModFix/>
          </a:blip>
          <a:stretch>
            <a:fillRect/>
          </a:stretch>
        </p:blipFill>
        <p:spPr>
          <a:xfrm>
            <a:off x="2277767" y="152400"/>
            <a:ext cx="166193" cy="140225"/>
          </a:xfrm>
          <a:prstGeom prst="rect">
            <a:avLst/>
          </a:prstGeom>
          <a:noFill/>
          <a:ln>
            <a:noFill/>
          </a:ln>
        </p:spPr>
      </p:pic>
      <p:pic>
        <p:nvPicPr>
          <p:cNvPr id="3936" name="Google Shape;3936;p401" title="Bell_CR5.2.22_10x_TR1-pp_00048.png"/>
          <p:cNvPicPr preferRelativeResize="0"/>
          <p:nvPr/>
        </p:nvPicPr>
        <p:blipFill>
          <a:blip r:embed="rId30">
            <a:alphaModFix/>
          </a:blip>
          <a:stretch>
            <a:fillRect/>
          </a:stretch>
        </p:blipFill>
        <p:spPr>
          <a:xfrm>
            <a:off x="6710225" y="133338"/>
            <a:ext cx="304800" cy="352425"/>
          </a:xfrm>
          <a:prstGeom prst="rect">
            <a:avLst/>
          </a:prstGeom>
          <a:noFill/>
          <a:ln>
            <a:noFill/>
          </a:ln>
        </p:spPr>
      </p:pic>
      <p:pic>
        <p:nvPicPr>
          <p:cNvPr id="3937" name="Google Shape;3937;p401" title="Bell_CR5.2.22_10x_TR1-pp_00049.png"/>
          <p:cNvPicPr preferRelativeResize="0"/>
          <p:nvPr/>
        </p:nvPicPr>
        <p:blipFill>
          <a:blip r:embed="rId31">
            <a:alphaModFix/>
          </a:blip>
          <a:stretch>
            <a:fillRect/>
          </a:stretch>
        </p:blipFill>
        <p:spPr>
          <a:xfrm>
            <a:off x="7226763" y="157175"/>
            <a:ext cx="257175" cy="304800"/>
          </a:xfrm>
          <a:prstGeom prst="rect">
            <a:avLst/>
          </a:prstGeom>
          <a:noFill/>
          <a:ln>
            <a:noFill/>
          </a:ln>
        </p:spPr>
      </p:pic>
      <p:pic>
        <p:nvPicPr>
          <p:cNvPr id="3938" name="Google Shape;3938;p401" title="Bell_CR5.2.22_10x_TR1-pp_00050.png"/>
          <p:cNvPicPr preferRelativeResize="0"/>
          <p:nvPr/>
        </p:nvPicPr>
        <p:blipFill>
          <a:blip r:embed="rId32">
            <a:alphaModFix/>
          </a:blip>
          <a:stretch>
            <a:fillRect/>
          </a:stretch>
        </p:blipFill>
        <p:spPr>
          <a:xfrm>
            <a:off x="45525" y="1931713"/>
            <a:ext cx="342900" cy="323850"/>
          </a:xfrm>
          <a:prstGeom prst="rect">
            <a:avLst/>
          </a:prstGeom>
          <a:noFill/>
          <a:ln>
            <a:noFill/>
          </a:ln>
        </p:spPr>
      </p:pic>
      <p:pic>
        <p:nvPicPr>
          <p:cNvPr id="3939" name="Google Shape;3939;p401" title="Bell_CR5.2.22_10x_TR1-pp_00051.png"/>
          <p:cNvPicPr preferRelativeResize="0"/>
          <p:nvPr/>
        </p:nvPicPr>
        <p:blipFill>
          <a:blip r:embed="rId33">
            <a:alphaModFix/>
          </a:blip>
          <a:stretch>
            <a:fillRect/>
          </a:stretch>
        </p:blipFill>
        <p:spPr>
          <a:xfrm>
            <a:off x="177063" y="2373288"/>
            <a:ext cx="390525" cy="314325"/>
          </a:xfrm>
          <a:prstGeom prst="rect">
            <a:avLst/>
          </a:prstGeom>
          <a:noFill/>
          <a:ln>
            <a:noFill/>
          </a:ln>
        </p:spPr>
      </p:pic>
      <p:pic>
        <p:nvPicPr>
          <p:cNvPr id="3940" name="Google Shape;3940;p401" title="Bell_CR5.2.22_10x_TR1-pp_00052.png"/>
          <p:cNvPicPr preferRelativeResize="0"/>
          <p:nvPr/>
        </p:nvPicPr>
        <p:blipFill>
          <a:blip r:embed="rId34">
            <a:alphaModFix/>
          </a:blip>
          <a:stretch>
            <a:fillRect/>
          </a:stretch>
        </p:blipFill>
        <p:spPr>
          <a:xfrm>
            <a:off x="305850" y="2846350"/>
            <a:ext cx="371475" cy="352425"/>
          </a:xfrm>
          <a:prstGeom prst="rect">
            <a:avLst/>
          </a:prstGeom>
          <a:noFill/>
          <a:ln>
            <a:noFill/>
          </a:ln>
        </p:spPr>
      </p:pic>
      <p:pic>
        <p:nvPicPr>
          <p:cNvPr id="3941" name="Google Shape;3941;p401" title="Bell_CR5.2.22_10x_TR1-pp_00053.png"/>
          <p:cNvPicPr preferRelativeResize="0"/>
          <p:nvPr/>
        </p:nvPicPr>
        <p:blipFill>
          <a:blip r:embed="rId35">
            <a:alphaModFix/>
          </a:blip>
          <a:stretch>
            <a:fillRect/>
          </a:stretch>
        </p:blipFill>
        <p:spPr>
          <a:xfrm>
            <a:off x="8577400" y="3471588"/>
            <a:ext cx="342900" cy="419100"/>
          </a:xfrm>
          <a:prstGeom prst="rect">
            <a:avLst/>
          </a:prstGeom>
          <a:noFill/>
          <a:ln>
            <a:noFill/>
          </a:ln>
        </p:spPr>
      </p:pic>
      <p:pic>
        <p:nvPicPr>
          <p:cNvPr id="3942" name="Google Shape;3942;p401" title="Bell_CR5.2.22_10x_TR1-pp_00054.png"/>
          <p:cNvPicPr preferRelativeResize="0"/>
          <p:nvPr/>
        </p:nvPicPr>
        <p:blipFill>
          <a:blip r:embed="rId36">
            <a:alphaModFix/>
          </a:blip>
          <a:stretch>
            <a:fillRect/>
          </a:stretch>
        </p:blipFill>
        <p:spPr>
          <a:xfrm>
            <a:off x="7629013" y="128588"/>
            <a:ext cx="333375" cy="361950"/>
          </a:xfrm>
          <a:prstGeom prst="rect">
            <a:avLst/>
          </a:prstGeom>
          <a:noFill/>
          <a:ln>
            <a:noFill/>
          </a:ln>
        </p:spPr>
      </p:pic>
      <p:pic>
        <p:nvPicPr>
          <p:cNvPr id="3943" name="Google Shape;3943;p401" title="Bell_CR5.2.22_10x_TR1-pp_00055.png"/>
          <p:cNvPicPr preferRelativeResize="0"/>
          <p:nvPr/>
        </p:nvPicPr>
        <p:blipFill>
          <a:blip r:embed="rId37">
            <a:alphaModFix/>
          </a:blip>
          <a:stretch>
            <a:fillRect/>
          </a:stretch>
        </p:blipFill>
        <p:spPr>
          <a:xfrm>
            <a:off x="8107475" y="152388"/>
            <a:ext cx="323850" cy="314325"/>
          </a:xfrm>
          <a:prstGeom prst="rect">
            <a:avLst/>
          </a:prstGeom>
          <a:noFill/>
          <a:ln>
            <a:noFill/>
          </a:ln>
        </p:spPr>
      </p:pic>
      <p:pic>
        <p:nvPicPr>
          <p:cNvPr id="3944" name="Google Shape;3944;p401" title="Bell_CR5.2.22_10x_TR1-pp_00056.png"/>
          <p:cNvPicPr preferRelativeResize="0"/>
          <p:nvPr/>
        </p:nvPicPr>
        <p:blipFill>
          <a:blip r:embed="rId38">
            <a:alphaModFix/>
          </a:blip>
          <a:stretch>
            <a:fillRect/>
          </a:stretch>
        </p:blipFill>
        <p:spPr>
          <a:xfrm>
            <a:off x="8650650" y="2866463"/>
            <a:ext cx="266700" cy="333375"/>
          </a:xfrm>
          <a:prstGeom prst="rect">
            <a:avLst/>
          </a:prstGeom>
          <a:noFill/>
          <a:ln>
            <a:noFill/>
          </a:ln>
        </p:spPr>
      </p:pic>
      <p:pic>
        <p:nvPicPr>
          <p:cNvPr id="3945" name="Google Shape;3945;p401" title="Bell_CR5.2.22_10x_TR1-pp_00057.png"/>
          <p:cNvPicPr preferRelativeResize="0"/>
          <p:nvPr/>
        </p:nvPicPr>
        <p:blipFill>
          <a:blip r:embed="rId39">
            <a:alphaModFix/>
          </a:blip>
          <a:stretch>
            <a:fillRect/>
          </a:stretch>
        </p:blipFill>
        <p:spPr>
          <a:xfrm>
            <a:off x="98813" y="1518688"/>
            <a:ext cx="371475" cy="295275"/>
          </a:xfrm>
          <a:prstGeom prst="rect">
            <a:avLst/>
          </a:prstGeom>
          <a:noFill/>
          <a:ln>
            <a:noFill/>
          </a:ln>
        </p:spPr>
      </p:pic>
      <p:pic>
        <p:nvPicPr>
          <p:cNvPr id="3946" name="Google Shape;3946;p401" title="Bell_CR5.2.22_10x_TR1-pp_00058.png"/>
          <p:cNvPicPr preferRelativeResize="0"/>
          <p:nvPr/>
        </p:nvPicPr>
        <p:blipFill>
          <a:blip r:embed="rId40">
            <a:alphaModFix/>
          </a:blip>
          <a:stretch>
            <a:fillRect/>
          </a:stretch>
        </p:blipFill>
        <p:spPr>
          <a:xfrm>
            <a:off x="824988" y="3519488"/>
            <a:ext cx="390525" cy="447675"/>
          </a:xfrm>
          <a:prstGeom prst="rect">
            <a:avLst/>
          </a:prstGeom>
          <a:noFill/>
          <a:ln>
            <a:noFill/>
          </a:ln>
        </p:spPr>
      </p:pic>
      <p:pic>
        <p:nvPicPr>
          <p:cNvPr id="3947" name="Google Shape;3947;p401" title="Bell_CR5.2.22_10x_TR1-pp_00059.png"/>
          <p:cNvPicPr preferRelativeResize="0"/>
          <p:nvPr/>
        </p:nvPicPr>
        <p:blipFill>
          <a:blip r:embed="rId41">
            <a:alphaModFix/>
          </a:blip>
          <a:stretch>
            <a:fillRect/>
          </a:stretch>
        </p:blipFill>
        <p:spPr>
          <a:xfrm>
            <a:off x="386300" y="3457588"/>
            <a:ext cx="247650" cy="571500"/>
          </a:xfrm>
          <a:prstGeom prst="rect">
            <a:avLst/>
          </a:prstGeom>
          <a:noFill/>
          <a:ln>
            <a:noFill/>
          </a:ln>
        </p:spPr>
      </p:pic>
      <p:pic>
        <p:nvPicPr>
          <p:cNvPr id="3948" name="Google Shape;3948;p401" title="Bell_CR5.2.22_10x_TR1-pp_00060.png"/>
          <p:cNvPicPr preferRelativeResize="0"/>
          <p:nvPr/>
        </p:nvPicPr>
        <p:blipFill>
          <a:blip r:embed="rId42">
            <a:alphaModFix/>
          </a:blip>
          <a:stretch>
            <a:fillRect/>
          </a:stretch>
        </p:blipFill>
        <p:spPr>
          <a:xfrm>
            <a:off x="8107475" y="4162425"/>
            <a:ext cx="723900" cy="4476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2" name="Shape 3952"/>
        <p:cNvGrpSpPr/>
        <p:nvPr/>
      </p:nvGrpSpPr>
      <p:grpSpPr>
        <a:xfrm>
          <a:off x="0" y="0"/>
          <a:ext cx="0" cy="0"/>
          <a:chOff x="0" y="0"/>
          <a:chExt cx="0" cy="0"/>
        </a:xfrm>
      </p:grpSpPr>
      <p:sp>
        <p:nvSpPr>
          <p:cNvPr id="3953" name="Google Shape;3953;p402"/>
          <p:cNvSpPr/>
          <p:nvPr/>
        </p:nvSpPr>
        <p:spPr>
          <a:xfrm>
            <a:off x="611125" y="3224375"/>
            <a:ext cx="3384900" cy="13275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3954" name="Google Shape;3954;p402"/>
          <p:cNvSpPr txBox="1"/>
          <p:nvPr>
            <p:ph type="title"/>
          </p:nvPr>
        </p:nvSpPr>
        <p:spPr>
          <a:xfrm>
            <a:off x="794475" y="824963"/>
            <a:ext cx="77040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Plan</a:t>
            </a:r>
            <a:endParaRPr/>
          </a:p>
        </p:txBody>
      </p:sp>
      <p:sp>
        <p:nvSpPr>
          <p:cNvPr id="3955" name="Google Shape;3955;p402"/>
          <p:cNvSpPr txBox="1"/>
          <p:nvPr>
            <p:ph idx="4294967295" type="body"/>
          </p:nvPr>
        </p:nvSpPr>
        <p:spPr>
          <a:xfrm>
            <a:off x="3317675" y="1690238"/>
            <a:ext cx="51810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Goal: turn raw FlowCam folders into a clean, searchable, labelable dataset</a:t>
            </a:r>
            <a:endParaRPr sz="1900"/>
          </a:p>
          <a:p>
            <a:pPr indent="-349250" lvl="0" marL="457200" rtl="0" algn="l">
              <a:lnSpc>
                <a:spcPct val="150000"/>
              </a:lnSpc>
              <a:spcBef>
                <a:spcPts val="0"/>
              </a:spcBef>
              <a:spcAft>
                <a:spcPts val="0"/>
              </a:spcAft>
              <a:buSzPts val="1900"/>
              <a:buChar char="●"/>
            </a:pPr>
            <a:r>
              <a:rPr lang="en" sz="1900"/>
              <a:t>Step 1: organize it with a Python script</a:t>
            </a:r>
            <a:endParaRPr sz="1900"/>
          </a:p>
          <a:p>
            <a:pPr indent="-349250" lvl="0" marL="457200" rtl="0" algn="l">
              <a:lnSpc>
                <a:spcPct val="150000"/>
              </a:lnSpc>
              <a:spcBef>
                <a:spcPts val="0"/>
              </a:spcBef>
              <a:spcAft>
                <a:spcPts val="0"/>
              </a:spcAft>
              <a:buSzPts val="1900"/>
              <a:buChar char="●"/>
            </a:pPr>
            <a:r>
              <a:rPr lang="en" sz="1900"/>
              <a:t>Step 2: put it in a database and dashboard</a:t>
            </a:r>
            <a:endParaRPr sz="1900"/>
          </a:p>
          <a:p>
            <a:pPr indent="-349250" lvl="0" marL="457200" rtl="0" algn="l">
              <a:lnSpc>
                <a:spcPct val="150000"/>
              </a:lnSpc>
              <a:spcBef>
                <a:spcPts val="0"/>
              </a:spcBef>
              <a:spcAft>
                <a:spcPts val="0"/>
              </a:spcAft>
              <a:buSzPts val="1900"/>
              <a:buChar char="●"/>
            </a:pPr>
            <a:r>
              <a:rPr lang="en" sz="1900"/>
              <a:t>Step 3: build a tool for people to label images</a:t>
            </a:r>
            <a:endParaRPr sz="1900"/>
          </a:p>
        </p:txBody>
      </p:sp>
      <p:pic>
        <p:nvPicPr>
          <p:cNvPr id="3956" name="Google Shape;3956;p402"/>
          <p:cNvPicPr preferRelativeResize="0"/>
          <p:nvPr/>
        </p:nvPicPr>
        <p:blipFill>
          <a:blip r:embed="rId3">
            <a:alphaModFix/>
          </a:blip>
          <a:stretch>
            <a:fillRect/>
          </a:stretch>
        </p:blipFill>
        <p:spPr>
          <a:xfrm>
            <a:off x="645325" y="1794900"/>
            <a:ext cx="2418975" cy="24189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0" name="Shape 3960"/>
        <p:cNvGrpSpPr/>
        <p:nvPr/>
      </p:nvGrpSpPr>
      <p:grpSpPr>
        <a:xfrm>
          <a:off x="0" y="0"/>
          <a:ext cx="0" cy="0"/>
          <a:chOff x="0" y="0"/>
          <a:chExt cx="0" cy="0"/>
        </a:xfrm>
      </p:grpSpPr>
      <p:sp>
        <p:nvSpPr>
          <p:cNvPr id="3961" name="Google Shape;3961;p403"/>
          <p:cNvSpPr txBox="1"/>
          <p:nvPr>
            <p:ph idx="4294967295"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Learning the data</a:t>
            </a:r>
            <a:endParaRPr/>
          </a:p>
        </p:txBody>
      </p:sp>
      <p:sp>
        <p:nvSpPr>
          <p:cNvPr id="3962" name="Google Shape;3962;p403"/>
          <p:cNvSpPr txBox="1"/>
          <p:nvPr>
            <p:ph idx="4294967295" type="body"/>
          </p:nvPr>
        </p:nvSpPr>
        <p:spPr>
          <a:xfrm>
            <a:off x="720000" y="1174650"/>
            <a:ext cx="7396500" cy="2794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Met with Prof. Ahlgren to learn how the data is made</a:t>
            </a:r>
            <a:endParaRPr sz="1900"/>
          </a:p>
          <a:p>
            <a:pPr indent="0" lvl="0" marL="0" rtl="0" algn="l">
              <a:lnSpc>
                <a:spcPct val="150000"/>
              </a:lnSpc>
              <a:spcBef>
                <a:spcPts val="0"/>
              </a:spcBef>
              <a:spcAft>
                <a:spcPts val="0"/>
              </a:spcAft>
              <a:buNone/>
            </a:pPr>
            <a:r>
              <a:rPr lang="en" sz="1900"/>
              <a:t>-pp means post-processed, the city’s standard</a:t>
            </a:r>
            <a:endParaRPr sz="1900"/>
          </a:p>
          <a:p>
            <a:pPr indent="0" lvl="0" marL="0" rtl="0" algn="l">
              <a:lnSpc>
                <a:spcPct val="150000"/>
              </a:lnSpc>
              <a:spcBef>
                <a:spcPts val="0"/>
              </a:spcBef>
              <a:spcAft>
                <a:spcPts val="0"/>
              </a:spcAft>
              <a:buNone/>
            </a:pPr>
            <a:r>
              <a:rPr lang="en" sz="1900"/>
              <a:t>TR/TM = trigger mode and AI = autoimage mode</a:t>
            </a:r>
            <a:endParaRPr sz="1900"/>
          </a:p>
          <a:p>
            <a:pPr indent="0" lvl="0" marL="0" rtl="0" algn="l">
              <a:lnSpc>
                <a:spcPct val="150000"/>
              </a:lnSpc>
              <a:spcBef>
                <a:spcPts val="0"/>
              </a:spcBef>
              <a:spcAft>
                <a:spcPts val="0"/>
              </a:spcAft>
              <a:buNone/>
            </a:pPr>
            <a:r>
              <a:rPr lang="en" sz="1900"/>
              <a:t>Dilution is in the name, and magnification is 10x unless noted</a:t>
            </a:r>
            <a:endParaRPr sz="1900"/>
          </a:p>
          <a:p>
            <a:pPr indent="0" lvl="0" marL="0" rtl="0" algn="l">
              <a:lnSpc>
                <a:spcPct val="150000"/>
              </a:lnSpc>
              <a:spcBef>
                <a:spcPts val="0"/>
              </a:spcBef>
              <a:spcAft>
                <a:spcPts val="0"/>
              </a:spcAft>
              <a:buNone/>
            </a:pPr>
            <a:r>
              <a:rPr lang="en" sz="1900"/>
              <a:t>Also learned from a paper on a FlowCam image pipeline</a:t>
            </a:r>
            <a:endParaRPr sz="19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6" name="Shape 3966"/>
        <p:cNvGrpSpPr/>
        <p:nvPr/>
      </p:nvGrpSpPr>
      <p:grpSpPr>
        <a:xfrm>
          <a:off x="0" y="0"/>
          <a:ext cx="0" cy="0"/>
          <a:chOff x="0" y="0"/>
          <a:chExt cx="0" cy="0"/>
        </a:xfrm>
      </p:grpSpPr>
      <p:sp>
        <p:nvSpPr>
          <p:cNvPr id="3967" name="Google Shape;3967;p4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1a: Python Script</a:t>
            </a:r>
            <a:endParaRPr/>
          </a:p>
        </p:txBody>
      </p:sp>
      <p:sp>
        <p:nvSpPr>
          <p:cNvPr id="3968" name="Google Shape;3968;p404"/>
          <p:cNvSpPr txBox="1"/>
          <p:nvPr>
            <p:ph idx="4294967295" type="body"/>
          </p:nvPr>
        </p:nvSpPr>
        <p:spPr>
          <a:xfrm>
            <a:off x="720000" y="1174650"/>
            <a:ext cx="8145900" cy="43119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Reads each folder name and extracts site, date, magnification, dilution and capture mode</a:t>
            </a:r>
            <a:endParaRPr sz="1900"/>
          </a:p>
          <a:p>
            <a:pPr indent="-349250" lvl="0" marL="457200" rtl="0" algn="l">
              <a:lnSpc>
                <a:spcPct val="150000"/>
              </a:lnSpc>
              <a:spcBef>
                <a:spcPts val="0"/>
              </a:spcBef>
              <a:spcAft>
                <a:spcPts val="0"/>
              </a:spcAft>
              <a:buSzPts val="1900"/>
              <a:buChar char="●"/>
            </a:pPr>
            <a:r>
              <a:rPr lang="en" sz="1900"/>
              <a:t>Cleans up site names</a:t>
            </a:r>
            <a:endParaRPr sz="1900"/>
          </a:p>
          <a:p>
            <a:pPr indent="-349250" lvl="0" marL="457200" rtl="0" algn="l">
              <a:lnSpc>
                <a:spcPct val="150000"/>
              </a:lnSpc>
              <a:spcBef>
                <a:spcPts val="0"/>
              </a:spcBef>
              <a:spcAft>
                <a:spcPts val="0"/>
              </a:spcAft>
              <a:buSzPts val="1900"/>
              <a:buChar char="●"/>
            </a:pPr>
            <a:r>
              <a:rPr lang="en" sz="1900"/>
              <a:t>Uses the -pp (post processed) folder when both versions exist</a:t>
            </a:r>
            <a:endParaRPr sz="1900"/>
          </a:p>
          <a:p>
            <a:pPr indent="-349250" lvl="0" marL="457200" rtl="0" algn="l">
              <a:lnSpc>
                <a:spcPct val="150000"/>
              </a:lnSpc>
              <a:spcBef>
                <a:spcPts val="0"/>
              </a:spcBef>
              <a:spcAft>
                <a:spcPts val="0"/>
              </a:spcAft>
              <a:buSzPts val="1900"/>
              <a:buChar char="●"/>
            </a:pPr>
            <a:r>
              <a:rPr lang="en" sz="1900"/>
              <a:t>Checks that every image opens</a:t>
            </a:r>
            <a:endParaRPr sz="1900"/>
          </a:p>
          <a:p>
            <a:pPr indent="0" lvl="0" marL="0" rtl="0" algn="l">
              <a:lnSpc>
                <a:spcPct val="150000"/>
              </a:lnSpc>
              <a:spcBef>
                <a:spcPts val="0"/>
              </a:spcBef>
              <a:spcAft>
                <a:spcPts val="0"/>
              </a:spcAft>
              <a:buNone/>
            </a:pPr>
            <a:r>
              <a:rPr lang="en" sz="1900"/>
              <a:t>Output: one spreadsheet row per image (folder name, raw	site, normalized site, water body type, date, magnification, capture mode, dilution, is post processed, image count, unreadable count)</a:t>
            </a:r>
            <a:endParaRPr sz="19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2" name="Shape 3972"/>
        <p:cNvGrpSpPr/>
        <p:nvPr/>
      </p:nvGrpSpPr>
      <p:grpSpPr>
        <a:xfrm>
          <a:off x="0" y="0"/>
          <a:ext cx="0" cy="0"/>
          <a:chOff x="0" y="0"/>
          <a:chExt cx="0" cy="0"/>
        </a:xfrm>
      </p:grpSpPr>
      <p:sp>
        <p:nvSpPr>
          <p:cNvPr id="3973" name="Google Shape;3973;p405"/>
          <p:cNvSpPr/>
          <p:nvPr/>
        </p:nvSpPr>
        <p:spPr>
          <a:xfrm>
            <a:off x="1401725" y="1542325"/>
            <a:ext cx="1246800" cy="1246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umbh Sans"/>
              <a:ea typeface="Kumbh Sans"/>
              <a:cs typeface="Kumbh Sans"/>
              <a:sym typeface="Kumbh Sans"/>
            </a:endParaRPr>
          </a:p>
        </p:txBody>
      </p:sp>
      <p:sp>
        <p:nvSpPr>
          <p:cNvPr id="3974" name="Google Shape;3974;p405"/>
          <p:cNvSpPr/>
          <p:nvPr/>
        </p:nvSpPr>
        <p:spPr>
          <a:xfrm flipH="1">
            <a:off x="1333775" y="1474025"/>
            <a:ext cx="1382700" cy="1382700"/>
          </a:xfrm>
          <a:prstGeom prst="blockArc">
            <a:avLst>
              <a:gd fmla="val 79529" name="adj1"/>
              <a:gd fmla="val 16203237" name="adj2"/>
              <a:gd fmla="val 11816"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405"/>
          <p:cNvSpPr/>
          <p:nvPr/>
        </p:nvSpPr>
        <p:spPr>
          <a:xfrm>
            <a:off x="3948600" y="1542325"/>
            <a:ext cx="1246800" cy="1246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umbh Sans"/>
              <a:ea typeface="Kumbh Sans"/>
              <a:cs typeface="Kumbh Sans"/>
              <a:sym typeface="Kumbh Sans"/>
            </a:endParaRPr>
          </a:p>
        </p:txBody>
      </p:sp>
      <p:sp>
        <p:nvSpPr>
          <p:cNvPr id="3976" name="Google Shape;3976;p405"/>
          <p:cNvSpPr/>
          <p:nvPr/>
        </p:nvSpPr>
        <p:spPr>
          <a:xfrm flipH="1">
            <a:off x="3880650" y="1474025"/>
            <a:ext cx="1382700" cy="1382700"/>
          </a:xfrm>
          <a:prstGeom prst="blockArc">
            <a:avLst>
              <a:gd fmla="val 5331897" name="adj1"/>
              <a:gd fmla="val 16203237" name="adj2"/>
              <a:gd fmla="val 11816"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405"/>
          <p:cNvSpPr/>
          <p:nvPr/>
        </p:nvSpPr>
        <p:spPr>
          <a:xfrm>
            <a:off x="6495475" y="1542325"/>
            <a:ext cx="1246800" cy="1246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umbh Sans"/>
              <a:ea typeface="Kumbh Sans"/>
              <a:cs typeface="Kumbh Sans"/>
              <a:sym typeface="Kumbh Sans"/>
            </a:endParaRPr>
          </a:p>
        </p:txBody>
      </p:sp>
      <p:sp>
        <p:nvSpPr>
          <p:cNvPr id="3978" name="Google Shape;3978;p405"/>
          <p:cNvSpPr/>
          <p:nvPr/>
        </p:nvSpPr>
        <p:spPr>
          <a:xfrm flipH="1">
            <a:off x="6427525" y="1474025"/>
            <a:ext cx="1382700" cy="1382700"/>
          </a:xfrm>
          <a:prstGeom prst="blockArc">
            <a:avLst>
              <a:gd fmla="val 10772280" name="adj1"/>
              <a:gd fmla="val 16203237" name="adj2"/>
              <a:gd fmla="val 11816"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4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1b: </a:t>
            </a:r>
            <a:r>
              <a:rPr lang="en"/>
              <a:t>Script Results</a:t>
            </a:r>
            <a:endParaRPr/>
          </a:p>
        </p:txBody>
      </p:sp>
      <p:sp>
        <p:nvSpPr>
          <p:cNvPr id="3980" name="Google Shape;3980;p405"/>
          <p:cNvSpPr txBox="1"/>
          <p:nvPr>
            <p:ph idx="4294967295" type="subTitle"/>
          </p:nvPr>
        </p:nvSpPr>
        <p:spPr>
          <a:xfrm>
            <a:off x="848350" y="3629175"/>
            <a:ext cx="2353500" cy="88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45 sites, 36 sampling dates</a:t>
            </a:r>
            <a:endParaRPr/>
          </a:p>
        </p:txBody>
      </p:sp>
      <p:sp>
        <p:nvSpPr>
          <p:cNvPr id="3981" name="Google Shape;3981;p405"/>
          <p:cNvSpPr txBox="1"/>
          <p:nvPr>
            <p:ph idx="4294967295" type="subTitle"/>
          </p:nvPr>
        </p:nvSpPr>
        <p:spPr>
          <a:xfrm>
            <a:off x="848350" y="3132150"/>
            <a:ext cx="23535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latin typeface="Outfit"/>
                <a:ea typeface="Outfit"/>
                <a:cs typeface="Outfit"/>
                <a:sym typeface="Outfit"/>
              </a:rPr>
              <a:t>Kept Folders</a:t>
            </a:r>
            <a:endParaRPr b="1" sz="2400">
              <a:latin typeface="Outfit"/>
              <a:ea typeface="Outfit"/>
              <a:cs typeface="Outfit"/>
              <a:sym typeface="Outfit"/>
            </a:endParaRPr>
          </a:p>
        </p:txBody>
      </p:sp>
      <p:sp>
        <p:nvSpPr>
          <p:cNvPr id="3982" name="Google Shape;3982;p405"/>
          <p:cNvSpPr txBox="1"/>
          <p:nvPr>
            <p:ph idx="4294967295" type="subTitle"/>
          </p:nvPr>
        </p:nvSpPr>
        <p:spPr>
          <a:xfrm>
            <a:off x="3395250" y="3629175"/>
            <a:ext cx="2353500" cy="88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Reduced 7% of the images to keep relevant data</a:t>
            </a:r>
            <a:endParaRPr/>
          </a:p>
        </p:txBody>
      </p:sp>
      <p:sp>
        <p:nvSpPr>
          <p:cNvPr id="3983" name="Google Shape;3983;p405"/>
          <p:cNvSpPr txBox="1"/>
          <p:nvPr>
            <p:ph idx="4294967295" type="subTitle"/>
          </p:nvPr>
        </p:nvSpPr>
        <p:spPr>
          <a:xfrm>
            <a:off x="3395250" y="3132150"/>
            <a:ext cx="23535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latin typeface="Outfit"/>
                <a:ea typeface="Outfit"/>
                <a:cs typeface="Outfit"/>
                <a:sym typeface="Outfit"/>
              </a:rPr>
              <a:t>511,765 images</a:t>
            </a:r>
            <a:endParaRPr b="1" sz="2200">
              <a:latin typeface="Outfit"/>
              <a:ea typeface="Outfit"/>
              <a:cs typeface="Outfit"/>
              <a:sym typeface="Outfit"/>
            </a:endParaRPr>
          </a:p>
        </p:txBody>
      </p:sp>
      <p:sp>
        <p:nvSpPr>
          <p:cNvPr id="3984" name="Google Shape;3984;p405"/>
          <p:cNvSpPr txBox="1"/>
          <p:nvPr>
            <p:ph idx="4294967295" type="subTitle"/>
          </p:nvPr>
        </p:nvSpPr>
        <p:spPr>
          <a:xfrm>
            <a:off x="5942200" y="3629175"/>
            <a:ext cx="2353500" cy="88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Every file was readable and data was clean</a:t>
            </a:r>
            <a:endParaRPr/>
          </a:p>
          <a:p>
            <a:pPr indent="0" lvl="0" marL="0" rtl="0" algn="ctr">
              <a:spcBef>
                <a:spcPts val="0"/>
              </a:spcBef>
              <a:spcAft>
                <a:spcPts val="0"/>
              </a:spcAft>
              <a:buNone/>
            </a:pPr>
            <a:r>
              <a:t/>
            </a:r>
            <a:endParaRPr/>
          </a:p>
        </p:txBody>
      </p:sp>
      <p:sp>
        <p:nvSpPr>
          <p:cNvPr id="3985" name="Google Shape;3985;p405"/>
          <p:cNvSpPr txBox="1"/>
          <p:nvPr>
            <p:ph idx="4294967295" type="subTitle"/>
          </p:nvPr>
        </p:nvSpPr>
        <p:spPr>
          <a:xfrm>
            <a:off x="5942200" y="3132150"/>
            <a:ext cx="23535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latin typeface="Outfit"/>
              <a:ea typeface="Outfit"/>
              <a:cs typeface="Outfit"/>
              <a:sym typeface="Outfit"/>
            </a:endParaRPr>
          </a:p>
          <a:p>
            <a:pPr indent="0" lvl="0" marL="0" rtl="0" algn="ctr">
              <a:spcBef>
                <a:spcPts val="0"/>
              </a:spcBef>
              <a:spcAft>
                <a:spcPts val="0"/>
              </a:spcAft>
              <a:buNone/>
            </a:pPr>
            <a:r>
              <a:rPr b="1" lang="en" sz="2200">
                <a:latin typeface="Outfit"/>
                <a:ea typeface="Outfit"/>
                <a:cs typeface="Outfit"/>
                <a:sym typeface="Outfit"/>
              </a:rPr>
              <a:t>Unreadable Files</a:t>
            </a:r>
            <a:endParaRPr b="1" sz="2400">
              <a:latin typeface="Outfit"/>
              <a:ea typeface="Outfit"/>
              <a:cs typeface="Outfit"/>
              <a:sym typeface="Outfit"/>
            </a:endParaRPr>
          </a:p>
        </p:txBody>
      </p:sp>
      <p:sp>
        <p:nvSpPr>
          <p:cNvPr id="3986" name="Google Shape;3986;p405"/>
          <p:cNvSpPr txBox="1"/>
          <p:nvPr>
            <p:ph idx="4294967295" type="title"/>
          </p:nvPr>
        </p:nvSpPr>
        <p:spPr>
          <a:xfrm>
            <a:off x="4063670" y="1879375"/>
            <a:ext cx="1016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7.27%</a:t>
            </a:r>
            <a:endParaRPr sz="2400"/>
          </a:p>
        </p:txBody>
      </p:sp>
      <p:sp>
        <p:nvSpPr>
          <p:cNvPr id="3987" name="Google Shape;3987;p405"/>
          <p:cNvSpPr txBox="1"/>
          <p:nvPr>
            <p:ph idx="4294967295" type="title"/>
          </p:nvPr>
        </p:nvSpPr>
        <p:spPr>
          <a:xfrm>
            <a:off x="6608177" y="1879375"/>
            <a:ext cx="1016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a:t>
            </a:r>
            <a:endParaRPr sz="2400"/>
          </a:p>
        </p:txBody>
      </p:sp>
      <p:sp>
        <p:nvSpPr>
          <p:cNvPr id="3988" name="Google Shape;3988;p405"/>
          <p:cNvSpPr txBox="1"/>
          <p:nvPr>
            <p:ph idx="4294967295" type="title"/>
          </p:nvPr>
        </p:nvSpPr>
        <p:spPr>
          <a:xfrm>
            <a:off x="1519125" y="1879375"/>
            <a:ext cx="1016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613</a:t>
            </a:r>
            <a:endParaRPr sz="24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2" name="Shape 3992"/>
        <p:cNvGrpSpPr/>
        <p:nvPr/>
      </p:nvGrpSpPr>
      <p:grpSpPr>
        <a:xfrm>
          <a:off x="0" y="0"/>
          <a:ext cx="0" cy="0"/>
          <a:chOff x="0" y="0"/>
          <a:chExt cx="0" cy="0"/>
        </a:xfrm>
      </p:grpSpPr>
      <p:sp>
        <p:nvSpPr>
          <p:cNvPr id="3993" name="Google Shape;3993;p4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2: Choosing a Database</a:t>
            </a:r>
            <a:endParaRPr/>
          </a:p>
        </p:txBody>
      </p:sp>
      <p:pic>
        <p:nvPicPr>
          <p:cNvPr id="3994" name="Google Shape;3994;p406" title="cloudflare-logo-png_seeklogo-294312.png"/>
          <p:cNvPicPr preferRelativeResize="0"/>
          <p:nvPr/>
        </p:nvPicPr>
        <p:blipFill>
          <a:blip r:embed="rId3">
            <a:alphaModFix/>
          </a:blip>
          <a:stretch>
            <a:fillRect/>
          </a:stretch>
        </p:blipFill>
        <p:spPr>
          <a:xfrm>
            <a:off x="939273" y="1168177"/>
            <a:ext cx="1464475" cy="1464475"/>
          </a:xfrm>
          <a:prstGeom prst="rect">
            <a:avLst/>
          </a:prstGeom>
          <a:noFill/>
          <a:ln>
            <a:noFill/>
          </a:ln>
        </p:spPr>
      </p:pic>
      <p:pic>
        <p:nvPicPr>
          <p:cNvPr id="3995" name="Google Shape;3995;p406" title="Frame (4).png"/>
          <p:cNvPicPr preferRelativeResize="0"/>
          <p:nvPr/>
        </p:nvPicPr>
        <p:blipFill>
          <a:blip r:embed="rId4">
            <a:alphaModFix/>
          </a:blip>
          <a:stretch>
            <a:fillRect/>
          </a:stretch>
        </p:blipFill>
        <p:spPr>
          <a:xfrm>
            <a:off x="1585675" y="2903675"/>
            <a:ext cx="1609101" cy="1609101"/>
          </a:xfrm>
          <a:prstGeom prst="rect">
            <a:avLst/>
          </a:prstGeom>
          <a:noFill/>
          <a:ln>
            <a:noFill/>
          </a:ln>
        </p:spPr>
      </p:pic>
      <p:pic>
        <p:nvPicPr>
          <p:cNvPr id="3996" name="Google Shape;3996;p406" title="images.png"/>
          <p:cNvPicPr preferRelativeResize="0"/>
          <p:nvPr/>
        </p:nvPicPr>
        <p:blipFill>
          <a:blip r:embed="rId5">
            <a:alphaModFix/>
          </a:blip>
          <a:stretch>
            <a:fillRect/>
          </a:stretch>
        </p:blipFill>
        <p:spPr>
          <a:xfrm>
            <a:off x="3233100" y="1069800"/>
            <a:ext cx="2187275" cy="2187275"/>
          </a:xfrm>
          <a:prstGeom prst="rect">
            <a:avLst/>
          </a:prstGeom>
          <a:noFill/>
          <a:ln>
            <a:noFill/>
          </a:ln>
        </p:spPr>
      </p:pic>
      <p:pic>
        <p:nvPicPr>
          <p:cNvPr id="3997" name="Google Shape;3997;p406" title="images.png"/>
          <p:cNvPicPr preferRelativeResize="0"/>
          <p:nvPr/>
        </p:nvPicPr>
        <p:blipFill>
          <a:blip r:embed="rId6">
            <a:alphaModFix/>
          </a:blip>
          <a:stretch>
            <a:fillRect/>
          </a:stretch>
        </p:blipFill>
        <p:spPr>
          <a:xfrm>
            <a:off x="6785400" y="1314375"/>
            <a:ext cx="1152200" cy="1152200"/>
          </a:xfrm>
          <a:prstGeom prst="rect">
            <a:avLst/>
          </a:prstGeom>
          <a:noFill/>
          <a:ln>
            <a:noFill/>
          </a:ln>
        </p:spPr>
      </p:pic>
      <p:pic>
        <p:nvPicPr>
          <p:cNvPr id="3998" name="Google Shape;3998;p406" title="download.png"/>
          <p:cNvPicPr preferRelativeResize="0"/>
          <p:nvPr/>
        </p:nvPicPr>
        <p:blipFill>
          <a:blip r:embed="rId7">
            <a:alphaModFix/>
          </a:blip>
          <a:stretch>
            <a:fillRect/>
          </a:stretch>
        </p:blipFill>
        <p:spPr>
          <a:xfrm>
            <a:off x="4780951" y="2845600"/>
            <a:ext cx="2085325" cy="13360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2" name="Shape 4002"/>
        <p:cNvGrpSpPr/>
        <p:nvPr/>
      </p:nvGrpSpPr>
      <p:grpSpPr>
        <a:xfrm>
          <a:off x="0" y="0"/>
          <a:ext cx="0" cy="0"/>
          <a:chOff x="0" y="0"/>
          <a:chExt cx="0" cy="0"/>
        </a:xfrm>
      </p:grpSpPr>
      <p:grpSp>
        <p:nvGrpSpPr>
          <p:cNvPr id="4003" name="Google Shape;4003;p407"/>
          <p:cNvGrpSpPr/>
          <p:nvPr/>
        </p:nvGrpSpPr>
        <p:grpSpPr>
          <a:xfrm>
            <a:off x="5497080" y="1323607"/>
            <a:ext cx="3432984" cy="2496295"/>
            <a:chOff x="331763" y="414153"/>
            <a:chExt cx="6903246" cy="5019697"/>
          </a:xfrm>
        </p:grpSpPr>
        <p:sp>
          <p:nvSpPr>
            <p:cNvPr id="4004" name="Google Shape;4004;p407"/>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407"/>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407"/>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407"/>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08" name="Google Shape;4008;p407"/>
          <p:cNvSpPr txBox="1"/>
          <p:nvPr>
            <p:ph type="title"/>
          </p:nvPr>
        </p:nvSpPr>
        <p:spPr>
          <a:xfrm>
            <a:off x="720000" y="554175"/>
            <a:ext cx="3597900" cy="10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3: Dashboard</a:t>
            </a:r>
            <a:endParaRPr/>
          </a:p>
        </p:txBody>
      </p:sp>
      <p:sp>
        <p:nvSpPr>
          <p:cNvPr id="4009" name="Google Shape;4009;p407"/>
          <p:cNvSpPr txBox="1"/>
          <p:nvPr>
            <p:ph idx="1" type="subTitle"/>
          </p:nvPr>
        </p:nvSpPr>
        <p:spPr>
          <a:xfrm>
            <a:off x="522375" y="1521500"/>
            <a:ext cx="4906800" cy="3345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Anyone can browse, filter and download images</a:t>
            </a:r>
            <a:endParaRPr sz="1600"/>
          </a:p>
          <a:p>
            <a:pPr indent="-330200" lvl="0" marL="457200" rtl="0" algn="l">
              <a:spcBef>
                <a:spcPts val="0"/>
              </a:spcBef>
              <a:spcAft>
                <a:spcPts val="0"/>
              </a:spcAft>
              <a:buSzPts val="1600"/>
              <a:buChar char="●"/>
            </a:pPr>
            <a:r>
              <a:rPr lang="en" sz="1600"/>
              <a:t>Filters: site, date, water body, magnification</a:t>
            </a:r>
            <a:endParaRPr sz="1600"/>
          </a:p>
          <a:p>
            <a:pPr indent="-330200" lvl="0" marL="457200" rtl="0" algn="l">
              <a:spcBef>
                <a:spcPts val="0"/>
              </a:spcBef>
              <a:spcAft>
                <a:spcPts val="0"/>
              </a:spcAft>
              <a:buSzPts val="1600"/>
              <a:buChar char="●"/>
            </a:pPr>
            <a:r>
              <a:rPr lang="en" sz="1600"/>
              <a:t>Charts and a detail view for each folder</a:t>
            </a:r>
            <a:endParaRPr sz="1600"/>
          </a:p>
          <a:p>
            <a:pPr indent="-330200" lvl="0" marL="457200" rtl="0" algn="l">
              <a:spcBef>
                <a:spcPts val="0"/>
              </a:spcBef>
              <a:spcAft>
                <a:spcPts val="0"/>
              </a:spcAft>
              <a:buSzPts val="1600"/>
              <a:buChar char="●"/>
            </a:pPr>
            <a:r>
              <a:rPr lang="en" sz="1600"/>
              <a:t>A reverse engineer .vbd script added 60+ particle measurements</a:t>
            </a:r>
            <a:endParaRPr sz="1600"/>
          </a:p>
          <a:p>
            <a:pPr indent="-330200" lvl="0" marL="457200" rtl="0" algn="l">
              <a:spcBef>
                <a:spcPts val="0"/>
              </a:spcBef>
              <a:spcAft>
                <a:spcPts val="0"/>
              </a:spcAft>
              <a:buSzPts val="1600"/>
              <a:buChar char="●"/>
            </a:pPr>
            <a:r>
              <a:rPr lang="en" sz="1600"/>
              <a:t>Admin page that allows authorized users to change users access level</a:t>
            </a:r>
            <a:endParaRPr sz="1600"/>
          </a:p>
          <a:p>
            <a:pPr indent="-330200" lvl="0" marL="457200" rtl="0" algn="l">
              <a:spcBef>
                <a:spcPts val="0"/>
              </a:spcBef>
              <a:spcAft>
                <a:spcPts val="0"/>
              </a:spcAft>
              <a:buSzPts val="1600"/>
              <a:buChar char="●"/>
            </a:pPr>
            <a:r>
              <a:rPr lang="en" sz="1600"/>
              <a:t>Available at: </a:t>
            </a:r>
            <a:r>
              <a:rPr lang="en" sz="1600" u="sng">
                <a:solidFill>
                  <a:schemeClr val="hlink"/>
                </a:solidFill>
                <a:hlinkClick r:id="rId3"/>
              </a:rPr>
              <a:t>https://water-sample-dashboard.pages.dev/</a:t>
            </a:r>
            <a:endParaRPr sz="1600"/>
          </a:p>
          <a:p>
            <a:pPr indent="0" lvl="0" marL="457200" rtl="0" algn="l">
              <a:spcBef>
                <a:spcPts val="0"/>
              </a:spcBef>
              <a:spcAft>
                <a:spcPts val="0"/>
              </a:spcAft>
              <a:buNone/>
            </a:pPr>
            <a:r>
              <a:t/>
            </a:r>
            <a:endParaRPr sz="1600"/>
          </a:p>
        </p:txBody>
      </p:sp>
      <p:pic>
        <p:nvPicPr>
          <p:cNvPr id="4010" name="Google Shape;4010;p407" title="Screenshot 2026-10-22 at 12.42.59 PM.png"/>
          <p:cNvPicPr preferRelativeResize="0"/>
          <p:nvPr/>
        </p:nvPicPr>
        <p:blipFill rotWithShape="1">
          <a:blip r:embed="rId4">
            <a:alphaModFix/>
          </a:blip>
          <a:srcRect b="6037" l="2490" r="3179" t="11712"/>
          <a:stretch/>
        </p:blipFill>
        <p:spPr>
          <a:xfrm>
            <a:off x="5667386" y="1617375"/>
            <a:ext cx="3092388" cy="161017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4" name="Shape 4014"/>
        <p:cNvGrpSpPr/>
        <p:nvPr/>
      </p:nvGrpSpPr>
      <p:grpSpPr>
        <a:xfrm>
          <a:off x="0" y="0"/>
          <a:ext cx="0" cy="0"/>
          <a:chOff x="0" y="0"/>
          <a:chExt cx="0" cy="0"/>
        </a:xfrm>
      </p:grpSpPr>
      <p:sp>
        <p:nvSpPr>
          <p:cNvPr id="4015" name="Google Shape;4015;p4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4: Labeling</a:t>
            </a:r>
            <a:endParaRPr/>
          </a:p>
        </p:txBody>
      </p:sp>
      <p:sp>
        <p:nvSpPr>
          <p:cNvPr id="4016" name="Google Shape;4016;p408"/>
          <p:cNvSpPr txBox="1"/>
          <p:nvPr/>
        </p:nvSpPr>
        <p:spPr>
          <a:xfrm>
            <a:off x="1527275" y="1799925"/>
            <a:ext cx="2980200" cy="95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Select many images at once, or press number keys to label</a:t>
            </a:r>
            <a:endParaRPr b="1" sz="2000">
              <a:solidFill>
                <a:schemeClr val="dk1"/>
              </a:solidFill>
              <a:latin typeface="Outfit"/>
              <a:ea typeface="Outfit"/>
              <a:cs typeface="Outfit"/>
              <a:sym typeface="Outfit"/>
            </a:endParaRPr>
          </a:p>
        </p:txBody>
      </p:sp>
      <p:sp>
        <p:nvSpPr>
          <p:cNvPr id="4017" name="Google Shape;4017;p408"/>
          <p:cNvSpPr txBox="1"/>
          <p:nvPr/>
        </p:nvSpPr>
        <p:spPr>
          <a:xfrm>
            <a:off x="1527275" y="3014136"/>
            <a:ext cx="2980200" cy="719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Image viewer, undo button</a:t>
            </a:r>
            <a:endParaRPr b="1" sz="2000">
              <a:solidFill>
                <a:schemeClr val="dk1"/>
              </a:solidFill>
              <a:latin typeface="Outfit"/>
              <a:ea typeface="Outfit"/>
              <a:cs typeface="Outfit"/>
              <a:sym typeface="Outfit"/>
            </a:endParaRPr>
          </a:p>
        </p:txBody>
      </p:sp>
      <p:sp>
        <p:nvSpPr>
          <p:cNvPr id="4018" name="Google Shape;4018;p408"/>
          <p:cNvSpPr txBox="1"/>
          <p:nvPr/>
        </p:nvSpPr>
        <p:spPr>
          <a:xfrm>
            <a:off x="1527275" y="3949925"/>
            <a:ext cx="2980200" cy="452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progress tracking</a:t>
            </a:r>
            <a:endParaRPr b="1" sz="2000">
              <a:solidFill>
                <a:schemeClr val="dk1"/>
              </a:solidFill>
              <a:latin typeface="Outfit"/>
              <a:ea typeface="Outfit"/>
              <a:cs typeface="Outfit"/>
              <a:sym typeface="Outfit"/>
            </a:endParaRPr>
          </a:p>
        </p:txBody>
      </p:sp>
      <p:sp>
        <p:nvSpPr>
          <p:cNvPr id="4019" name="Google Shape;4019;p408"/>
          <p:cNvSpPr/>
          <p:nvPr/>
        </p:nvSpPr>
        <p:spPr>
          <a:xfrm>
            <a:off x="1318288" y="21186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20" name="Google Shape;4020;p408"/>
          <p:cNvSpPr/>
          <p:nvPr/>
        </p:nvSpPr>
        <p:spPr>
          <a:xfrm>
            <a:off x="1318288" y="30859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21" name="Google Shape;4021;p408"/>
          <p:cNvSpPr/>
          <p:nvPr/>
        </p:nvSpPr>
        <p:spPr>
          <a:xfrm>
            <a:off x="1318288" y="40088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cxnSp>
        <p:nvCxnSpPr>
          <p:cNvPr id="4022" name="Google Shape;4022;p408"/>
          <p:cNvCxnSpPr>
            <a:stCxn id="4019" idx="4"/>
            <a:endCxn id="4020" idx="0"/>
          </p:cNvCxnSpPr>
          <p:nvPr/>
        </p:nvCxnSpPr>
        <p:spPr>
          <a:xfrm>
            <a:off x="1392388" y="2266800"/>
            <a:ext cx="0" cy="819000"/>
          </a:xfrm>
          <a:prstGeom prst="straightConnector1">
            <a:avLst/>
          </a:prstGeom>
          <a:noFill/>
          <a:ln cap="flat" cmpd="sng" w="9525">
            <a:solidFill>
              <a:schemeClr val="dk1"/>
            </a:solidFill>
            <a:prstDash val="solid"/>
            <a:round/>
            <a:headEnd len="med" w="med" type="none"/>
            <a:tailEnd len="med" w="med" type="none"/>
          </a:ln>
        </p:spPr>
      </p:cxnSp>
      <p:cxnSp>
        <p:nvCxnSpPr>
          <p:cNvPr id="4023" name="Google Shape;4023;p408"/>
          <p:cNvCxnSpPr>
            <a:stCxn id="4020" idx="4"/>
            <a:endCxn id="4021" idx="0"/>
          </p:cNvCxnSpPr>
          <p:nvPr/>
        </p:nvCxnSpPr>
        <p:spPr>
          <a:xfrm>
            <a:off x="1392388" y="3234100"/>
            <a:ext cx="0" cy="774600"/>
          </a:xfrm>
          <a:prstGeom prst="straightConnector1">
            <a:avLst/>
          </a:prstGeom>
          <a:noFill/>
          <a:ln cap="flat" cmpd="sng" w="9525">
            <a:solidFill>
              <a:schemeClr val="dk1"/>
            </a:solidFill>
            <a:prstDash val="solid"/>
            <a:round/>
            <a:headEnd len="med" w="med" type="none"/>
            <a:tailEnd len="med" w="med" type="none"/>
          </a:ln>
        </p:spPr>
      </p:cxnSp>
      <p:sp>
        <p:nvSpPr>
          <p:cNvPr id="4024" name="Google Shape;4024;p408"/>
          <p:cNvSpPr txBox="1"/>
          <p:nvPr/>
        </p:nvSpPr>
        <p:spPr>
          <a:xfrm>
            <a:off x="5185200" y="1875800"/>
            <a:ext cx="2978700" cy="819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Records who labeled each image and when</a:t>
            </a:r>
            <a:endParaRPr b="1" sz="2000">
              <a:solidFill>
                <a:schemeClr val="dk1"/>
              </a:solidFill>
              <a:latin typeface="Outfit"/>
              <a:ea typeface="Outfit"/>
              <a:cs typeface="Outfit"/>
              <a:sym typeface="Outfit"/>
            </a:endParaRPr>
          </a:p>
        </p:txBody>
      </p:sp>
      <p:sp>
        <p:nvSpPr>
          <p:cNvPr id="4025" name="Google Shape;4025;p408"/>
          <p:cNvSpPr txBox="1"/>
          <p:nvPr/>
        </p:nvSpPr>
        <p:spPr>
          <a:xfrm>
            <a:off x="5185200" y="3085888"/>
            <a:ext cx="29787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Export labels to CSV</a:t>
            </a:r>
            <a:endParaRPr b="1" sz="2000">
              <a:solidFill>
                <a:schemeClr val="dk1"/>
              </a:solidFill>
              <a:latin typeface="Outfit"/>
              <a:ea typeface="Outfit"/>
              <a:cs typeface="Outfit"/>
              <a:sym typeface="Outfit"/>
            </a:endParaRPr>
          </a:p>
        </p:txBody>
      </p:sp>
      <p:sp>
        <p:nvSpPr>
          <p:cNvPr id="4026" name="Google Shape;4026;p408"/>
          <p:cNvSpPr txBox="1"/>
          <p:nvPr/>
        </p:nvSpPr>
        <p:spPr>
          <a:xfrm>
            <a:off x="5185200" y="3788675"/>
            <a:ext cx="2978700" cy="774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Outfit"/>
                <a:ea typeface="Outfit"/>
                <a:cs typeface="Outfit"/>
                <a:sym typeface="Outfit"/>
              </a:rPr>
              <a:t>Only approved users can label</a:t>
            </a:r>
            <a:endParaRPr b="1" sz="2000">
              <a:solidFill>
                <a:schemeClr val="dk1"/>
              </a:solidFill>
              <a:latin typeface="Outfit"/>
              <a:ea typeface="Outfit"/>
              <a:cs typeface="Outfit"/>
              <a:sym typeface="Outfit"/>
            </a:endParaRPr>
          </a:p>
        </p:txBody>
      </p:sp>
      <p:sp>
        <p:nvSpPr>
          <p:cNvPr id="4027" name="Google Shape;4027;p408"/>
          <p:cNvSpPr/>
          <p:nvPr/>
        </p:nvSpPr>
        <p:spPr>
          <a:xfrm>
            <a:off x="4841075" y="21186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28" name="Google Shape;4028;p408"/>
          <p:cNvSpPr/>
          <p:nvPr/>
        </p:nvSpPr>
        <p:spPr>
          <a:xfrm>
            <a:off x="4841075" y="30859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29" name="Google Shape;4029;p408"/>
          <p:cNvSpPr/>
          <p:nvPr/>
        </p:nvSpPr>
        <p:spPr>
          <a:xfrm>
            <a:off x="4841075" y="4008800"/>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cxnSp>
        <p:nvCxnSpPr>
          <p:cNvPr id="4030" name="Google Shape;4030;p408"/>
          <p:cNvCxnSpPr>
            <a:stCxn id="4027" idx="4"/>
            <a:endCxn id="4028" idx="0"/>
          </p:cNvCxnSpPr>
          <p:nvPr/>
        </p:nvCxnSpPr>
        <p:spPr>
          <a:xfrm>
            <a:off x="4915175" y="2266800"/>
            <a:ext cx="0" cy="819000"/>
          </a:xfrm>
          <a:prstGeom prst="straightConnector1">
            <a:avLst/>
          </a:prstGeom>
          <a:noFill/>
          <a:ln cap="flat" cmpd="sng" w="9525">
            <a:solidFill>
              <a:schemeClr val="dk1"/>
            </a:solidFill>
            <a:prstDash val="solid"/>
            <a:round/>
            <a:headEnd len="med" w="med" type="none"/>
            <a:tailEnd len="med" w="med" type="none"/>
          </a:ln>
        </p:spPr>
      </p:cxnSp>
      <p:cxnSp>
        <p:nvCxnSpPr>
          <p:cNvPr id="4031" name="Google Shape;4031;p408"/>
          <p:cNvCxnSpPr>
            <a:stCxn id="4028" idx="4"/>
            <a:endCxn id="4029" idx="0"/>
          </p:cNvCxnSpPr>
          <p:nvPr/>
        </p:nvCxnSpPr>
        <p:spPr>
          <a:xfrm>
            <a:off x="4915175" y="3234100"/>
            <a:ext cx="0" cy="774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5" name="Shape 4035"/>
        <p:cNvGrpSpPr/>
        <p:nvPr/>
      </p:nvGrpSpPr>
      <p:grpSpPr>
        <a:xfrm>
          <a:off x="0" y="0"/>
          <a:ext cx="0" cy="0"/>
          <a:chOff x="0" y="0"/>
          <a:chExt cx="0" cy="0"/>
        </a:xfrm>
      </p:grpSpPr>
      <p:sp>
        <p:nvSpPr>
          <p:cNvPr id="4036" name="Google Shape;4036;p409"/>
          <p:cNvSpPr txBox="1"/>
          <p:nvPr>
            <p:ph type="title"/>
          </p:nvPr>
        </p:nvSpPr>
        <p:spPr>
          <a:xfrm>
            <a:off x="571500" y="342900"/>
            <a:ext cx="8001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241160"/>
                </a:solidFill>
                <a:latin typeface="Space Grotesk"/>
                <a:ea typeface="Space Grotesk"/>
                <a:cs typeface="Space Grotesk"/>
                <a:sym typeface="Space Grotesk"/>
              </a:rPr>
              <a:t>Limitations</a:t>
            </a:r>
            <a:endParaRPr b="1" sz="3200">
              <a:solidFill>
                <a:srgbClr val="241160"/>
              </a:solidFill>
              <a:latin typeface="Space Grotesk"/>
              <a:ea typeface="Space Grotesk"/>
              <a:cs typeface="Space Grotesk"/>
              <a:sym typeface="Space Grotesk"/>
            </a:endParaRPr>
          </a:p>
        </p:txBody>
      </p:sp>
      <p:grpSp>
        <p:nvGrpSpPr>
          <p:cNvPr id="4037" name="Google Shape;4037;p409"/>
          <p:cNvGrpSpPr/>
          <p:nvPr/>
        </p:nvGrpSpPr>
        <p:grpSpPr>
          <a:xfrm>
            <a:off x="571500" y="1095375"/>
            <a:ext cx="2476500" cy="1571700"/>
            <a:chOff x="0" y="0"/>
            <a:chExt cx="2476500" cy="1571700"/>
          </a:xfrm>
        </p:grpSpPr>
        <p:sp>
          <p:nvSpPr>
            <p:cNvPr id="4038" name="Google Shape;4038;p409"/>
            <p:cNvSpPr/>
            <p:nvPr/>
          </p:nvSpPr>
          <p:spPr>
            <a:xfrm>
              <a:off x="0" y="0"/>
              <a:ext cx="2476500" cy="1571700"/>
            </a:xfrm>
            <a:prstGeom prst="roundRect">
              <a:avLst>
                <a:gd fmla="val 8484" name="adj"/>
              </a:avLst>
            </a:prstGeom>
            <a:solidFill>
              <a:srgbClr val="FFFFFF"/>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9" name="Google Shape;4039;p409"/>
            <p:cNvSpPr txBox="1"/>
            <p:nvPr/>
          </p:nvSpPr>
          <p:spPr>
            <a:xfrm>
              <a:off x="0" y="0"/>
              <a:ext cx="2476500" cy="1571700"/>
            </a:xfrm>
            <a:prstGeom prst="rect">
              <a:avLst/>
            </a:prstGeom>
            <a:noFill/>
            <a:ln>
              <a:noFill/>
            </a:ln>
          </p:spPr>
          <p:txBody>
            <a:bodyPr anchorCtr="0" anchor="ctr" bIns="171450" lIns="171450" spcFirstLastPara="1" rIns="171450" wrap="square" tIns="171450">
              <a:noAutofit/>
            </a:bodyPr>
            <a:lstStyle/>
            <a:p>
              <a:pPr indent="0" lvl="0" marL="0" rtl="0" algn="l">
                <a:spcBef>
                  <a:spcPts val="0"/>
                </a:spcBef>
                <a:spcAft>
                  <a:spcPts val="0"/>
                </a:spcAft>
                <a:buNone/>
              </a:pPr>
              <a:r>
                <a:rPr b="1" lang="en" sz="3200">
                  <a:solidFill>
                    <a:schemeClr val="dk1"/>
                  </a:solidFill>
                  <a:latin typeface="Space Grotesk"/>
                  <a:ea typeface="Space Grotesk"/>
                  <a:cs typeface="Space Grotesk"/>
                  <a:sym typeface="Space Grotesk"/>
                </a:rPr>
                <a:t>648</a:t>
              </a:r>
              <a:endParaRPr b="1" sz="3200">
                <a:solidFill>
                  <a:schemeClr val="dk1"/>
                </a:solidFill>
                <a:latin typeface="Space Grotesk"/>
                <a:ea typeface="Space Grotesk"/>
                <a:cs typeface="Space Grotesk"/>
                <a:sym typeface="Space Grotesk"/>
              </a:endParaRPr>
            </a:p>
            <a:p>
              <a:pPr indent="0" lvl="0" marL="0" rtl="0" algn="l">
                <a:spcBef>
                  <a:spcPts val="300"/>
                </a:spcBef>
                <a:spcAft>
                  <a:spcPts val="0"/>
                </a:spcAft>
                <a:buNone/>
              </a:pPr>
              <a:r>
                <a:rPr b="1" lang="en" sz="1300">
                  <a:solidFill>
                    <a:srgbClr val="241160"/>
                  </a:solidFill>
                  <a:latin typeface="Cairo"/>
                  <a:ea typeface="Cairo"/>
                  <a:cs typeface="Cairo"/>
                  <a:sym typeface="Cairo"/>
                </a:rPr>
                <a:t>Inconsistent Naming</a:t>
              </a:r>
              <a:endParaRPr b="1" sz="1300">
                <a:solidFill>
                  <a:srgbClr val="241160"/>
                </a:solidFill>
                <a:latin typeface="Cairo"/>
                <a:ea typeface="Cairo"/>
                <a:cs typeface="Cairo"/>
                <a:sym typeface="Cairo"/>
              </a:endParaRPr>
            </a:p>
            <a:p>
              <a:pPr indent="0" lvl="0" marL="0" rtl="0" algn="l">
                <a:spcBef>
                  <a:spcPts val="300"/>
                </a:spcBef>
                <a:spcAft>
                  <a:spcPts val="0"/>
                </a:spcAft>
                <a:buNone/>
              </a:pPr>
              <a:r>
                <a:rPr lang="en" sz="1050">
                  <a:solidFill>
                    <a:srgbClr val="475569"/>
                  </a:solidFill>
                  <a:latin typeface="Cairo"/>
                  <a:ea typeface="Cairo"/>
                  <a:cs typeface="Cairo"/>
                  <a:sym typeface="Cairo"/>
                </a:rPr>
                <a:t>Folders with no consistent naming convention</a:t>
              </a:r>
              <a:endParaRPr sz="1050">
                <a:solidFill>
                  <a:srgbClr val="475569"/>
                </a:solidFill>
                <a:latin typeface="Cairo"/>
                <a:ea typeface="Cairo"/>
                <a:cs typeface="Cairo"/>
                <a:sym typeface="Cairo"/>
              </a:endParaRPr>
            </a:p>
          </p:txBody>
        </p:sp>
      </p:grpSp>
      <p:grpSp>
        <p:nvGrpSpPr>
          <p:cNvPr id="4040" name="Google Shape;4040;p409"/>
          <p:cNvGrpSpPr/>
          <p:nvPr/>
        </p:nvGrpSpPr>
        <p:grpSpPr>
          <a:xfrm>
            <a:off x="3238500" y="1095375"/>
            <a:ext cx="2476500" cy="1571700"/>
            <a:chOff x="0" y="0"/>
            <a:chExt cx="2476500" cy="1571700"/>
          </a:xfrm>
        </p:grpSpPr>
        <p:sp>
          <p:nvSpPr>
            <p:cNvPr id="4041" name="Google Shape;4041;p409"/>
            <p:cNvSpPr/>
            <p:nvPr/>
          </p:nvSpPr>
          <p:spPr>
            <a:xfrm>
              <a:off x="0" y="0"/>
              <a:ext cx="2476500" cy="1571700"/>
            </a:xfrm>
            <a:prstGeom prst="roundRect">
              <a:avLst>
                <a:gd fmla="val 8484" name="adj"/>
              </a:avLst>
            </a:prstGeom>
            <a:solidFill>
              <a:srgbClr val="FFFFFF"/>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2" name="Google Shape;4042;p409"/>
            <p:cNvSpPr txBox="1"/>
            <p:nvPr/>
          </p:nvSpPr>
          <p:spPr>
            <a:xfrm>
              <a:off x="0" y="0"/>
              <a:ext cx="2476500" cy="1571700"/>
            </a:xfrm>
            <a:prstGeom prst="rect">
              <a:avLst/>
            </a:prstGeom>
            <a:noFill/>
            <a:ln>
              <a:noFill/>
            </a:ln>
          </p:spPr>
          <p:txBody>
            <a:bodyPr anchorCtr="0" anchor="ctr" bIns="171450" lIns="171450" spcFirstLastPara="1" rIns="171450" wrap="square" tIns="171450">
              <a:noAutofit/>
            </a:bodyPr>
            <a:lstStyle/>
            <a:p>
              <a:pPr indent="0" lvl="0" marL="0" rtl="0" algn="l">
                <a:spcBef>
                  <a:spcPts val="0"/>
                </a:spcBef>
                <a:spcAft>
                  <a:spcPts val="0"/>
                </a:spcAft>
                <a:buNone/>
              </a:pPr>
              <a:r>
                <a:rPr b="1" lang="en" sz="3200">
                  <a:solidFill>
                    <a:schemeClr val="dk1"/>
                  </a:solidFill>
                  <a:latin typeface="Space Grotesk"/>
                  <a:ea typeface="Space Grotesk"/>
                  <a:cs typeface="Space Grotesk"/>
                  <a:sym typeface="Space Grotesk"/>
                </a:rPr>
                <a:t>43</a:t>
              </a:r>
              <a:endParaRPr b="1" sz="3200">
                <a:solidFill>
                  <a:schemeClr val="dk1"/>
                </a:solidFill>
                <a:latin typeface="Space Grotesk"/>
                <a:ea typeface="Space Grotesk"/>
                <a:cs typeface="Space Grotesk"/>
                <a:sym typeface="Space Grotesk"/>
              </a:endParaRPr>
            </a:p>
            <a:p>
              <a:pPr indent="0" lvl="0" marL="0" rtl="0" algn="l">
                <a:spcBef>
                  <a:spcPts val="300"/>
                </a:spcBef>
                <a:spcAft>
                  <a:spcPts val="0"/>
                </a:spcAft>
                <a:buNone/>
              </a:pPr>
              <a:r>
                <a:rPr b="1" lang="en" sz="1300">
                  <a:solidFill>
                    <a:srgbClr val="241160"/>
                  </a:solidFill>
                  <a:latin typeface="Cairo"/>
                  <a:ea typeface="Cairo"/>
                  <a:cs typeface="Cairo"/>
                  <a:sym typeface="Cairo"/>
                </a:rPr>
                <a:t>Unmatched Raw Folders</a:t>
              </a:r>
              <a:endParaRPr b="1" sz="1300">
                <a:solidFill>
                  <a:srgbClr val="241160"/>
                </a:solidFill>
                <a:latin typeface="Cairo"/>
                <a:ea typeface="Cairo"/>
                <a:cs typeface="Cairo"/>
                <a:sym typeface="Cairo"/>
              </a:endParaRPr>
            </a:p>
            <a:p>
              <a:pPr indent="0" lvl="0" marL="0" rtl="0" algn="l">
                <a:spcBef>
                  <a:spcPts val="300"/>
                </a:spcBef>
                <a:spcAft>
                  <a:spcPts val="0"/>
                </a:spcAft>
                <a:buNone/>
              </a:pPr>
              <a:r>
                <a:rPr lang="en" sz="1050">
                  <a:solidFill>
                    <a:srgbClr val="475569"/>
                  </a:solidFill>
                  <a:latin typeface="Cairo"/>
                  <a:ea typeface="Cairo"/>
                  <a:cs typeface="Cairo"/>
                  <a:sym typeface="Cairo"/>
                </a:rPr>
                <a:t>Raw folders that didn't match the rest</a:t>
              </a:r>
              <a:endParaRPr sz="1050">
                <a:solidFill>
                  <a:srgbClr val="475569"/>
                </a:solidFill>
                <a:latin typeface="Cairo"/>
                <a:ea typeface="Cairo"/>
                <a:cs typeface="Cairo"/>
                <a:sym typeface="Cairo"/>
              </a:endParaRPr>
            </a:p>
          </p:txBody>
        </p:sp>
      </p:grpSp>
      <p:grpSp>
        <p:nvGrpSpPr>
          <p:cNvPr id="4043" name="Google Shape;4043;p409"/>
          <p:cNvGrpSpPr/>
          <p:nvPr/>
        </p:nvGrpSpPr>
        <p:grpSpPr>
          <a:xfrm>
            <a:off x="5905500" y="1095375"/>
            <a:ext cx="2667000" cy="1571700"/>
            <a:chOff x="0" y="0"/>
            <a:chExt cx="2667000" cy="1571700"/>
          </a:xfrm>
        </p:grpSpPr>
        <p:sp>
          <p:nvSpPr>
            <p:cNvPr id="4044" name="Google Shape;4044;p409"/>
            <p:cNvSpPr/>
            <p:nvPr/>
          </p:nvSpPr>
          <p:spPr>
            <a:xfrm>
              <a:off x="0" y="0"/>
              <a:ext cx="2667000" cy="1571700"/>
            </a:xfrm>
            <a:prstGeom prst="roundRect">
              <a:avLst>
                <a:gd fmla="val 8484" name="adj"/>
              </a:avLst>
            </a:prstGeom>
            <a:solidFill>
              <a:srgbClr val="FFFFFF"/>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5" name="Google Shape;4045;p409"/>
            <p:cNvSpPr txBox="1"/>
            <p:nvPr/>
          </p:nvSpPr>
          <p:spPr>
            <a:xfrm>
              <a:off x="0" y="0"/>
              <a:ext cx="2667000" cy="1571700"/>
            </a:xfrm>
            <a:prstGeom prst="rect">
              <a:avLst/>
            </a:prstGeom>
            <a:noFill/>
            <a:ln>
              <a:noFill/>
            </a:ln>
          </p:spPr>
          <p:txBody>
            <a:bodyPr anchorCtr="0" anchor="ctr" bIns="171450" lIns="171450" spcFirstLastPara="1" rIns="171450" wrap="square" tIns="171450">
              <a:noAutofit/>
            </a:bodyPr>
            <a:lstStyle/>
            <a:p>
              <a:pPr indent="0" lvl="0" marL="0" rtl="0" algn="l">
                <a:spcBef>
                  <a:spcPts val="0"/>
                </a:spcBef>
                <a:spcAft>
                  <a:spcPts val="0"/>
                </a:spcAft>
                <a:buNone/>
              </a:pPr>
              <a:r>
                <a:rPr b="1" lang="en" sz="3200">
                  <a:solidFill>
                    <a:schemeClr val="dk1"/>
                  </a:solidFill>
                  <a:latin typeface="Space Grotesk"/>
                  <a:ea typeface="Space Grotesk"/>
                  <a:cs typeface="Space Grotesk"/>
                  <a:sym typeface="Space Grotesk"/>
                </a:rPr>
                <a:t>37</a:t>
              </a:r>
              <a:endParaRPr b="1" sz="3200">
                <a:solidFill>
                  <a:schemeClr val="dk1"/>
                </a:solidFill>
                <a:latin typeface="Space Grotesk"/>
                <a:ea typeface="Space Grotesk"/>
                <a:cs typeface="Space Grotesk"/>
                <a:sym typeface="Space Grotesk"/>
              </a:endParaRPr>
            </a:p>
            <a:p>
              <a:pPr indent="0" lvl="0" marL="0" rtl="0" algn="l">
                <a:spcBef>
                  <a:spcPts val="300"/>
                </a:spcBef>
                <a:spcAft>
                  <a:spcPts val="0"/>
                </a:spcAft>
                <a:buNone/>
              </a:pPr>
              <a:r>
                <a:rPr b="1" lang="en" sz="1300">
                  <a:solidFill>
                    <a:srgbClr val="241160"/>
                  </a:solidFill>
                  <a:latin typeface="Cairo"/>
                  <a:ea typeface="Cairo"/>
                  <a:cs typeface="Cairo"/>
                  <a:sym typeface="Cairo"/>
                </a:rPr>
                <a:t>Missing Magnification</a:t>
              </a:r>
              <a:endParaRPr b="1" sz="1300">
                <a:solidFill>
                  <a:srgbClr val="241160"/>
                </a:solidFill>
                <a:latin typeface="Cairo"/>
                <a:ea typeface="Cairo"/>
                <a:cs typeface="Cairo"/>
                <a:sym typeface="Cairo"/>
              </a:endParaRPr>
            </a:p>
            <a:p>
              <a:pPr indent="0" lvl="0" marL="0" rtl="0" algn="l">
                <a:spcBef>
                  <a:spcPts val="300"/>
                </a:spcBef>
                <a:spcAft>
                  <a:spcPts val="0"/>
                </a:spcAft>
                <a:buNone/>
              </a:pPr>
              <a:r>
                <a:rPr lang="en" sz="1050">
                  <a:solidFill>
                    <a:srgbClr val="475569"/>
                  </a:solidFill>
                  <a:latin typeface="Cairo"/>
                  <a:ea typeface="Cairo"/>
                  <a:cs typeface="Cairo"/>
                  <a:sym typeface="Cairo"/>
                </a:rPr>
                <a:t>Folders missing magnification metadata</a:t>
              </a:r>
              <a:endParaRPr sz="1050">
                <a:solidFill>
                  <a:srgbClr val="475569"/>
                </a:solidFill>
                <a:latin typeface="Cairo"/>
                <a:ea typeface="Cairo"/>
                <a:cs typeface="Cairo"/>
                <a:sym typeface="Cairo"/>
              </a:endParaRPr>
            </a:p>
          </p:txBody>
        </p:sp>
      </p:grpSp>
      <p:grpSp>
        <p:nvGrpSpPr>
          <p:cNvPr id="4046" name="Google Shape;4046;p409"/>
          <p:cNvGrpSpPr/>
          <p:nvPr/>
        </p:nvGrpSpPr>
        <p:grpSpPr>
          <a:xfrm>
            <a:off x="571500" y="2857500"/>
            <a:ext cx="3905400" cy="1619100"/>
            <a:chOff x="0" y="0"/>
            <a:chExt cx="3905400" cy="1619100"/>
          </a:xfrm>
        </p:grpSpPr>
        <p:sp>
          <p:nvSpPr>
            <p:cNvPr id="4047" name="Google Shape;4047;p409"/>
            <p:cNvSpPr/>
            <p:nvPr/>
          </p:nvSpPr>
          <p:spPr>
            <a:xfrm>
              <a:off x="0" y="0"/>
              <a:ext cx="3905400" cy="1619100"/>
            </a:xfrm>
            <a:prstGeom prst="roundRect">
              <a:avLst>
                <a:gd fmla="val 8235" name="adj"/>
              </a:avLst>
            </a:prstGeom>
            <a:solidFill>
              <a:srgbClr val="FFFFFF"/>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8" name="Google Shape;4048;p409"/>
            <p:cNvSpPr txBox="1"/>
            <p:nvPr/>
          </p:nvSpPr>
          <p:spPr>
            <a:xfrm>
              <a:off x="0" y="0"/>
              <a:ext cx="3905400" cy="1619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241160"/>
                  </a:solidFill>
                  <a:latin typeface="Cairo"/>
                  <a:ea typeface="Cairo"/>
                  <a:cs typeface="Cairo"/>
                  <a:sym typeface="Cairo"/>
                </a:rPr>
                <a:t>-pp Filter &amp; Duplication Issues</a:t>
              </a:r>
              <a:endParaRPr b="1" sz="1400">
                <a:solidFill>
                  <a:srgbClr val="241160"/>
                </a:solidFill>
                <a:latin typeface="Cairo"/>
                <a:ea typeface="Cairo"/>
                <a:cs typeface="Cairo"/>
                <a:sym typeface="Cairo"/>
              </a:endParaRPr>
            </a:p>
            <a:p>
              <a:pPr indent="0" lvl="0" marL="0" rtl="0" algn="l">
                <a:spcBef>
                  <a:spcPts val="600"/>
                </a:spcBef>
                <a:spcAft>
                  <a:spcPts val="0"/>
                </a:spcAft>
                <a:buNone/>
              </a:pPr>
              <a:r>
                <a:rPr lang="en" sz="1100">
                  <a:solidFill>
                    <a:srgbClr val="475569"/>
                  </a:solidFill>
                  <a:latin typeface="Cairo"/>
                  <a:ea typeface="Cairo"/>
                  <a:cs typeface="Cairo"/>
                  <a:sym typeface="Cairo"/>
                </a:rPr>
                <a:t>-pp wasn't a clean filter, and some -pp folders duplicated their raw versions</a:t>
              </a:r>
              <a:endParaRPr sz="1100">
                <a:solidFill>
                  <a:srgbClr val="475569"/>
                </a:solidFill>
                <a:latin typeface="Cairo"/>
                <a:ea typeface="Cairo"/>
                <a:cs typeface="Cairo"/>
                <a:sym typeface="Cairo"/>
              </a:endParaRPr>
            </a:p>
          </p:txBody>
        </p:sp>
      </p:grpSp>
      <p:grpSp>
        <p:nvGrpSpPr>
          <p:cNvPr id="4049" name="Google Shape;4049;p409"/>
          <p:cNvGrpSpPr/>
          <p:nvPr/>
        </p:nvGrpSpPr>
        <p:grpSpPr>
          <a:xfrm>
            <a:off x="4667250" y="2857500"/>
            <a:ext cx="3905400" cy="1619100"/>
            <a:chOff x="0" y="0"/>
            <a:chExt cx="3905400" cy="1619100"/>
          </a:xfrm>
        </p:grpSpPr>
        <p:sp>
          <p:nvSpPr>
            <p:cNvPr id="4050" name="Google Shape;4050;p409"/>
            <p:cNvSpPr/>
            <p:nvPr/>
          </p:nvSpPr>
          <p:spPr>
            <a:xfrm>
              <a:off x="0" y="0"/>
              <a:ext cx="3905400" cy="1619100"/>
            </a:xfrm>
            <a:prstGeom prst="roundRect">
              <a:avLst>
                <a:gd fmla="val 8235" name="adj"/>
              </a:avLst>
            </a:prstGeom>
            <a:solidFill>
              <a:srgbClr val="FFFFFF"/>
            </a:solidFill>
            <a:ln cap="flat" cmpd="sng" w="14300">
              <a:solidFill>
                <a:srgbClr val="E2E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1" name="Google Shape;4051;p409"/>
            <p:cNvSpPr txBox="1"/>
            <p:nvPr/>
          </p:nvSpPr>
          <p:spPr>
            <a:xfrm>
              <a:off x="0" y="0"/>
              <a:ext cx="3905400" cy="1619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241160"/>
                  </a:solidFill>
                  <a:latin typeface="Cairo"/>
                  <a:ea typeface="Cairo"/>
                  <a:cs typeface="Cairo"/>
                  <a:sym typeface="Cairo"/>
                </a:rPr>
                <a:t>Site Name Mismatches</a:t>
              </a:r>
              <a:endParaRPr b="1" sz="1400">
                <a:solidFill>
                  <a:srgbClr val="241160"/>
                </a:solidFill>
                <a:latin typeface="Cairo"/>
                <a:ea typeface="Cairo"/>
                <a:cs typeface="Cairo"/>
                <a:sym typeface="Cairo"/>
              </a:endParaRPr>
            </a:p>
            <a:p>
              <a:pPr indent="0" lvl="0" marL="0" rtl="0" algn="l">
                <a:spcBef>
                  <a:spcPts val="600"/>
                </a:spcBef>
                <a:spcAft>
                  <a:spcPts val="0"/>
                </a:spcAft>
                <a:buNone/>
              </a:pPr>
              <a:r>
                <a:rPr lang="en" sz="1100">
                  <a:solidFill>
                    <a:srgbClr val="475569"/>
                  </a:solidFill>
                  <a:latin typeface="Cairo"/>
                  <a:ea typeface="Cairo"/>
                  <a:cs typeface="Cairo"/>
                  <a:sym typeface="Cairo"/>
                </a:rPr>
                <a:t>Site names didn't match across folders: Patch Pond vs. Patch Reservoir, Chauncey vs. Chauncy</a:t>
              </a:r>
              <a:endParaRPr sz="1100">
                <a:solidFill>
                  <a:srgbClr val="475569"/>
                </a:solidFill>
                <a:latin typeface="Cairo"/>
                <a:ea typeface="Cairo"/>
                <a:cs typeface="Cairo"/>
                <a:sym typeface="Cairo"/>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5" name="Shape 4055"/>
        <p:cNvGrpSpPr/>
        <p:nvPr/>
      </p:nvGrpSpPr>
      <p:grpSpPr>
        <a:xfrm>
          <a:off x="0" y="0"/>
          <a:ext cx="0" cy="0"/>
          <a:chOff x="0" y="0"/>
          <a:chExt cx="0" cy="0"/>
        </a:xfrm>
      </p:grpSpPr>
      <p:sp>
        <p:nvSpPr>
          <p:cNvPr id="4056" name="Google Shape;4056;p4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airo"/>
                <a:ea typeface="Cairo"/>
                <a:cs typeface="Cairo"/>
                <a:sym typeface="Cairo"/>
              </a:rPr>
              <a:t>Discussion</a:t>
            </a:r>
            <a:endParaRPr b="1">
              <a:latin typeface="Cairo"/>
              <a:ea typeface="Cairo"/>
              <a:cs typeface="Cairo"/>
              <a:sym typeface="Cairo"/>
            </a:endParaRPr>
          </a:p>
        </p:txBody>
      </p:sp>
      <p:sp>
        <p:nvSpPr>
          <p:cNvPr id="4057" name="Google Shape;4057;p410"/>
          <p:cNvSpPr/>
          <p:nvPr/>
        </p:nvSpPr>
        <p:spPr>
          <a:xfrm>
            <a:off x="923200"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WCMC</a:t>
            </a:r>
            <a:endParaRPr b="1">
              <a:latin typeface="Cairo"/>
              <a:ea typeface="Cairo"/>
              <a:cs typeface="Cairo"/>
              <a:sym typeface="Cairo"/>
            </a:endParaRPr>
          </a:p>
        </p:txBody>
      </p:sp>
      <p:sp>
        <p:nvSpPr>
          <p:cNvPr id="4058" name="Google Shape;4058;p410"/>
          <p:cNvSpPr/>
          <p:nvPr/>
        </p:nvSpPr>
        <p:spPr>
          <a:xfrm>
            <a:off x="35832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Clark University Biology Department</a:t>
            </a:r>
            <a:endParaRPr b="1">
              <a:latin typeface="Cairo"/>
              <a:ea typeface="Cairo"/>
              <a:cs typeface="Cairo"/>
              <a:sym typeface="Cairo"/>
            </a:endParaRPr>
          </a:p>
        </p:txBody>
      </p:sp>
      <p:cxnSp>
        <p:nvCxnSpPr>
          <p:cNvPr id="4059" name="Google Shape;4059;p410"/>
          <p:cNvCxnSpPr>
            <a:stCxn id="4057" idx="3"/>
            <a:endCxn id="4058" idx="1"/>
          </p:cNvCxnSpPr>
          <p:nvPr/>
        </p:nvCxnSpPr>
        <p:spPr>
          <a:xfrm>
            <a:off x="2550400" y="1739500"/>
            <a:ext cx="1032900" cy="0"/>
          </a:xfrm>
          <a:prstGeom prst="straightConnector1">
            <a:avLst/>
          </a:prstGeom>
          <a:noFill/>
          <a:ln cap="flat" cmpd="sng" w="9525">
            <a:solidFill>
              <a:schemeClr val="dk1"/>
            </a:solidFill>
            <a:prstDash val="solid"/>
            <a:round/>
            <a:headEnd len="med" w="med" type="none"/>
            <a:tailEnd len="med" w="med" type="triangle"/>
          </a:ln>
        </p:spPr>
      </p:cxnSp>
      <p:sp>
        <p:nvSpPr>
          <p:cNvPr id="4060" name="Google Shape;4060;p410"/>
          <p:cNvSpPr/>
          <p:nvPr/>
        </p:nvSpPr>
        <p:spPr>
          <a:xfrm>
            <a:off x="62433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Over 500 Thousand PNG files</a:t>
            </a:r>
            <a:endParaRPr b="1">
              <a:latin typeface="Cairo"/>
              <a:ea typeface="Cairo"/>
              <a:cs typeface="Cairo"/>
              <a:sym typeface="Cairo"/>
            </a:endParaRPr>
          </a:p>
        </p:txBody>
      </p:sp>
      <p:cxnSp>
        <p:nvCxnSpPr>
          <p:cNvPr id="4061" name="Google Shape;4061;p410"/>
          <p:cNvCxnSpPr>
            <a:endCxn id="4060" idx="1"/>
          </p:cNvCxnSpPr>
          <p:nvPr/>
        </p:nvCxnSpPr>
        <p:spPr>
          <a:xfrm>
            <a:off x="5210475" y="1739500"/>
            <a:ext cx="1032900" cy="0"/>
          </a:xfrm>
          <a:prstGeom prst="straightConnector1">
            <a:avLst/>
          </a:prstGeom>
          <a:noFill/>
          <a:ln cap="flat" cmpd="sng" w="9525">
            <a:solidFill>
              <a:schemeClr val="dk1"/>
            </a:solidFill>
            <a:prstDash val="solid"/>
            <a:round/>
            <a:headEnd len="med" w="med" type="none"/>
            <a:tailEnd len="med" w="med" type="triangle"/>
          </a:ln>
        </p:spPr>
      </p:cxnSp>
      <p:cxnSp>
        <p:nvCxnSpPr>
          <p:cNvPr id="4062" name="Google Shape;4062;p410"/>
          <p:cNvCxnSpPr>
            <a:stCxn id="4060" idx="2"/>
          </p:cNvCxnSpPr>
          <p:nvPr/>
        </p:nvCxnSpPr>
        <p:spPr>
          <a:xfrm flipH="1">
            <a:off x="2539275" y="2282950"/>
            <a:ext cx="4517700" cy="507000"/>
          </a:xfrm>
          <a:prstGeom prst="straightConnector1">
            <a:avLst/>
          </a:prstGeom>
          <a:noFill/>
          <a:ln cap="flat" cmpd="sng" w="9525">
            <a:solidFill>
              <a:schemeClr val="dk1"/>
            </a:solidFill>
            <a:prstDash val="solid"/>
            <a:round/>
            <a:headEnd len="med" w="med" type="none"/>
            <a:tailEnd len="med" w="med" type="triangle"/>
          </a:ln>
        </p:spPr>
      </p:cxnSp>
      <p:sp>
        <p:nvSpPr>
          <p:cNvPr id="4063" name="Google Shape;4063;p410"/>
          <p:cNvSpPr/>
          <p:nvPr/>
        </p:nvSpPr>
        <p:spPr>
          <a:xfrm>
            <a:off x="923200"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Our Work</a:t>
            </a:r>
            <a:endParaRPr b="1">
              <a:latin typeface="Cairo"/>
              <a:ea typeface="Cairo"/>
              <a:cs typeface="Cairo"/>
              <a:sym typeface="Cairo"/>
            </a:endParaRPr>
          </a:p>
        </p:txBody>
      </p:sp>
      <p:sp>
        <p:nvSpPr>
          <p:cNvPr id="4064" name="Google Shape;4064;p410"/>
          <p:cNvSpPr/>
          <p:nvPr/>
        </p:nvSpPr>
        <p:spPr>
          <a:xfrm>
            <a:off x="35943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Clark University Biology Department</a:t>
            </a:r>
            <a:endParaRPr b="1">
              <a:latin typeface="Cairo"/>
              <a:ea typeface="Cairo"/>
              <a:cs typeface="Cairo"/>
              <a:sym typeface="Cairo"/>
            </a:endParaRPr>
          </a:p>
        </p:txBody>
      </p:sp>
      <p:cxnSp>
        <p:nvCxnSpPr>
          <p:cNvPr id="4065" name="Google Shape;4065;p410"/>
          <p:cNvCxnSpPr>
            <a:endCxn id="4064" idx="1"/>
          </p:cNvCxnSpPr>
          <p:nvPr/>
        </p:nvCxnSpPr>
        <p:spPr>
          <a:xfrm>
            <a:off x="2561475" y="3268325"/>
            <a:ext cx="1032900" cy="0"/>
          </a:xfrm>
          <a:prstGeom prst="straightConnector1">
            <a:avLst/>
          </a:prstGeom>
          <a:noFill/>
          <a:ln cap="flat" cmpd="sng" w="9525">
            <a:solidFill>
              <a:schemeClr val="dk1"/>
            </a:solidFill>
            <a:prstDash val="solid"/>
            <a:round/>
            <a:headEnd len="med" w="med" type="none"/>
            <a:tailEnd len="med" w="med" type="triangle"/>
          </a:ln>
        </p:spPr>
      </p:cxnSp>
      <p:sp>
        <p:nvSpPr>
          <p:cNvPr id="4066" name="Google Shape;4066;p410"/>
          <p:cNvSpPr/>
          <p:nvPr/>
        </p:nvSpPr>
        <p:spPr>
          <a:xfrm>
            <a:off x="62544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iro"/>
                <a:ea typeface="Cairo"/>
                <a:cs typeface="Cairo"/>
                <a:sym typeface="Cairo"/>
              </a:rPr>
              <a:t>WCMC</a:t>
            </a:r>
            <a:endParaRPr b="1">
              <a:latin typeface="Cairo"/>
              <a:ea typeface="Cairo"/>
              <a:cs typeface="Cairo"/>
              <a:sym typeface="Cairo"/>
            </a:endParaRPr>
          </a:p>
        </p:txBody>
      </p:sp>
      <p:cxnSp>
        <p:nvCxnSpPr>
          <p:cNvPr id="4067" name="Google Shape;4067;p410"/>
          <p:cNvCxnSpPr>
            <a:endCxn id="4066" idx="1"/>
          </p:cNvCxnSpPr>
          <p:nvPr/>
        </p:nvCxnSpPr>
        <p:spPr>
          <a:xfrm>
            <a:off x="5221575" y="3268325"/>
            <a:ext cx="10329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1" name="Shape 4071"/>
        <p:cNvGrpSpPr/>
        <p:nvPr/>
      </p:nvGrpSpPr>
      <p:grpSpPr>
        <a:xfrm>
          <a:off x="0" y="0"/>
          <a:ext cx="0" cy="0"/>
          <a:chOff x="0" y="0"/>
          <a:chExt cx="0" cy="0"/>
        </a:xfrm>
      </p:grpSpPr>
      <p:sp>
        <p:nvSpPr>
          <p:cNvPr id="4072" name="Google Shape;4072;p4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Cairo"/>
                <a:ea typeface="Cairo"/>
                <a:cs typeface="Cairo"/>
                <a:sym typeface="Cairo"/>
              </a:rPr>
              <a:t>Future Work</a:t>
            </a:r>
            <a:endParaRPr b="1">
              <a:solidFill>
                <a:srgbClr val="000000"/>
              </a:solidFill>
              <a:latin typeface="Cairo"/>
              <a:ea typeface="Cairo"/>
              <a:cs typeface="Cairo"/>
              <a:sym typeface="Cairo"/>
            </a:endParaRPr>
          </a:p>
        </p:txBody>
      </p:sp>
      <p:sp>
        <p:nvSpPr>
          <p:cNvPr id="4073" name="Google Shape;4073;p411"/>
          <p:cNvSpPr/>
          <p:nvPr/>
        </p:nvSpPr>
        <p:spPr>
          <a:xfrm>
            <a:off x="1538000" y="1959000"/>
            <a:ext cx="176400" cy="176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411"/>
          <p:cNvSpPr/>
          <p:nvPr/>
        </p:nvSpPr>
        <p:spPr>
          <a:xfrm>
            <a:off x="3501900" y="1959000"/>
            <a:ext cx="176400" cy="176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411"/>
          <p:cNvSpPr/>
          <p:nvPr/>
        </p:nvSpPr>
        <p:spPr>
          <a:xfrm>
            <a:off x="5465800" y="1959000"/>
            <a:ext cx="176400" cy="176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411"/>
          <p:cNvSpPr/>
          <p:nvPr/>
        </p:nvSpPr>
        <p:spPr>
          <a:xfrm>
            <a:off x="7429700" y="1959000"/>
            <a:ext cx="176400" cy="176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411"/>
          <p:cNvSpPr txBox="1"/>
          <p:nvPr/>
        </p:nvSpPr>
        <p:spPr>
          <a:xfrm flipH="1">
            <a:off x="720002" y="2334139"/>
            <a:ext cx="1812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naheim"/>
              <a:buNone/>
            </a:pPr>
            <a:r>
              <a:rPr b="1" lang="en" sz="2500">
                <a:solidFill>
                  <a:schemeClr val="dk1"/>
                </a:solidFill>
                <a:latin typeface="DM Sans"/>
                <a:ea typeface="DM Sans"/>
                <a:cs typeface="DM Sans"/>
                <a:sym typeface="DM Sans"/>
              </a:rPr>
              <a:t>Perfect Labelling System</a:t>
            </a:r>
            <a:endParaRPr b="1" sz="2500">
              <a:solidFill>
                <a:schemeClr val="dk1"/>
              </a:solidFill>
              <a:latin typeface="DM Sans"/>
              <a:ea typeface="DM Sans"/>
              <a:cs typeface="DM Sans"/>
              <a:sym typeface="DM Sans"/>
            </a:endParaRPr>
          </a:p>
        </p:txBody>
      </p:sp>
      <p:sp>
        <p:nvSpPr>
          <p:cNvPr id="4078" name="Google Shape;4078;p411"/>
          <p:cNvSpPr txBox="1"/>
          <p:nvPr/>
        </p:nvSpPr>
        <p:spPr>
          <a:xfrm flipH="1">
            <a:off x="2683901" y="2334139"/>
            <a:ext cx="1812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DM Sans"/>
                <a:ea typeface="DM Sans"/>
                <a:cs typeface="DM Sans"/>
                <a:sym typeface="DM Sans"/>
              </a:rPr>
              <a:t>Add blind review feature</a:t>
            </a:r>
            <a:endParaRPr b="1" sz="2500">
              <a:solidFill>
                <a:schemeClr val="dk1"/>
              </a:solidFill>
              <a:latin typeface="DM Sans"/>
              <a:ea typeface="DM Sans"/>
              <a:cs typeface="DM Sans"/>
              <a:sym typeface="DM Sans"/>
            </a:endParaRPr>
          </a:p>
        </p:txBody>
      </p:sp>
      <p:sp>
        <p:nvSpPr>
          <p:cNvPr id="4079" name="Google Shape;4079;p411"/>
          <p:cNvSpPr txBox="1"/>
          <p:nvPr/>
        </p:nvSpPr>
        <p:spPr>
          <a:xfrm flipH="1">
            <a:off x="4647801" y="2334139"/>
            <a:ext cx="1812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DM Sans"/>
                <a:ea typeface="DM Sans"/>
                <a:cs typeface="DM Sans"/>
                <a:sym typeface="DM Sans"/>
              </a:rPr>
              <a:t>Complete Admin Page</a:t>
            </a:r>
            <a:endParaRPr b="1" sz="2500">
              <a:solidFill>
                <a:schemeClr val="dk1"/>
              </a:solidFill>
              <a:latin typeface="DM Sans"/>
              <a:ea typeface="DM Sans"/>
              <a:cs typeface="DM Sans"/>
              <a:sym typeface="DM Sans"/>
            </a:endParaRPr>
          </a:p>
        </p:txBody>
      </p:sp>
      <p:sp>
        <p:nvSpPr>
          <p:cNvPr id="4080" name="Google Shape;4080;p411"/>
          <p:cNvSpPr txBox="1"/>
          <p:nvPr/>
        </p:nvSpPr>
        <p:spPr>
          <a:xfrm flipH="1">
            <a:off x="6611700" y="2334139"/>
            <a:ext cx="1812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DM Sans"/>
                <a:ea typeface="DM Sans"/>
                <a:cs typeface="DM Sans"/>
                <a:sym typeface="DM Sans"/>
              </a:rPr>
              <a:t>Produce ML Classifier</a:t>
            </a:r>
            <a:endParaRPr b="1" sz="2500">
              <a:solidFill>
                <a:schemeClr val="dk1"/>
              </a:solidFill>
              <a:latin typeface="DM Sans"/>
              <a:ea typeface="DM Sans"/>
              <a:cs typeface="DM Sans"/>
              <a:sym typeface="DM Sans"/>
            </a:endParaRPr>
          </a:p>
        </p:txBody>
      </p:sp>
      <p:cxnSp>
        <p:nvCxnSpPr>
          <p:cNvPr id="4081" name="Google Shape;4081;p411"/>
          <p:cNvCxnSpPr>
            <a:stCxn id="4073" idx="6"/>
            <a:endCxn id="4074" idx="2"/>
          </p:cNvCxnSpPr>
          <p:nvPr/>
        </p:nvCxnSpPr>
        <p:spPr>
          <a:xfrm>
            <a:off x="1714400" y="2047200"/>
            <a:ext cx="1787400" cy="0"/>
          </a:xfrm>
          <a:prstGeom prst="straightConnector1">
            <a:avLst/>
          </a:prstGeom>
          <a:noFill/>
          <a:ln cap="flat" cmpd="sng" w="9525">
            <a:solidFill>
              <a:schemeClr val="dk1"/>
            </a:solidFill>
            <a:prstDash val="solid"/>
            <a:round/>
            <a:headEnd len="med" w="med" type="none"/>
            <a:tailEnd len="med" w="med" type="none"/>
          </a:ln>
        </p:spPr>
      </p:cxnSp>
      <p:cxnSp>
        <p:nvCxnSpPr>
          <p:cNvPr id="4082" name="Google Shape;4082;p411"/>
          <p:cNvCxnSpPr>
            <a:stCxn id="4074" idx="6"/>
            <a:endCxn id="4075" idx="2"/>
          </p:cNvCxnSpPr>
          <p:nvPr/>
        </p:nvCxnSpPr>
        <p:spPr>
          <a:xfrm>
            <a:off x="3678300" y="2047200"/>
            <a:ext cx="1787400" cy="0"/>
          </a:xfrm>
          <a:prstGeom prst="straightConnector1">
            <a:avLst/>
          </a:prstGeom>
          <a:noFill/>
          <a:ln cap="flat" cmpd="sng" w="9525">
            <a:solidFill>
              <a:schemeClr val="dk1"/>
            </a:solidFill>
            <a:prstDash val="solid"/>
            <a:round/>
            <a:headEnd len="med" w="med" type="none"/>
            <a:tailEnd len="med" w="med" type="none"/>
          </a:ln>
        </p:spPr>
      </p:cxnSp>
      <p:cxnSp>
        <p:nvCxnSpPr>
          <p:cNvPr id="4083" name="Google Shape;4083;p411"/>
          <p:cNvCxnSpPr>
            <a:stCxn id="4075" idx="6"/>
            <a:endCxn id="4076" idx="2"/>
          </p:cNvCxnSpPr>
          <p:nvPr/>
        </p:nvCxnSpPr>
        <p:spPr>
          <a:xfrm>
            <a:off x="5642200" y="2047200"/>
            <a:ext cx="1787400" cy="0"/>
          </a:xfrm>
          <a:prstGeom prst="straightConnector1">
            <a:avLst/>
          </a:prstGeom>
          <a:noFill/>
          <a:ln cap="flat" cmpd="sng" w="9525">
            <a:solidFill>
              <a:schemeClr val="dk1"/>
            </a:solidFill>
            <a:prstDash val="solid"/>
            <a:round/>
            <a:headEnd len="med" w="med" type="none"/>
            <a:tailEnd len="med" w="med" type="none"/>
          </a:ln>
        </p:spPr>
      </p:cxnSp>
      <p:cxnSp>
        <p:nvCxnSpPr>
          <p:cNvPr id="4084" name="Google Shape;4084;p411"/>
          <p:cNvCxnSpPr>
            <a:stCxn id="4073" idx="4"/>
          </p:cNvCxnSpPr>
          <p:nvPr/>
        </p:nvCxnSpPr>
        <p:spPr>
          <a:xfrm>
            <a:off x="1626200" y="2135400"/>
            <a:ext cx="0" cy="120600"/>
          </a:xfrm>
          <a:prstGeom prst="straightConnector1">
            <a:avLst/>
          </a:prstGeom>
          <a:noFill/>
          <a:ln cap="flat" cmpd="sng" w="9525">
            <a:solidFill>
              <a:schemeClr val="dk1"/>
            </a:solidFill>
            <a:prstDash val="solid"/>
            <a:round/>
            <a:headEnd len="med" w="med" type="none"/>
            <a:tailEnd len="med" w="med" type="none"/>
          </a:ln>
        </p:spPr>
      </p:cxnSp>
      <p:cxnSp>
        <p:nvCxnSpPr>
          <p:cNvPr id="4085" name="Google Shape;4085;p411"/>
          <p:cNvCxnSpPr>
            <a:stCxn id="4074" idx="4"/>
          </p:cNvCxnSpPr>
          <p:nvPr/>
        </p:nvCxnSpPr>
        <p:spPr>
          <a:xfrm>
            <a:off x="3590100" y="2135400"/>
            <a:ext cx="0" cy="120600"/>
          </a:xfrm>
          <a:prstGeom prst="straightConnector1">
            <a:avLst/>
          </a:prstGeom>
          <a:noFill/>
          <a:ln cap="flat" cmpd="sng" w="9525">
            <a:solidFill>
              <a:schemeClr val="dk1"/>
            </a:solidFill>
            <a:prstDash val="solid"/>
            <a:round/>
            <a:headEnd len="med" w="med" type="none"/>
            <a:tailEnd len="med" w="med" type="none"/>
          </a:ln>
        </p:spPr>
      </p:cxnSp>
      <p:cxnSp>
        <p:nvCxnSpPr>
          <p:cNvPr id="4086" name="Google Shape;4086;p411"/>
          <p:cNvCxnSpPr>
            <a:stCxn id="4075" idx="4"/>
          </p:cNvCxnSpPr>
          <p:nvPr/>
        </p:nvCxnSpPr>
        <p:spPr>
          <a:xfrm>
            <a:off x="5554000" y="2135400"/>
            <a:ext cx="0" cy="120600"/>
          </a:xfrm>
          <a:prstGeom prst="straightConnector1">
            <a:avLst/>
          </a:prstGeom>
          <a:noFill/>
          <a:ln cap="flat" cmpd="sng" w="9525">
            <a:solidFill>
              <a:schemeClr val="dk1"/>
            </a:solidFill>
            <a:prstDash val="solid"/>
            <a:round/>
            <a:headEnd len="med" w="med" type="none"/>
            <a:tailEnd len="med" w="med" type="none"/>
          </a:ln>
        </p:spPr>
      </p:cxnSp>
      <p:cxnSp>
        <p:nvCxnSpPr>
          <p:cNvPr id="4087" name="Google Shape;4087;p411"/>
          <p:cNvCxnSpPr>
            <a:stCxn id="4076" idx="4"/>
          </p:cNvCxnSpPr>
          <p:nvPr/>
        </p:nvCxnSpPr>
        <p:spPr>
          <a:xfrm>
            <a:off x="7517900" y="2135400"/>
            <a:ext cx="0" cy="120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1" name="Shape 4091"/>
        <p:cNvGrpSpPr/>
        <p:nvPr/>
      </p:nvGrpSpPr>
      <p:grpSpPr>
        <a:xfrm>
          <a:off x="0" y="0"/>
          <a:ext cx="0" cy="0"/>
          <a:chOff x="0" y="0"/>
          <a:chExt cx="0" cy="0"/>
        </a:xfrm>
      </p:grpSpPr>
      <p:sp>
        <p:nvSpPr>
          <p:cNvPr id="4092" name="Google Shape;4092;p4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Final Thoughts: What we built</a:t>
            </a:r>
            <a:endParaRPr/>
          </a:p>
        </p:txBody>
      </p:sp>
      <p:sp>
        <p:nvSpPr>
          <p:cNvPr id="4093" name="Google Shape;4093;p412"/>
          <p:cNvSpPr txBox="1"/>
          <p:nvPr>
            <p:ph idx="1" type="body"/>
          </p:nvPr>
        </p:nvSpPr>
        <p:spPr>
          <a:xfrm>
            <a:off x="720000" y="1182294"/>
            <a:ext cx="7704000" cy="30174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DM Sans"/>
              <a:buChar char="●"/>
            </a:pPr>
            <a:r>
              <a:rPr lang="en" sz="1800">
                <a:latin typeface="DM Sans"/>
                <a:ea typeface="DM Sans"/>
                <a:cs typeface="DM Sans"/>
                <a:sym typeface="DM Sans"/>
              </a:rPr>
              <a:t>A Python script that organized 511,765 images from 613 folders, 45 sites and 36 sampling dates</a:t>
            </a:r>
            <a:endParaRPr sz="1800">
              <a:latin typeface="DM Sans"/>
              <a:ea typeface="DM Sans"/>
              <a:cs typeface="DM Sans"/>
              <a:sym typeface="DM Sans"/>
            </a:endParaRPr>
          </a:p>
          <a:p>
            <a:pPr indent="-342900" lvl="0" marL="457200" rtl="0" algn="l">
              <a:lnSpc>
                <a:spcPct val="150000"/>
              </a:lnSpc>
              <a:spcBef>
                <a:spcPts val="0"/>
              </a:spcBef>
              <a:spcAft>
                <a:spcPts val="0"/>
              </a:spcAft>
              <a:buSzPts val="1800"/>
              <a:buFont typeface="DM Sans"/>
              <a:buChar char="●"/>
            </a:pPr>
            <a:r>
              <a:rPr lang="en" sz="1800">
                <a:latin typeface="DM Sans"/>
                <a:ea typeface="DM Sans"/>
                <a:cs typeface="DM Sans"/>
                <a:sym typeface="DM Sans"/>
              </a:rPr>
              <a:t>A free database and website: Cloudflare for images and hosting, Supabase for data and logins</a:t>
            </a:r>
            <a:endParaRPr sz="1800">
              <a:latin typeface="DM Sans"/>
              <a:ea typeface="DM Sans"/>
              <a:cs typeface="DM Sans"/>
              <a:sym typeface="DM Sans"/>
            </a:endParaRPr>
          </a:p>
          <a:p>
            <a:pPr indent="-342900" lvl="0" marL="457200" rtl="0" algn="l">
              <a:lnSpc>
                <a:spcPct val="150000"/>
              </a:lnSpc>
              <a:spcBef>
                <a:spcPts val="0"/>
              </a:spcBef>
              <a:spcAft>
                <a:spcPts val="0"/>
              </a:spcAft>
              <a:buSzPts val="1800"/>
              <a:buFont typeface="DM Sans"/>
              <a:buChar char="●"/>
            </a:pPr>
            <a:r>
              <a:rPr lang="en" sz="1800">
                <a:latin typeface="DM Sans"/>
                <a:ea typeface="DM Sans"/>
                <a:cs typeface="DM Sans"/>
                <a:sym typeface="DM Sans"/>
              </a:rPr>
              <a:t>A dashboard anyone can use to browse, filter and download images</a:t>
            </a:r>
            <a:endParaRPr sz="1800">
              <a:latin typeface="DM Sans"/>
              <a:ea typeface="DM Sans"/>
              <a:cs typeface="DM Sans"/>
              <a:sym typeface="DM Sans"/>
            </a:endParaRPr>
          </a:p>
          <a:p>
            <a:pPr indent="-342900" lvl="0" marL="457200" rtl="0" algn="l">
              <a:lnSpc>
                <a:spcPct val="150000"/>
              </a:lnSpc>
              <a:spcBef>
                <a:spcPts val="0"/>
              </a:spcBef>
              <a:spcAft>
                <a:spcPts val="0"/>
              </a:spcAft>
              <a:buSzPts val="1800"/>
              <a:buFont typeface="DM Sans"/>
              <a:buChar char="●"/>
            </a:pPr>
            <a:r>
              <a:rPr lang="en" sz="1800">
                <a:latin typeface="DM Sans"/>
                <a:ea typeface="DM Sans"/>
                <a:cs typeface="DM Sans"/>
                <a:sym typeface="DM Sans"/>
              </a:rPr>
              <a:t>A labeling tool with bulk labeling, undo, progress tracking and who/when records</a:t>
            </a:r>
            <a:endParaRPr sz="1800">
              <a:latin typeface="DM Sans"/>
              <a:ea typeface="DM Sans"/>
              <a:cs typeface="DM Sans"/>
              <a:sym typeface="DM Sans"/>
            </a:endParaRPr>
          </a:p>
          <a:p>
            <a:pPr indent="-342900" lvl="0" marL="457200" rtl="0" algn="l">
              <a:lnSpc>
                <a:spcPct val="150000"/>
              </a:lnSpc>
              <a:spcBef>
                <a:spcPts val="0"/>
              </a:spcBef>
              <a:spcAft>
                <a:spcPts val="0"/>
              </a:spcAft>
              <a:buSzPts val="1800"/>
              <a:buFont typeface="DM Sans"/>
              <a:buChar char="●"/>
            </a:pPr>
            <a:r>
              <a:rPr lang="en" sz="1800">
                <a:latin typeface="DM Sans"/>
                <a:ea typeface="DM Sans"/>
                <a:cs typeface="DM Sans"/>
                <a:sym typeface="DM Sans"/>
              </a:rPr>
              <a:t>Accessible design</a:t>
            </a:r>
            <a:endParaRPr sz="1800">
              <a:latin typeface="DM Sans"/>
              <a:ea typeface="DM Sans"/>
              <a:cs typeface="DM Sans"/>
              <a:sym typeface="DM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7" name="Shape 4097"/>
        <p:cNvGrpSpPr/>
        <p:nvPr/>
      </p:nvGrpSpPr>
      <p:grpSpPr>
        <a:xfrm>
          <a:off x="0" y="0"/>
          <a:ext cx="0" cy="0"/>
          <a:chOff x="0" y="0"/>
          <a:chExt cx="0" cy="0"/>
        </a:xfrm>
      </p:grpSpPr>
      <p:sp>
        <p:nvSpPr>
          <p:cNvPr id="4098" name="Google Shape;4098;p4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Final Thoughts: What we learned</a:t>
            </a:r>
            <a:endParaRPr/>
          </a:p>
          <a:p>
            <a:pPr indent="0" lvl="0" marL="0" rtl="0" algn="l">
              <a:spcBef>
                <a:spcPts val="0"/>
              </a:spcBef>
              <a:spcAft>
                <a:spcPts val="0"/>
              </a:spcAft>
              <a:buNone/>
            </a:pPr>
            <a:r>
              <a:t/>
            </a:r>
            <a:endParaRPr/>
          </a:p>
        </p:txBody>
      </p:sp>
      <p:sp>
        <p:nvSpPr>
          <p:cNvPr id="4099" name="Google Shape;4099;p413"/>
          <p:cNvSpPr txBox="1"/>
          <p:nvPr>
            <p:ph idx="1" type="body"/>
          </p:nvPr>
        </p:nvSpPr>
        <p:spPr>
          <a:xfrm>
            <a:off x="720000" y="1215759"/>
            <a:ext cx="7704000" cy="2190900"/>
          </a:xfrm>
          <a:prstGeom prst="rect">
            <a:avLst/>
          </a:prstGeom>
        </p:spPr>
        <p:txBody>
          <a:bodyPr anchorCtr="0" anchor="t" bIns="91425" lIns="91425" spcFirstLastPara="1" rIns="91425" wrap="square" tIns="91425">
            <a:noAutofit/>
          </a:bodyPr>
          <a:lstStyle/>
          <a:p>
            <a:pPr indent="-361950" lvl="0" marL="457200" rtl="0" algn="l">
              <a:lnSpc>
                <a:spcPct val="200000"/>
              </a:lnSpc>
              <a:spcBef>
                <a:spcPts val="0"/>
              </a:spcBef>
              <a:spcAft>
                <a:spcPts val="0"/>
              </a:spcAft>
              <a:buSzPts val="2100"/>
              <a:buFont typeface="DM Sans Light"/>
              <a:buChar char="●"/>
            </a:pPr>
            <a:r>
              <a:rPr lang="en" sz="2200"/>
              <a:t>Data is messy</a:t>
            </a:r>
            <a:endParaRPr sz="2200"/>
          </a:p>
          <a:p>
            <a:pPr indent="-361950" lvl="0" marL="457200" rtl="0" algn="l">
              <a:lnSpc>
                <a:spcPct val="200000"/>
              </a:lnSpc>
              <a:spcBef>
                <a:spcPts val="0"/>
              </a:spcBef>
              <a:spcAft>
                <a:spcPts val="0"/>
              </a:spcAft>
              <a:buSzPts val="2100"/>
              <a:buFont typeface="DM Sans Light"/>
              <a:buChar char="●"/>
            </a:pPr>
            <a:r>
              <a:rPr lang="en" sz="2200"/>
              <a:t>Ask early</a:t>
            </a:r>
            <a:endParaRPr sz="2200"/>
          </a:p>
          <a:p>
            <a:pPr indent="-361950" lvl="0" marL="457200" rtl="0" algn="l">
              <a:lnSpc>
                <a:spcPct val="200000"/>
              </a:lnSpc>
              <a:spcBef>
                <a:spcPts val="0"/>
              </a:spcBef>
              <a:spcAft>
                <a:spcPts val="0"/>
              </a:spcAft>
              <a:buSzPts val="2100"/>
              <a:buFont typeface="DM Sans Light"/>
              <a:buChar char="●"/>
            </a:pPr>
            <a:r>
              <a:rPr lang="en" sz="2200"/>
              <a:t>Check your assumptions</a:t>
            </a:r>
            <a:endParaRPr sz="2200"/>
          </a:p>
          <a:p>
            <a:pPr indent="-361950" lvl="0" marL="457200" rtl="0" algn="l">
              <a:lnSpc>
                <a:spcPct val="200000"/>
              </a:lnSpc>
              <a:spcBef>
                <a:spcPts val="0"/>
              </a:spcBef>
              <a:spcAft>
                <a:spcPts val="0"/>
              </a:spcAft>
              <a:buSzPts val="2100"/>
              <a:buFont typeface="DM Sans Light"/>
              <a:buChar char="●"/>
            </a:pPr>
            <a:r>
              <a:rPr lang="en" sz="2200"/>
              <a:t>Plan for the future</a:t>
            </a:r>
            <a:endParaRPr sz="2200"/>
          </a:p>
          <a:p>
            <a:pPr indent="-361950" lvl="0" marL="457200" rtl="0" algn="l">
              <a:lnSpc>
                <a:spcPct val="200000"/>
              </a:lnSpc>
              <a:spcBef>
                <a:spcPts val="0"/>
              </a:spcBef>
              <a:spcAft>
                <a:spcPts val="0"/>
              </a:spcAft>
              <a:buSzPts val="2100"/>
              <a:buFont typeface="DM Sans Light"/>
              <a:buChar char="●"/>
            </a:pPr>
            <a:r>
              <a:rPr lang="en" sz="2200"/>
              <a:t>Teamwork</a:t>
            </a:r>
            <a:endParaRPr sz="2200"/>
          </a:p>
        </p:txBody>
      </p:sp>
      <p:sp>
        <p:nvSpPr>
          <p:cNvPr id="4100" name="Google Shape;4100;p413"/>
          <p:cNvSpPr/>
          <p:nvPr/>
        </p:nvSpPr>
        <p:spPr>
          <a:xfrm>
            <a:off x="7698645" y="2995510"/>
            <a:ext cx="1319102" cy="1143532"/>
          </a:xfrm>
          <a:custGeom>
            <a:rect b="b" l="l" r="r" t="t"/>
            <a:pathLst>
              <a:path extrusionOk="0" h="41750" w="48160">
                <a:moveTo>
                  <a:pt x="32222" y="6800"/>
                </a:moveTo>
                <a:lnTo>
                  <a:pt x="40320" y="20875"/>
                </a:lnTo>
                <a:lnTo>
                  <a:pt x="32222" y="34950"/>
                </a:lnTo>
                <a:lnTo>
                  <a:pt x="15938" y="34950"/>
                </a:lnTo>
                <a:lnTo>
                  <a:pt x="7796" y="20875"/>
                </a:lnTo>
                <a:lnTo>
                  <a:pt x="15938" y="6800"/>
                </a:lnTo>
                <a:close/>
                <a:moveTo>
                  <a:pt x="14941" y="5068"/>
                </a:moveTo>
                <a:lnTo>
                  <a:pt x="5847" y="20875"/>
                </a:lnTo>
                <a:lnTo>
                  <a:pt x="14941" y="36682"/>
                </a:lnTo>
                <a:lnTo>
                  <a:pt x="33174" y="36682"/>
                </a:lnTo>
                <a:lnTo>
                  <a:pt x="42312" y="20875"/>
                </a:lnTo>
                <a:lnTo>
                  <a:pt x="33174" y="5068"/>
                </a:lnTo>
                <a:close/>
                <a:moveTo>
                  <a:pt x="35123" y="1733"/>
                </a:moveTo>
                <a:lnTo>
                  <a:pt x="46167" y="20875"/>
                </a:lnTo>
                <a:lnTo>
                  <a:pt x="35123" y="40017"/>
                </a:lnTo>
                <a:lnTo>
                  <a:pt x="12993" y="40017"/>
                </a:lnTo>
                <a:lnTo>
                  <a:pt x="1949" y="20875"/>
                </a:lnTo>
                <a:lnTo>
                  <a:pt x="12993" y="1733"/>
                </a:lnTo>
                <a:close/>
                <a:moveTo>
                  <a:pt x="12040" y="0"/>
                </a:moveTo>
                <a:lnTo>
                  <a:pt x="0" y="20875"/>
                </a:lnTo>
                <a:lnTo>
                  <a:pt x="12040" y="41750"/>
                </a:lnTo>
                <a:lnTo>
                  <a:pt x="36119" y="41750"/>
                </a:lnTo>
                <a:lnTo>
                  <a:pt x="48159" y="20875"/>
                </a:lnTo>
                <a:lnTo>
                  <a:pt x="3611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01" name="Google Shape;4101;p413"/>
          <p:cNvGrpSpPr/>
          <p:nvPr/>
        </p:nvGrpSpPr>
        <p:grpSpPr>
          <a:xfrm>
            <a:off x="7439489" y="1182296"/>
            <a:ext cx="1265747" cy="1096093"/>
            <a:chOff x="904050" y="2806775"/>
            <a:chExt cx="1155300" cy="1000450"/>
          </a:xfrm>
        </p:grpSpPr>
        <p:sp>
          <p:nvSpPr>
            <p:cNvPr id="4102" name="Google Shape;4102;p413"/>
            <p:cNvSpPr/>
            <p:nvPr/>
          </p:nvSpPr>
          <p:spPr>
            <a:xfrm>
              <a:off x="904050" y="2806775"/>
              <a:ext cx="1155300" cy="1000450"/>
            </a:xfrm>
            <a:custGeom>
              <a:rect b="b" l="l" r="r" t="t"/>
              <a:pathLst>
                <a:path extrusionOk="0" h="40018" w="46212">
                  <a:moveTo>
                    <a:pt x="31746" y="5068"/>
                  </a:moveTo>
                  <a:lnTo>
                    <a:pt x="40364" y="20009"/>
                  </a:lnTo>
                  <a:lnTo>
                    <a:pt x="31746" y="34950"/>
                  </a:lnTo>
                  <a:lnTo>
                    <a:pt x="14509" y="34950"/>
                  </a:lnTo>
                  <a:lnTo>
                    <a:pt x="5847" y="20009"/>
                  </a:lnTo>
                  <a:lnTo>
                    <a:pt x="14509" y="5068"/>
                  </a:lnTo>
                  <a:close/>
                  <a:moveTo>
                    <a:pt x="11564" y="1"/>
                  </a:moveTo>
                  <a:lnTo>
                    <a:pt x="1" y="20009"/>
                  </a:lnTo>
                  <a:lnTo>
                    <a:pt x="11564" y="40017"/>
                  </a:lnTo>
                  <a:lnTo>
                    <a:pt x="34648" y="40017"/>
                  </a:lnTo>
                  <a:lnTo>
                    <a:pt x="46211" y="20009"/>
                  </a:lnTo>
                  <a:lnTo>
                    <a:pt x="3464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413"/>
            <p:cNvSpPr/>
            <p:nvPr/>
          </p:nvSpPr>
          <p:spPr>
            <a:xfrm>
              <a:off x="1196400" y="3060125"/>
              <a:ext cx="570600" cy="493750"/>
            </a:xfrm>
            <a:custGeom>
              <a:rect b="b" l="l" r="r" t="t"/>
              <a:pathLst>
                <a:path extrusionOk="0" h="19750" w="22824">
                  <a:moveTo>
                    <a:pt x="5717" y="1"/>
                  </a:moveTo>
                  <a:lnTo>
                    <a:pt x="0" y="9875"/>
                  </a:lnTo>
                  <a:lnTo>
                    <a:pt x="5717" y="19749"/>
                  </a:lnTo>
                  <a:lnTo>
                    <a:pt x="17107" y="19749"/>
                  </a:lnTo>
                  <a:lnTo>
                    <a:pt x="22824" y="9875"/>
                  </a:lnTo>
                  <a:lnTo>
                    <a:pt x="171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4" name="Google Shape;4104;p413"/>
          <p:cNvGrpSpPr/>
          <p:nvPr/>
        </p:nvGrpSpPr>
        <p:grpSpPr>
          <a:xfrm>
            <a:off x="6547941" y="2315272"/>
            <a:ext cx="1275196" cy="1086616"/>
            <a:chOff x="2305100" y="2811100"/>
            <a:chExt cx="1163925" cy="991800"/>
          </a:xfrm>
        </p:grpSpPr>
        <p:sp>
          <p:nvSpPr>
            <p:cNvPr id="4105" name="Google Shape;4105;p413"/>
            <p:cNvSpPr/>
            <p:nvPr/>
          </p:nvSpPr>
          <p:spPr>
            <a:xfrm>
              <a:off x="2573600" y="3772550"/>
              <a:ext cx="626925" cy="30350"/>
            </a:xfrm>
            <a:custGeom>
              <a:rect b="b" l="l" r="r" t="t"/>
              <a:pathLst>
                <a:path extrusionOk="0" h="1214" w="25077">
                  <a:moveTo>
                    <a:pt x="1" y="1"/>
                  </a:moveTo>
                  <a:lnTo>
                    <a:pt x="694" y="1213"/>
                  </a:lnTo>
                  <a:lnTo>
                    <a:pt x="24383" y="1213"/>
                  </a:lnTo>
                  <a:lnTo>
                    <a:pt x="2507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413"/>
            <p:cNvSpPr/>
            <p:nvPr/>
          </p:nvSpPr>
          <p:spPr>
            <a:xfrm>
              <a:off x="2504300" y="3652375"/>
              <a:ext cx="765525" cy="30325"/>
            </a:xfrm>
            <a:custGeom>
              <a:rect b="b" l="l" r="r" t="t"/>
              <a:pathLst>
                <a:path extrusionOk="0" h="1213" w="30621">
                  <a:moveTo>
                    <a:pt x="1" y="0"/>
                  </a:moveTo>
                  <a:lnTo>
                    <a:pt x="694" y="1213"/>
                  </a:lnTo>
                  <a:lnTo>
                    <a:pt x="29927" y="1213"/>
                  </a:lnTo>
                  <a:lnTo>
                    <a:pt x="3062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413"/>
            <p:cNvSpPr/>
            <p:nvPr/>
          </p:nvSpPr>
          <p:spPr>
            <a:xfrm>
              <a:off x="2435025" y="3532200"/>
              <a:ext cx="904075" cy="30325"/>
            </a:xfrm>
            <a:custGeom>
              <a:rect b="b" l="l" r="r" t="t"/>
              <a:pathLst>
                <a:path extrusionOk="0" h="1213" w="36163">
                  <a:moveTo>
                    <a:pt x="0" y="0"/>
                  </a:moveTo>
                  <a:lnTo>
                    <a:pt x="693" y="1213"/>
                  </a:lnTo>
                  <a:lnTo>
                    <a:pt x="35470" y="1213"/>
                  </a:lnTo>
                  <a:lnTo>
                    <a:pt x="361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413"/>
            <p:cNvSpPr/>
            <p:nvPr/>
          </p:nvSpPr>
          <p:spPr>
            <a:xfrm>
              <a:off x="2365725" y="3412000"/>
              <a:ext cx="1042675" cy="30350"/>
            </a:xfrm>
            <a:custGeom>
              <a:rect b="b" l="l" r="r" t="t"/>
              <a:pathLst>
                <a:path extrusionOk="0" h="1214" w="41707">
                  <a:moveTo>
                    <a:pt x="0" y="1"/>
                  </a:moveTo>
                  <a:lnTo>
                    <a:pt x="693" y="1214"/>
                  </a:lnTo>
                  <a:lnTo>
                    <a:pt x="41014" y="1214"/>
                  </a:lnTo>
                  <a:lnTo>
                    <a:pt x="4170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413"/>
            <p:cNvSpPr/>
            <p:nvPr/>
          </p:nvSpPr>
          <p:spPr>
            <a:xfrm>
              <a:off x="2305100" y="3291825"/>
              <a:ext cx="1163925" cy="30350"/>
            </a:xfrm>
            <a:custGeom>
              <a:rect b="b" l="l" r="r" t="t"/>
              <a:pathLst>
                <a:path extrusionOk="0" h="1214" w="46557">
                  <a:moveTo>
                    <a:pt x="347" y="1"/>
                  </a:moveTo>
                  <a:lnTo>
                    <a:pt x="0" y="607"/>
                  </a:lnTo>
                  <a:lnTo>
                    <a:pt x="347" y="1213"/>
                  </a:lnTo>
                  <a:lnTo>
                    <a:pt x="46210" y="1213"/>
                  </a:lnTo>
                  <a:lnTo>
                    <a:pt x="46557" y="607"/>
                  </a:lnTo>
                  <a:lnTo>
                    <a:pt x="4621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413"/>
            <p:cNvSpPr/>
            <p:nvPr/>
          </p:nvSpPr>
          <p:spPr>
            <a:xfrm>
              <a:off x="2365725" y="3171650"/>
              <a:ext cx="1042675" cy="30350"/>
            </a:xfrm>
            <a:custGeom>
              <a:rect b="b" l="l" r="r" t="t"/>
              <a:pathLst>
                <a:path extrusionOk="0" h="1214" w="41707">
                  <a:moveTo>
                    <a:pt x="693" y="0"/>
                  </a:moveTo>
                  <a:lnTo>
                    <a:pt x="0" y="1213"/>
                  </a:lnTo>
                  <a:lnTo>
                    <a:pt x="41707" y="1213"/>
                  </a:lnTo>
                  <a:lnTo>
                    <a:pt x="4101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413"/>
            <p:cNvSpPr/>
            <p:nvPr/>
          </p:nvSpPr>
          <p:spPr>
            <a:xfrm>
              <a:off x="2435025" y="3051475"/>
              <a:ext cx="904075" cy="30325"/>
            </a:xfrm>
            <a:custGeom>
              <a:rect b="b" l="l" r="r" t="t"/>
              <a:pathLst>
                <a:path extrusionOk="0" h="1213" w="36163">
                  <a:moveTo>
                    <a:pt x="693" y="0"/>
                  </a:moveTo>
                  <a:lnTo>
                    <a:pt x="0" y="1213"/>
                  </a:lnTo>
                  <a:lnTo>
                    <a:pt x="36163" y="1213"/>
                  </a:lnTo>
                  <a:lnTo>
                    <a:pt x="354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413"/>
            <p:cNvSpPr/>
            <p:nvPr/>
          </p:nvSpPr>
          <p:spPr>
            <a:xfrm>
              <a:off x="2504300" y="2931300"/>
              <a:ext cx="765525" cy="30325"/>
            </a:xfrm>
            <a:custGeom>
              <a:rect b="b" l="l" r="r" t="t"/>
              <a:pathLst>
                <a:path extrusionOk="0" h="1213" w="30621">
                  <a:moveTo>
                    <a:pt x="694" y="0"/>
                  </a:moveTo>
                  <a:lnTo>
                    <a:pt x="1" y="1213"/>
                  </a:lnTo>
                  <a:lnTo>
                    <a:pt x="30620" y="1213"/>
                  </a:lnTo>
                  <a:lnTo>
                    <a:pt x="299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413"/>
            <p:cNvSpPr/>
            <p:nvPr/>
          </p:nvSpPr>
          <p:spPr>
            <a:xfrm>
              <a:off x="2573600" y="2811100"/>
              <a:ext cx="626925" cy="29275"/>
            </a:xfrm>
            <a:custGeom>
              <a:rect b="b" l="l" r="r" t="t"/>
              <a:pathLst>
                <a:path extrusionOk="0" h="1171" w="25077">
                  <a:moveTo>
                    <a:pt x="694" y="1"/>
                  </a:moveTo>
                  <a:lnTo>
                    <a:pt x="1" y="1170"/>
                  </a:lnTo>
                  <a:lnTo>
                    <a:pt x="25076" y="1170"/>
                  </a:lnTo>
                  <a:lnTo>
                    <a:pt x="2438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7" name="Shape 4117"/>
        <p:cNvGrpSpPr/>
        <p:nvPr/>
      </p:nvGrpSpPr>
      <p:grpSpPr>
        <a:xfrm>
          <a:off x="0" y="0"/>
          <a:ext cx="0" cy="0"/>
          <a:chOff x="0" y="0"/>
          <a:chExt cx="0" cy="0"/>
        </a:xfrm>
      </p:grpSpPr>
      <p:graphicFrame>
        <p:nvGraphicFramePr>
          <p:cNvPr id="4118" name="Google Shape;4118;p414"/>
          <p:cNvGraphicFramePr/>
          <p:nvPr/>
        </p:nvGraphicFramePr>
        <p:xfrm>
          <a:off x="720000" y="914255"/>
          <a:ext cx="3000000" cy="3000000"/>
        </p:xfrm>
        <a:graphic>
          <a:graphicData uri="http://schemas.openxmlformats.org/drawingml/2006/table">
            <a:tbl>
              <a:tblPr>
                <a:noFill/>
                <a:tableStyleId>{A8F471E8-AE1B-4A06-86E5-673A1E1ED3A2}</a:tableStyleId>
              </a:tblPr>
              <a:tblGrid>
                <a:gridCol w="3648200"/>
              </a:tblGrid>
              <a:tr h="1385475">
                <a:tc>
                  <a:txBody>
                    <a:bodyPr/>
                    <a:lstStyle/>
                    <a:p>
                      <a:pPr indent="0" lvl="0" marL="0" rtl="0" algn="ctr">
                        <a:lnSpc>
                          <a:spcPct val="115000"/>
                        </a:lnSpc>
                        <a:spcBef>
                          <a:spcPts val="0"/>
                        </a:spcBef>
                        <a:spcAft>
                          <a:spcPts val="0"/>
                        </a:spcAft>
                        <a:buNone/>
                      </a:pPr>
                      <a:r>
                        <a:rPr b="1" lang="en" sz="4000">
                          <a:solidFill>
                            <a:schemeClr val="dk1"/>
                          </a:solidFill>
                          <a:latin typeface="Outfit"/>
                          <a:ea typeface="Outfit"/>
                          <a:cs typeface="Outfit"/>
                          <a:sym typeface="Outfit"/>
                        </a:rPr>
                        <a:t>Before</a:t>
                      </a:r>
                      <a:endParaRPr sz="40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594525">
                <a:tc>
                  <a:txBody>
                    <a:bodyPr/>
                    <a:lstStyle/>
                    <a:p>
                      <a:pPr indent="0" lvl="0" marL="0" rtl="0" algn="ctr">
                        <a:spcBef>
                          <a:spcPts val="0"/>
                        </a:spcBef>
                        <a:spcAft>
                          <a:spcPts val="0"/>
                        </a:spcAft>
                        <a:buNone/>
                      </a:pPr>
                      <a:r>
                        <a:rPr b="1" lang="en" sz="2000">
                          <a:solidFill>
                            <a:schemeClr val="dk1"/>
                          </a:solidFill>
                          <a:latin typeface="DM Sans"/>
                          <a:ea typeface="DM Sans"/>
                          <a:cs typeface="DM Sans"/>
                          <a:sym typeface="DM Sans"/>
                        </a:rPr>
                        <a:t>Finding and comparing samples meant digging through folders by hand</a:t>
                      </a:r>
                      <a:endParaRPr b="1" sz="2000">
                        <a:solidFill>
                          <a:schemeClr val="dk1"/>
                        </a:solidFill>
                        <a:latin typeface="DM Sans"/>
                        <a:ea typeface="DM Sans"/>
                        <a:cs typeface="DM Sans"/>
                        <a:sym typeface="DM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119" name="Google Shape;4119;p414"/>
          <p:cNvGraphicFramePr/>
          <p:nvPr/>
        </p:nvGraphicFramePr>
        <p:xfrm>
          <a:off x="4775800" y="914255"/>
          <a:ext cx="3000000" cy="3000000"/>
        </p:xfrm>
        <a:graphic>
          <a:graphicData uri="http://schemas.openxmlformats.org/drawingml/2006/table">
            <a:tbl>
              <a:tblPr>
                <a:noFill/>
                <a:tableStyleId>{A8F471E8-AE1B-4A06-86E5-673A1E1ED3A2}</a:tableStyleId>
              </a:tblPr>
              <a:tblGrid>
                <a:gridCol w="3648200"/>
              </a:tblGrid>
              <a:tr h="1385475">
                <a:tc>
                  <a:txBody>
                    <a:bodyPr/>
                    <a:lstStyle/>
                    <a:p>
                      <a:pPr indent="0" lvl="0" marL="0" rtl="0" algn="ctr">
                        <a:lnSpc>
                          <a:spcPct val="115000"/>
                        </a:lnSpc>
                        <a:spcBef>
                          <a:spcPts val="0"/>
                        </a:spcBef>
                        <a:spcAft>
                          <a:spcPts val="0"/>
                        </a:spcAft>
                        <a:buNone/>
                      </a:pPr>
                      <a:r>
                        <a:rPr b="1" lang="en" sz="4000">
                          <a:solidFill>
                            <a:schemeClr val="dk1"/>
                          </a:solidFill>
                          <a:latin typeface="Outfit"/>
                          <a:ea typeface="Outfit"/>
                          <a:cs typeface="Outfit"/>
                          <a:sym typeface="Outfit"/>
                        </a:rPr>
                        <a:t>After</a:t>
                      </a:r>
                      <a:endParaRPr sz="40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594525">
                <a:tc>
                  <a:txBody>
                    <a:bodyPr/>
                    <a:lstStyle/>
                    <a:p>
                      <a:pPr indent="0" lvl="0" marL="0" rtl="0" algn="ctr">
                        <a:spcBef>
                          <a:spcPts val="0"/>
                        </a:spcBef>
                        <a:spcAft>
                          <a:spcPts val="0"/>
                        </a:spcAft>
                        <a:buNone/>
                      </a:pPr>
                      <a:r>
                        <a:rPr b="1" lang="en" sz="2000">
                          <a:solidFill>
                            <a:schemeClr val="dk1"/>
                          </a:solidFill>
                          <a:latin typeface="DM Sans"/>
                          <a:ea typeface="DM Sans"/>
                          <a:cs typeface="DM Sans"/>
                          <a:sym typeface="DM Sans"/>
                        </a:rPr>
                        <a:t>The data is searchable, documented and shared</a:t>
                      </a:r>
                      <a:endParaRPr b="1" sz="2000">
                        <a:solidFill>
                          <a:schemeClr val="dk1"/>
                        </a:solidFill>
                        <a:latin typeface="DM Sans"/>
                        <a:ea typeface="DM Sans"/>
                        <a:cs typeface="DM Sans"/>
                        <a:sym typeface="DM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120" name="Google Shape;4120;p414"/>
          <p:cNvSpPr txBox="1"/>
          <p:nvPr/>
        </p:nvSpPr>
        <p:spPr>
          <a:xfrm>
            <a:off x="1480350" y="3953018"/>
            <a:ext cx="6183300" cy="915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900">
                <a:solidFill>
                  <a:srgbClr val="241160"/>
                </a:solidFill>
                <a:latin typeface="DM Sans SemiBold"/>
                <a:ea typeface="DM Sans SemiBold"/>
                <a:cs typeface="DM Sans SemiBold"/>
                <a:sym typeface="DM Sans SemiBold"/>
              </a:rPr>
              <a:t>It makes machine learning possible, because models need organized, labeled images</a:t>
            </a:r>
            <a:endParaRPr>
              <a:latin typeface="DM Sans SemiBold"/>
              <a:ea typeface="DM Sans SemiBold"/>
              <a:cs typeface="DM Sans SemiBold"/>
              <a:sym typeface="DM Sans SemiBold"/>
            </a:endParaRPr>
          </a:p>
        </p:txBody>
      </p:sp>
      <p:grpSp>
        <p:nvGrpSpPr>
          <p:cNvPr id="4121" name="Google Shape;4121;p414"/>
          <p:cNvGrpSpPr/>
          <p:nvPr/>
        </p:nvGrpSpPr>
        <p:grpSpPr>
          <a:xfrm>
            <a:off x="7883089" y="-374529"/>
            <a:ext cx="1354682" cy="1172018"/>
            <a:chOff x="5298800" y="2772125"/>
            <a:chExt cx="1236475" cy="1069750"/>
          </a:xfrm>
        </p:grpSpPr>
        <p:sp>
          <p:nvSpPr>
            <p:cNvPr id="4122" name="Google Shape;4122;p414"/>
            <p:cNvSpPr/>
            <p:nvPr/>
          </p:nvSpPr>
          <p:spPr>
            <a:xfrm>
              <a:off x="5298800" y="2772125"/>
              <a:ext cx="1236475" cy="1069750"/>
            </a:xfrm>
            <a:custGeom>
              <a:rect b="b" l="l" r="r" t="t"/>
              <a:pathLst>
                <a:path extrusionOk="0" h="42790" w="49459">
                  <a:moveTo>
                    <a:pt x="36899" y="347"/>
                  </a:moveTo>
                  <a:lnTo>
                    <a:pt x="49026" y="21395"/>
                  </a:lnTo>
                  <a:lnTo>
                    <a:pt x="36899" y="42443"/>
                  </a:lnTo>
                  <a:lnTo>
                    <a:pt x="12603" y="42443"/>
                  </a:lnTo>
                  <a:lnTo>
                    <a:pt x="433" y="21395"/>
                  </a:lnTo>
                  <a:lnTo>
                    <a:pt x="12603" y="347"/>
                  </a:lnTo>
                  <a:close/>
                  <a:moveTo>
                    <a:pt x="12387" y="1"/>
                  </a:moveTo>
                  <a:lnTo>
                    <a:pt x="0" y="21395"/>
                  </a:lnTo>
                  <a:lnTo>
                    <a:pt x="12300" y="42703"/>
                  </a:lnTo>
                  <a:lnTo>
                    <a:pt x="12387" y="42789"/>
                  </a:lnTo>
                  <a:lnTo>
                    <a:pt x="37116" y="42789"/>
                  </a:lnTo>
                  <a:lnTo>
                    <a:pt x="49459" y="21395"/>
                  </a:lnTo>
                  <a:lnTo>
                    <a:pt x="37159" y="87"/>
                  </a:lnTo>
                  <a:lnTo>
                    <a:pt x="37116"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414"/>
            <p:cNvSpPr/>
            <p:nvPr/>
          </p:nvSpPr>
          <p:spPr>
            <a:xfrm>
              <a:off x="5400575" y="2859825"/>
              <a:ext cx="1034000" cy="894350"/>
            </a:xfrm>
            <a:custGeom>
              <a:rect b="b" l="l" r="r" t="t"/>
              <a:pathLst>
                <a:path extrusionOk="0" h="35774" w="41360">
                  <a:moveTo>
                    <a:pt x="30836" y="304"/>
                  </a:moveTo>
                  <a:lnTo>
                    <a:pt x="40970" y="17887"/>
                  </a:lnTo>
                  <a:lnTo>
                    <a:pt x="30836" y="35470"/>
                  </a:lnTo>
                  <a:lnTo>
                    <a:pt x="10524" y="35470"/>
                  </a:lnTo>
                  <a:lnTo>
                    <a:pt x="347" y="17887"/>
                  </a:lnTo>
                  <a:lnTo>
                    <a:pt x="10524" y="304"/>
                  </a:lnTo>
                  <a:close/>
                  <a:moveTo>
                    <a:pt x="10308" y="1"/>
                  </a:moveTo>
                  <a:lnTo>
                    <a:pt x="0" y="17887"/>
                  </a:lnTo>
                  <a:lnTo>
                    <a:pt x="10264" y="35730"/>
                  </a:lnTo>
                  <a:lnTo>
                    <a:pt x="10308" y="35773"/>
                  </a:lnTo>
                  <a:lnTo>
                    <a:pt x="31009" y="35773"/>
                  </a:lnTo>
                  <a:lnTo>
                    <a:pt x="41360" y="17887"/>
                  </a:lnTo>
                  <a:lnTo>
                    <a:pt x="31053" y="44"/>
                  </a:lnTo>
                  <a:lnTo>
                    <a:pt x="3100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414"/>
            <p:cNvSpPr/>
            <p:nvPr/>
          </p:nvSpPr>
          <p:spPr>
            <a:xfrm>
              <a:off x="5507750" y="2951850"/>
              <a:ext cx="819650" cy="710300"/>
            </a:xfrm>
            <a:custGeom>
              <a:rect b="b" l="l" r="r" t="t"/>
              <a:pathLst>
                <a:path extrusionOk="0" h="28412" w="32786">
                  <a:moveTo>
                    <a:pt x="24427" y="261"/>
                  </a:moveTo>
                  <a:lnTo>
                    <a:pt x="32482" y="14206"/>
                  </a:lnTo>
                  <a:lnTo>
                    <a:pt x="24427" y="28151"/>
                  </a:lnTo>
                  <a:lnTo>
                    <a:pt x="8316" y="28151"/>
                  </a:lnTo>
                  <a:lnTo>
                    <a:pt x="261" y="14206"/>
                  </a:lnTo>
                  <a:lnTo>
                    <a:pt x="8316" y="261"/>
                  </a:lnTo>
                  <a:close/>
                  <a:moveTo>
                    <a:pt x="8186" y="1"/>
                  </a:moveTo>
                  <a:lnTo>
                    <a:pt x="1" y="14206"/>
                  </a:lnTo>
                  <a:lnTo>
                    <a:pt x="8186" y="28411"/>
                  </a:lnTo>
                  <a:lnTo>
                    <a:pt x="24557" y="28411"/>
                  </a:lnTo>
                  <a:lnTo>
                    <a:pt x="32785" y="14206"/>
                  </a:lnTo>
                  <a:lnTo>
                    <a:pt x="2455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414"/>
            <p:cNvSpPr/>
            <p:nvPr/>
          </p:nvSpPr>
          <p:spPr>
            <a:xfrm>
              <a:off x="5612775" y="3043900"/>
              <a:ext cx="608525" cy="526200"/>
            </a:xfrm>
            <a:custGeom>
              <a:rect b="b" l="l" r="r" t="t"/>
              <a:pathLst>
                <a:path extrusionOk="0" h="21048" w="24341">
                  <a:moveTo>
                    <a:pt x="18147" y="173"/>
                  </a:moveTo>
                  <a:lnTo>
                    <a:pt x="24124" y="10524"/>
                  </a:lnTo>
                  <a:lnTo>
                    <a:pt x="18147" y="20875"/>
                  </a:lnTo>
                  <a:lnTo>
                    <a:pt x="6194" y="20875"/>
                  </a:lnTo>
                  <a:lnTo>
                    <a:pt x="217" y="10524"/>
                  </a:lnTo>
                  <a:lnTo>
                    <a:pt x="6194" y="173"/>
                  </a:lnTo>
                  <a:close/>
                  <a:moveTo>
                    <a:pt x="6107" y="0"/>
                  </a:moveTo>
                  <a:lnTo>
                    <a:pt x="44" y="10481"/>
                  </a:lnTo>
                  <a:lnTo>
                    <a:pt x="1" y="10524"/>
                  </a:lnTo>
                  <a:lnTo>
                    <a:pt x="6064" y="21005"/>
                  </a:lnTo>
                  <a:lnTo>
                    <a:pt x="6107" y="21048"/>
                  </a:lnTo>
                  <a:lnTo>
                    <a:pt x="18277" y="21048"/>
                  </a:lnTo>
                  <a:lnTo>
                    <a:pt x="24340" y="10567"/>
                  </a:lnTo>
                  <a:lnTo>
                    <a:pt x="24340" y="10524"/>
                  </a:lnTo>
                  <a:lnTo>
                    <a:pt x="1827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414"/>
            <p:cNvSpPr/>
            <p:nvPr/>
          </p:nvSpPr>
          <p:spPr>
            <a:xfrm>
              <a:off x="5705900" y="3124000"/>
              <a:ext cx="422275" cy="366000"/>
            </a:xfrm>
            <a:custGeom>
              <a:rect b="b" l="l" r="r" t="t"/>
              <a:pathLst>
                <a:path extrusionOk="0" h="14640" w="16891">
                  <a:moveTo>
                    <a:pt x="12603" y="131"/>
                  </a:moveTo>
                  <a:lnTo>
                    <a:pt x="16761" y="7320"/>
                  </a:lnTo>
                  <a:lnTo>
                    <a:pt x="12603" y="14509"/>
                  </a:lnTo>
                  <a:lnTo>
                    <a:pt x="4288" y="14509"/>
                  </a:lnTo>
                  <a:lnTo>
                    <a:pt x="130" y="7320"/>
                  </a:lnTo>
                  <a:lnTo>
                    <a:pt x="4288" y="131"/>
                  </a:lnTo>
                  <a:close/>
                  <a:moveTo>
                    <a:pt x="4201" y="1"/>
                  </a:moveTo>
                  <a:lnTo>
                    <a:pt x="0" y="7277"/>
                  </a:lnTo>
                  <a:lnTo>
                    <a:pt x="0" y="7320"/>
                  </a:lnTo>
                  <a:lnTo>
                    <a:pt x="4201" y="14596"/>
                  </a:lnTo>
                  <a:lnTo>
                    <a:pt x="4201" y="14639"/>
                  </a:lnTo>
                  <a:lnTo>
                    <a:pt x="12690" y="14639"/>
                  </a:lnTo>
                  <a:lnTo>
                    <a:pt x="16891" y="7363"/>
                  </a:lnTo>
                  <a:lnTo>
                    <a:pt x="16891" y="7320"/>
                  </a:lnTo>
                  <a:lnTo>
                    <a:pt x="12690" y="44"/>
                  </a:lnTo>
                  <a:lnTo>
                    <a:pt x="12690"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414"/>
            <p:cNvSpPr/>
            <p:nvPr/>
          </p:nvSpPr>
          <p:spPr>
            <a:xfrm>
              <a:off x="5790350" y="3196550"/>
              <a:ext cx="253375" cy="220900"/>
            </a:xfrm>
            <a:custGeom>
              <a:rect b="b" l="l" r="r" t="t"/>
              <a:pathLst>
                <a:path extrusionOk="0" h="8836" w="10135">
                  <a:moveTo>
                    <a:pt x="7579" y="87"/>
                  </a:moveTo>
                  <a:lnTo>
                    <a:pt x="10048" y="4418"/>
                  </a:lnTo>
                  <a:lnTo>
                    <a:pt x="7579" y="8749"/>
                  </a:lnTo>
                  <a:lnTo>
                    <a:pt x="2599" y="8749"/>
                  </a:lnTo>
                  <a:lnTo>
                    <a:pt x="87" y="4418"/>
                  </a:lnTo>
                  <a:lnTo>
                    <a:pt x="2599" y="87"/>
                  </a:lnTo>
                  <a:close/>
                  <a:moveTo>
                    <a:pt x="2556" y="1"/>
                  </a:moveTo>
                  <a:lnTo>
                    <a:pt x="0" y="4418"/>
                  </a:lnTo>
                  <a:lnTo>
                    <a:pt x="2556" y="8835"/>
                  </a:lnTo>
                  <a:lnTo>
                    <a:pt x="7623" y="8835"/>
                  </a:lnTo>
                  <a:lnTo>
                    <a:pt x="10135" y="4418"/>
                  </a:lnTo>
                  <a:lnTo>
                    <a:pt x="7623" y="44"/>
                  </a:lnTo>
                  <a:lnTo>
                    <a:pt x="76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414"/>
          <p:cNvGrpSpPr/>
          <p:nvPr/>
        </p:nvGrpSpPr>
        <p:grpSpPr>
          <a:xfrm>
            <a:off x="498438" y="4530333"/>
            <a:ext cx="1245560" cy="1079495"/>
            <a:chOff x="3801400" y="2814350"/>
            <a:chExt cx="1136875" cy="985300"/>
          </a:xfrm>
        </p:grpSpPr>
        <p:sp>
          <p:nvSpPr>
            <p:cNvPr id="4129" name="Google Shape;4129;p414"/>
            <p:cNvSpPr/>
            <p:nvPr/>
          </p:nvSpPr>
          <p:spPr>
            <a:xfrm>
              <a:off x="3878275" y="3099100"/>
              <a:ext cx="43325" cy="415800"/>
            </a:xfrm>
            <a:custGeom>
              <a:rect b="b" l="l" r="r" t="t"/>
              <a:pathLst>
                <a:path extrusionOk="0" h="16632" w="1733">
                  <a:moveTo>
                    <a:pt x="1733" y="1"/>
                  </a:moveTo>
                  <a:lnTo>
                    <a:pt x="0" y="2946"/>
                  </a:lnTo>
                  <a:lnTo>
                    <a:pt x="0" y="13686"/>
                  </a:lnTo>
                  <a:lnTo>
                    <a:pt x="1733" y="16631"/>
                  </a:lnTo>
                  <a:lnTo>
                    <a:pt x="1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414"/>
            <p:cNvSpPr/>
            <p:nvPr/>
          </p:nvSpPr>
          <p:spPr>
            <a:xfrm>
              <a:off x="3801400" y="3270175"/>
              <a:ext cx="21675" cy="73650"/>
            </a:xfrm>
            <a:custGeom>
              <a:rect b="b" l="l" r="r" t="t"/>
              <a:pathLst>
                <a:path extrusionOk="0" h="2946" w="867">
                  <a:moveTo>
                    <a:pt x="867" y="1"/>
                  </a:moveTo>
                  <a:lnTo>
                    <a:pt x="1" y="1473"/>
                  </a:lnTo>
                  <a:lnTo>
                    <a:pt x="867" y="2945"/>
                  </a:lnTo>
                  <a:lnTo>
                    <a:pt x="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414"/>
            <p:cNvSpPr/>
            <p:nvPr/>
          </p:nvSpPr>
          <p:spPr>
            <a:xfrm>
              <a:off x="3996300" y="2895550"/>
              <a:ext cx="42250" cy="822900"/>
            </a:xfrm>
            <a:custGeom>
              <a:rect b="b" l="l" r="r" t="t"/>
              <a:pathLst>
                <a:path extrusionOk="0" h="32916" w="1690">
                  <a:moveTo>
                    <a:pt x="1689" y="1"/>
                  </a:moveTo>
                  <a:lnTo>
                    <a:pt x="0" y="2946"/>
                  </a:lnTo>
                  <a:lnTo>
                    <a:pt x="0" y="29970"/>
                  </a:lnTo>
                  <a:lnTo>
                    <a:pt x="1689" y="32915"/>
                  </a:lnTo>
                  <a:lnTo>
                    <a:pt x="16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414"/>
            <p:cNvSpPr/>
            <p:nvPr/>
          </p:nvSpPr>
          <p:spPr>
            <a:xfrm>
              <a:off x="4113225" y="2814350"/>
              <a:ext cx="43325" cy="985300"/>
            </a:xfrm>
            <a:custGeom>
              <a:rect b="b" l="l" r="r" t="t"/>
              <a:pathLst>
                <a:path extrusionOk="0" h="39412" w="1733">
                  <a:moveTo>
                    <a:pt x="0" y="1"/>
                  </a:moveTo>
                  <a:lnTo>
                    <a:pt x="0" y="39411"/>
                  </a:lnTo>
                  <a:lnTo>
                    <a:pt x="1733" y="39411"/>
                  </a:lnTo>
                  <a:lnTo>
                    <a:pt x="1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414"/>
            <p:cNvSpPr/>
            <p:nvPr/>
          </p:nvSpPr>
          <p:spPr>
            <a:xfrm>
              <a:off x="4231250" y="2814350"/>
              <a:ext cx="42250" cy="985300"/>
            </a:xfrm>
            <a:custGeom>
              <a:rect b="b" l="l" r="r" t="t"/>
              <a:pathLst>
                <a:path extrusionOk="0" h="39412" w="1690">
                  <a:moveTo>
                    <a:pt x="0" y="1"/>
                  </a:moveTo>
                  <a:lnTo>
                    <a:pt x="0" y="39411"/>
                  </a:lnTo>
                  <a:lnTo>
                    <a:pt x="1689" y="39411"/>
                  </a:lnTo>
                  <a:lnTo>
                    <a:pt x="16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414"/>
            <p:cNvSpPr/>
            <p:nvPr/>
          </p:nvSpPr>
          <p:spPr>
            <a:xfrm>
              <a:off x="4348175" y="2814350"/>
              <a:ext cx="43325" cy="985300"/>
            </a:xfrm>
            <a:custGeom>
              <a:rect b="b" l="l" r="r" t="t"/>
              <a:pathLst>
                <a:path extrusionOk="0" h="39412" w="1733">
                  <a:moveTo>
                    <a:pt x="0" y="1"/>
                  </a:moveTo>
                  <a:lnTo>
                    <a:pt x="0" y="39411"/>
                  </a:lnTo>
                  <a:lnTo>
                    <a:pt x="1733" y="39411"/>
                  </a:lnTo>
                  <a:lnTo>
                    <a:pt x="1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414"/>
            <p:cNvSpPr/>
            <p:nvPr/>
          </p:nvSpPr>
          <p:spPr>
            <a:xfrm>
              <a:off x="4466200" y="2814350"/>
              <a:ext cx="42250" cy="985300"/>
            </a:xfrm>
            <a:custGeom>
              <a:rect b="b" l="l" r="r" t="t"/>
              <a:pathLst>
                <a:path extrusionOk="0" h="39412" w="1690">
                  <a:moveTo>
                    <a:pt x="0" y="1"/>
                  </a:moveTo>
                  <a:lnTo>
                    <a:pt x="0" y="39411"/>
                  </a:lnTo>
                  <a:lnTo>
                    <a:pt x="1689" y="39411"/>
                  </a:lnTo>
                  <a:lnTo>
                    <a:pt x="16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414"/>
            <p:cNvSpPr/>
            <p:nvPr/>
          </p:nvSpPr>
          <p:spPr>
            <a:xfrm>
              <a:off x="4583125" y="2814350"/>
              <a:ext cx="43325" cy="985300"/>
            </a:xfrm>
            <a:custGeom>
              <a:rect b="b" l="l" r="r" t="t"/>
              <a:pathLst>
                <a:path extrusionOk="0" h="39412" w="1733">
                  <a:moveTo>
                    <a:pt x="0" y="1"/>
                  </a:moveTo>
                  <a:lnTo>
                    <a:pt x="0" y="39411"/>
                  </a:lnTo>
                  <a:lnTo>
                    <a:pt x="1733" y="39411"/>
                  </a:lnTo>
                  <a:lnTo>
                    <a:pt x="1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414"/>
            <p:cNvSpPr/>
            <p:nvPr/>
          </p:nvSpPr>
          <p:spPr>
            <a:xfrm>
              <a:off x="4701125" y="2895550"/>
              <a:ext cx="42250" cy="822900"/>
            </a:xfrm>
            <a:custGeom>
              <a:rect b="b" l="l" r="r" t="t"/>
              <a:pathLst>
                <a:path extrusionOk="0" h="32916" w="1690">
                  <a:moveTo>
                    <a:pt x="1" y="1"/>
                  </a:moveTo>
                  <a:lnTo>
                    <a:pt x="1" y="32915"/>
                  </a:lnTo>
                  <a:lnTo>
                    <a:pt x="1690" y="29970"/>
                  </a:lnTo>
                  <a:lnTo>
                    <a:pt x="1690" y="2946"/>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414"/>
            <p:cNvSpPr/>
            <p:nvPr/>
          </p:nvSpPr>
          <p:spPr>
            <a:xfrm>
              <a:off x="4818075" y="3099100"/>
              <a:ext cx="43325" cy="415800"/>
            </a:xfrm>
            <a:custGeom>
              <a:rect b="b" l="l" r="r" t="t"/>
              <a:pathLst>
                <a:path extrusionOk="0" h="16632" w="1733">
                  <a:moveTo>
                    <a:pt x="0" y="1"/>
                  </a:moveTo>
                  <a:lnTo>
                    <a:pt x="0" y="16631"/>
                  </a:lnTo>
                  <a:lnTo>
                    <a:pt x="1733" y="13686"/>
                  </a:lnTo>
                  <a:lnTo>
                    <a:pt x="1733" y="2946"/>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414"/>
            <p:cNvSpPr/>
            <p:nvPr/>
          </p:nvSpPr>
          <p:spPr>
            <a:xfrm>
              <a:off x="4916600" y="3270175"/>
              <a:ext cx="21675" cy="73650"/>
            </a:xfrm>
            <a:custGeom>
              <a:rect b="b" l="l" r="r" t="t"/>
              <a:pathLst>
                <a:path extrusionOk="0" h="2946" w="867">
                  <a:moveTo>
                    <a:pt x="0" y="1"/>
                  </a:moveTo>
                  <a:lnTo>
                    <a:pt x="0" y="2945"/>
                  </a:lnTo>
                  <a:lnTo>
                    <a:pt x="867" y="147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3" name="Shape 4143"/>
        <p:cNvGrpSpPr/>
        <p:nvPr/>
      </p:nvGrpSpPr>
      <p:grpSpPr>
        <a:xfrm>
          <a:off x="0" y="0"/>
          <a:ext cx="0" cy="0"/>
          <a:chOff x="0" y="0"/>
          <a:chExt cx="0" cy="0"/>
        </a:xfrm>
      </p:grpSpPr>
      <p:sp>
        <p:nvSpPr>
          <p:cNvPr id="4144" name="Google Shape;4144;p415"/>
          <p:cNvSpPr txBox="1"/>
          <p:nvPr>
            <p:ph type="title"/>
          </p:nvPr>
        </p:nvSpPr>
        <p:spPr>
          <a:xfrm>
            <a:off x="713225" y="677525"/>
            <a:ext cx="5094600" cy="271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Thank you Prof. Ahlgren, WCMC, Prof. Han and</a:t>
            </a:r>
            <a:endParaRPr sz="4300"/>
          </a:p>
          <a:p>
            <a:pPr indent="0" lvl="0" marL="0" rtl="0" algn="l">
              <a:spcBef>
                <a:spcPts val="0"/>
              </a:spcBef>
              <a:spcAft>
                <a:spcPts val="0"/>
              </a:spcAft>
              <a:buNone/>
            </a:pPr>
            <a:r>
              <a:rPr lang="en" sz="4300"/>
              <a:t>Prof. Potter </a:t>
            </a:r>
            <a:endParaRPr sz="4300"/>
          </a:p>
          <a:p>
            <a:pPr indent="0" lvl="0" marL="0" rtl="0" algn="l">
              <a:spcBef>
                <a:spcPts val="0"/>
              </a:spcBef>
              <a:spcAft>
                <a:spcPts val="0"/>
              </a:spcAft>
              <a:buNone/>
            </a:pPr>
            <a:r>
              <a:t/>
            </a:r>
            <a:endParaRPr sz="4300"/>
          </a:p>
        </p:txBody>
      </p:sp>
      <p:sp>
        <p:nvSpPr>
          <p:cNvPr id="4145" name="Google Shape;4145;p415"/>
          <p:cNvSpPr/>
          <p:nvPr/>
        </p:nvSpPr>
        <p:spPr>
          <a:xfrm flipH="1" rot="10800000">
            <a:off x="7185836" y="1838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415"/>
          <p:cNvSpPr/>
          <p:nvPr/>
        </p:nvSpPr>
        <p:spPr>
          <a:xfrm flipH="1" rot="10800000">
            <a:off x="7137014" y="45389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415"/>
          <p:cNvSpPr/>
          <p:nvPr/>
        </p:nvSpPr>
        <p:spPr>
          <a:xfrm flipH="1" rot="10800000">
            <a:off x="6717609" y="40671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415"/>
          <p:cNvSpPr/>
          <p:nvPr/>
        </p:nvSpPr>
        <p:spPr>
          <a:xfrm flipH="1" rot="10800000">
            <a:off x="6249883" y="3014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415"/>
          <p:cNvSpPr/>
          <p:nvPr/>
        </p:nvSpPr>
        <p:spPr>
          <a:xfrm flipH="1" rot="10800000">
            <a:off x="5843383" y="3511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415"/>
          <p:cNvSpPr/>
          <p:nvPr/>
        </p:nvSpPr>
        <p:spPr>
          <a:xfrm flipH="1" rot="10800000">
            <a:off x="7591814" y="33956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415"/>
          <p:cNvSpPr/>
          <p:nvPr/>
        </p:nvSpPr>
        <p:spPr>
          <a:xfrm flipH="1" rot="10800000">
            <a:off x="7185829" y="231055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415"/>
          <p:cNvSpPr/>
          <p:nvPr/>
        </p:nvSpPr>
        <p:spPr>
          <a:xfrm flipH="1" rot="10800000">
            <a:off x="8073366" y="298153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415"/>
          <p:cNvSpPr/>
          <p:nvPr/>
        </p:nvSpPr>
        <p:spPr>
          <a:xfrm>
            <a:off x="6147012" y="126063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415"/>
          <p:cNvSpPr/>
          <p:nvPr/>
        </p:nvSpPr>
        <p:spPr>
          <a:xfrm>
            <a:off x="6466130" y="283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415"/>
          <p:cNvSpPr/>
          <p:nvPr/>
        </p:nvSpPr>
        <p:spPr>
          <a:xfrm>
            <a:off x="5843384" y="-4934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415"/>
          <p:cNvSpPr/>
          <p:nvPr/>
        </p:nvSpPr>
        <p:spPr>
          <a:xfrm>
            <a:off x="6794122" y="8701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415"/>
          <p:cNvSpPr/>
          <p:nvPr/>
        </p:nvSpPr>
        <p:spPr>
          <a:xfrm>
            <a:off x="5215805" y="-48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415"/>
          <p:cNvSpPr/>
          <p:nvPr/>
        </p:nvSpPr>
        <p:spPr>
          <a:xfrm flipH="1" rot="10800000">
            <a:off x="8595683" y="19475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415"/>
          <p:cNvSpPr/>
          <p:nvPr/>
        </p:nvSpPr>
        <p:spPr>
          <a:xfrm flipH="1" rot="10800000">
            <a:off x="8149185" y="14643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415"/>
          <p:cNvSpPr/>
          <p:nvPr/>
        </p:nvSpPr>
        <p:spPr>
          <a:xfrm>
            <a:off x="7964287" y="423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415"/>
          <p:cNvSpPr/>
          <p:nvPr/>
        </p:nvSpPr>
        <p:spPr>
          <a:xfrm>
            <a:off x="8372430" y="-48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62" name="Google Shape;4162;p415"/>
          <p:cNvCxnSpPr/>
          <p:nvPr/>
        </p:nvCxnSpPr>
        <p:spPr>
          <a:xfrm>
            <a:off x="814225" y="677513"/>
            <a:ext cx="373500" cy="0"/>
          </a:xfrm>
          <a:prstGeom prst="straightConnector1">
            <a:avLst/>
          </a:prstGeom>
          <a:noFill/>
          <a:ln cap="flat" cmpd="sng" w="19050">
            <a:solidFill>
              <a:schemeClr val="dk1"/>
            </a:solidFill>
            <a:prstDash val="solid"/>
            <a:round/>
            <a:headEnd len="med" w="med" type="none"/>
            <a:tailEnd len="med" w="med" type="none"/>
          </a:ln>
        </p:spPr>
      </p:cxnSp>
      <p:sp>
        <p:nvSpPr>
          <p:cNvPr id="4163" name="Google Shape;4163;p415"/>
          <p:cNvSpPr/>
          <p:nvPr/>
        </p:nvSpPr>
        <p:spPr>
          <a:xfrm>
            <a:off x="447575" y="3501600"/>
            <a:ext cx="5226900" cy="8232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241160"/>
                </a:solidFill>
                <a:latin typeface="Cairo"/>
                <a:ea typeface="Cairo"/>
                <a:cs typeface="Cairo"/>
                <a:sym typeface="Cairo"/>
              </a:rPr>
              <a:t>Sarina, Nick, and Chloe</a:t>
            </a:r>
            <a:endParaRPr sz="1800">
              <a:solidFill>
                <a:srgbClr val="241160"/>
              </a:solidFill>
              <a:latin typeface="Cairo"/>
              <a:ea typeface="Cairo"/>
              <a:cs typeface="Cairo"/>
              <a:sym typeface="Cairo"/>
            </a:endParaRPr>
          </a:p>
          <a:p>
            <a:pPr indent="0" lvl="0" marL="0" rtl="0" algn="ctr">
              <a:spcBef>
                <a:spcPts val="0"/>
              </a:spcBef>
              <a:spcAft>
                <a:spcPts val="0"/>
              </a:spcAft>
              <a:buNone/>
            </a:pPr>
            <a:r>
              <a:t/>
            </a:r>
            <a:endParaRPr sz="1600">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