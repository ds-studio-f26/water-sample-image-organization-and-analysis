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31.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81" r:id="rId4"/>
    <p:sldMasterId id="2147483782" r:id="rId5"/>
    <p:sldMasterId id="2147483783" r:id="rId6"/>
    <p:sldMasterId id="2147483784" r:id="rId7"/>
    <p:sldMasterId id="2147483785" r:id="rId8"/>
    <p:sldMasterId id="2147483786"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Lst>
  <p:sldSz cy="5143500" cx="9144000"/>
  <p:notesSz cx="6858000" cy="9144000"/>
  <p:embeddedFontLst>
    <p:embeddedFont>
      <p:font typeface="Raleway"/>
      <p:regular r:id="rId44"/>
      <p:bold r:id="rId45"/>
      <p:italic r:id="rId46"/>
      <p:boldItalic r:id="rId47"/>
    </p:embeddedFont>
    <p:embeddedFont>
      <p:font typeface="Cairo"/>
      <p:regular r:id="rId48"/>
      <p:bold r:id="rId49"/>
    </p:embeddedFont>
    <p:embeddedFont>
      <p:font typeface="Space Grotesk Medium"/>
      <p:regular r:id="rId50"/>
      <p:bold r:id="rId51"/>
    </p:embeddedFont>
    <p:embeddedFont>
      <p:font typeface="PT Sans"/>
      <p:regular r:id="rId52"/>
      <p:bold r:id="rId53"/>
      <p:italic r:id="rId54"/>
      <p:boldItalic r:id="rId55"/>
    </p:embeddedFont>
    <p:embeddedFont>
      <p:font typeface="Space Grotesk"/>
      <p:regular r:id="rId56"/>
      <p:bold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0.xml"/><Relationship Id="rId42" Type="http://schemas.openxmlformats.org/officeDocument/2006/relationships/slide" Target="slides/slide32.xml"/><Relationship Id="rId41" Type="http://schemas.openxmlformats.org/officeDocument/2006/relationships/slide" Target="slides/slide31.xml"/><Relationship Id="rId44" Type="http://schemas.openxmlformats.org/officeDocument/2006/relationships/font" Target="fonts/Raleway-regular.fntdata"/><Relationship Id="rId43" Type="http://schemas.openxmlformats.org/officeDocument/2006/relationships/slide" Target="slides/slide33.xml"/><Relationship Id="rId46" Type="http://schemas.openxmlformats.org/officeDocument/2006/relationships/font" Target="fonts/Raleway-italic.fntdata"/><Relationship Id="rId45" Type="http://schemas.openxmlformats.org/officeDocument/2006/relationships/font" Target="fonts/Raleway-bold.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48" Type="http://schemas.openxmlformats.org/officeDocument/2006/relationships/font" Target="fonts/Cairo-regular.fntdata"/><Relationship Id="rId47" Type="http://schemas.openxmlformats.org/officeDocument/2006/relationships/font" Target="fonts/Raleway-boldItalic.fntdata"/><Relationship Id="rId49" Type="http://schemas.openxmlformats.org/officeDocument/2006/relationships/font" Target="fonts/Cairo-bold.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21.xml"/><Relationship Id="rId30" Type="http://schemas.openxmlformats.org/officeDocument/2006/relationships/slide" Target="slides/slide20.xml"/><Relationship Id="rId33" Type="http://schemas.openxmlformats.org/officeDocument/2006/relationships/slide" Target="slides/slide23.xml"/><Relationship Id="rId32" Type="http://schemas.openxmlformats.org/officeDocument/2006/relationships/slide" Target="slides/slide22.xml"/><Relationship Id="rId35" Type="http://schemas.openxmlformats.org/officeDocument/2006/relationships/slide" Target="slides/slide25.xml"/><Relationship Id="rId34" Type="http://schemas.openxmlformats.org/officeDocument/2006/relationships/slide" Target="slides/slide24.xml"/><Relationship Id="rId37" Type="http://schemas.openxmlformats.org/officeDocument/2006/relationships/slide" Target="slides/slide27.xml"/><Relationship Id="rId36" Type="http://schemas.openxmlformats.org/officeDocument/2006/relationships/slide" Target="slides/slide26.xml"/><Relationship Id="rId39" Type="http://schemas.openxmlformats.org/officeDocument/2006/relationships/slide" Target="slides/slide29.xml"/><Relationship Id="rId38" Type="http://schemas.openxmlformats.org/officeDocument/2006/relationships/slide" Target="slides/slide28.xml"/><Relationship Id="rId20" Type="http://schemas.openxmlformats.org/officeDocument/2006/relationships/slide" Target="slides/slide10.xml"/><Relationship Id="rId22" Type="http://schemas.openxmlformats.org/officeDocument/2006/relationships/slide" Target="slides/slide12.xml"/><Relationship Id="rId21" Type="http://schemas.openxmlformats.org/officeDocument/2006/relationships/slide" Target="slides/slide11.xml"/><Relationship Id="rId24" Type="http://schemas.openxmlformats.org/officeDocument/2006/relationships/slide" Target="slides/slide14.xml"/><Relationship Id="rId23" Type="http://schemas.openxmlformats.org/officeDocument/2006/relationships/slide" Target="slides/slide13.xml"/><Relationship Id="rId26" Type="http://schemas.openxmlformats.org/officeDocument/2006/relationships/slide" Target="slides/slide16.xml"/><Relationship Id="rId25" Type="http://schemas.openxmlformats.org/officeDocument/2006/relationships/slide" Target="slides/slide15.xml"/><Relationship Id="rId28" Type="http://schemas.openxmlformats.org/officeDocument/2006/relationships/slide" Target="slides/slide18.xml"/><Relationship Id="rId27" Type="http://schemas.openxmlformats.org/officeDocument/2006/relationships/slide" Target="slides/slide17.xml"/><Relationship Id="rId29" Type="http://schemas.openxmlformats.org/officeDocument/2006/relationships/slide" Target="slides/slide19.xml"/><Relationship Id="rId51" Type="http://schemas.openxmlformats.org/officeDocument/2006/relationships/font" Target="fonts/SpaceGroteskMedium-bold.fntdata"/><Relationship Id="rId50" Type="http://schemas.openxmlformats.org/officeDocument/2006/relationships/font" Target="fonts/SpaceGroteskMedium-regular.fntdata"/><Relationship Id="rId53" Type="http://schemas.openxmlformats.org/officeDocument/2006/relationships/font" Target="fonts/PTSans-bold.fntdata"/><Relationship Id="rId52" Type="http://schemas.openxmlformats.org/officeDocument/2006/relationships/font" Target="fonts/PTSans-regular.fntdata"/><Relationship Id="rId11" Type="http://schemas.openxmlformats.org/officeDocument/2006/relationships/slide" Target="slides/slide1.xml"/><Relationship Id="rId55" Type="http://schemas.openxmlformats.org/officeDocument/2006/relationships/font" Target="fonts/PTSans-boldItalic.fntdata"/><Relationship Id="rId10" Type="http://schemas.openxmlformats.org/officeDocument/2006/relationships/notesMaster" Target="notesMasters/notesMaster1.xml"/><Relationship Id="rId54" Type="http://schemas.openxmlformats.org/officeDocument/2006/relationships/font" Target="fonts/PTSans-italic.fntdata"/><Relationship Id="rId13" Type="http://schemas.openxmlformats.org/officeDocument/2006/relationships/slide" Target="slides/slide3.xml"/><Relationship Id="rId57" Type="http://schemas.openxmlformats.org/officeDocument/2006/relationships/font" Target="fonts/SpaceGrotesk-bold.fntdata"/><Relationship Id="rId12" Type="http://schemas.openxmlformats.org/officeDocument/2006/relationships/slide" Target="slides/slide2.xml"/><Relationship Id="rId56" Type="http://schemas.openxmlformats.org/officeDocument/2006/relationships/font" Target="fonts/SpaceGrotesk-regular.fntdata"/><Relationship Id="rId15" Type="http://schemas.openxmlformats.org/officeDocument/2006/relationships/slide" Target="slides/slide5.xml"/><Relationship Id="rId14" Type="http://schemas.openxmlformats.org/officeDocument/2006/relationships/slide" Target="slides/slide4.xml"/><Relationship Id="rId17" Type="http://schemas.openxmlformats.org/officeDocument/2006/relationships/slide" Target="slides/slide7.xml"/><Relationship Id="rId16" Type="http://schemas.openxmlformats.org/officeDocument/2006/relationships/slide" Target="slides/slide6.xml"/><Relationship Id="rId19" Type="http://schemas.openxmlformats.org/officeDocument/2006/relationships/slide" Target="slides/slide9.xml"/><Relationship Id="rId1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mc.ncbi.nlm.nih.gov/articles/PMC9631582/?utm_source=gemini" TargetMode="External"/><Relationship Id="rId3" Type="http://schemas.openxmlformats.org/officeDocument/2006/relationships/hyperlink" Target="https://pmc.ncbi.nlm.nih.gov/articles/PMC9631582/?utm_source=gemini"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6" name="Shape 1226"/>
        <p:cNvGrpSpPr/>
        <p:nvPr/>
      </p:nvGrpSpPr>
      <p:grpSpPr>
        <a:xfrm>
          <a:off x="0" y="0"/>
          <a:ext cx="0" cy="0"/>
          <a:chOff x="0" y="0"/>
          <a:chExt cx="0" cy="0"/>
        </a:xfrm>
      </p:grpSpPr>
      <p:sp>
        <p:nvSpPr>
          <p:cNvPr id="1227" name="Google Shape;1227;g3fb92885e3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8" name="Google Shape;1228;g3fb92885e3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g3fa4def1ee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4" name="Google Shape;1234;g3fa4def1ee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2" name="Shape 1242"/>
        <p:cNvGrpSpPr/>
        <p:nvPr/>
      </p:nvGrpSpPr>
      <p:grpSpPr>
        <a:xfrm>
          <a:off x="0" y="0"/>
          <a:ext cx="0" cy="0"/>
          <a:chOff x="0" y="0"/>
          <a:chExt cx="0" cy="0"/>
        </a:xfrm>
      </p:grpSpPr>
      <p:sp>
        <p:nvSpPr>
          <p:cNvPr id="1243" name="Google Shape;1243;g3fa802e791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4" name="Google Shape;1244;g3fa802e791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g3fa4def1eee_1_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6" name="Google Shape;1256;g3fa4def1eee_1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6" name="Shape 1266"/>
        <p:cNvGrpSpPr/>
        <p:nvPr/>
      </p:nvGrpSpPr>
      <p:grpSpPr>
        <a:xfrm>
          <a:off x="0" y="0"/>
          <a:ext cx="0" cy="0"/>
          <a:chOff x="0" y="0"/>
          <a:chExt cx="0" cy="0"/>
        </a:xfrm>
      </p:grpSpPr>
      <p:sp>
        <p:nvSpPr>
          <p:cNvPr id="1267" name="Google Shape;1267;g3fa4def1eee_1_7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8" name="Google Shape;1268;g3fa4def1eee_1_7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2" name="Shape 1272"/>
        <p:cNvGrpSpPr/>
        <p:nvPr/>
      </p:nvGrpSpPr>
      <p:grpSpPr>
        <a:xfrm>
          <a:off x="0" y="0"/>
          <a:ext cx="0" cy="0"/>
          <a:chOff x="0" y="0"/>
          <a:chExt cx="0" cy="0"/>
        </a:xfrm>
      </p:grpSpPr>
      <p:sp>
        <p:nvSpPr>
          <p:cNvPr id="1273" name="Google Shape;1273;g3fa4def1eee_1_7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4" name="Google Shape;1274;g3fa4def1eee_1_7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Detects by brightness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g3fa4def1eee_1_7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0" name="Google Shape;1280;g3fa4def1eee_1_7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kernel we used is a </a:t>
            </a:r>
            <a:r>
              <a:rPr b="1" lang="en">
                <a:solidFill>
                  <a:schemeClr val="dk1"/>
                </a:solidFill>
              </a:rPr>
              <a:t>vertical edge detector</a:t>
            </a:r>
            <a:endParaRPr b="1">
              <a:solidFill>
                <a:schemeClr val="dk1"/>
              </a:solidFill>
            </a:endParaRPr>
          </a:p>
          <a:p>
            <a:pPr indent="0" lvl="0" marL="0" rtl="0" algn="l">
              <a:spcBef>
                <a:spcPts val="0"/>
              </a:spcBef>
              <a:spcAft>
                <a:spcPts val="0"/>
              </a:spcAft>
              <a:buNone/>
            </a:pPr>
            <a:r>
              <a:rPr lang="en">
                <a:solidFill>
                  <a:schemeClr val="dk1"/>
                </a:solidFill>
              </a:rPr>
              <a:t>It compares the average brightness on the left side of the kernal to the average brightness on the right side. If there's a big </a:t>
            </a:r>
            <a:r>
              <a:rPr i="1" lang="en">
                <a:solidFill>
                  <a:schemeClr val="dk1"/>
                </a:solidFill>
              </a:rPr>
              <a:t>brightness difference</a:t>
            </a:r>
            <a:r>
              <a:rPr lang="en">
                <a:solidFill>
                  <a:schemeClr val="dk1"/>
                </a:solidFill>
              </a:rPr>
              <a:t> between left and right — like where the cat's darker fur meets a lighter background — the kernel produces a large output (positive or negative). If the left and right sides are similar in brightness, the output is close to zero.</a:t>
            </a:r>
            <a:endParaRPr b="1">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4" name="Shape 1284"/>
        <p:cNvGrpSpPr/>
        <p:nvPr/>
      </p:nvGrpSpPr>
      <p:grpSpPr>
        <a:xfrm>
          <a:off x="0" y="0"/>
          <a:ext cx="0" cy="0"/>
          <a:chOff x="0" y="0"/>
          <a:chExt cx="0" cy="0"/>
        </a:xfrm>
      </p:grpSpPr>
      <p:sp>
        <p:nvSpPr>
          <p:cNvPr id="1285" name="Google Shape;1285;g3fa802e7913_1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6" name="Google Shape;1286;g3fa802e7913_1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Reuse the kernel over the whole image and get a feature map, so once it learns to recognize something in one place, it can spot it anywhere in the image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left column (j=1) is strongly positive across every row (~536–560) — makes sense, since that column of the sliding window sits over the transition from background into the cat's face, where the left side of the patch is consistently brighter than the right.</a:t>
            </a:r>
            <a:endParaRPr/>
          </a:p>
          <a:p>
            <a:pPr indent="0" lvl="0" marL="0" rtl="0" algn="l">
              <a:spcBef>
                <a:spcPts val="0"/>
              </a:spcBef>
              <a:spcAft>
                <a:spcPts val="0"/>
              </a:spcAft>
              <a:buNone/>
            </a:pPr>
            <a:r>
              <a:rPr lang="en"/>
              <a:t>The middle column (j=3) is strongly negative — that's the region centered right on the cat's eyes/nose area, where the pattern reverses.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g3fa816f6d77_3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rPr lang="en" sz="2000">
                <a:solidFill>
                  <a:srgbClr val="241160"/>
                </a:solidFill>
                <a:latin typeface="Cairo"/>
                <a:ea typeface="Cairo"/>
                <a:cs typeface="Cairo"/>
                <a:sym typeface="Cairo"/>
              </a:rPr>
              <a:t>Activation Layer (ReLU)-&gt; After each convolution, ReLU passes positive values through and zeroes out anything negative</a:t>
            </a:r>
            <a:endParaRPr sz="2000">
              <a:solidFill>
                <a:srgbClr val="241160"/>
              </a:solidFill>
              <a:latin typeface="Cairo"/>
              <a:ea typeface="Cairo"/>
              <a:cs typeface="Cairo"/>
              <a:sym typeface="Cairo"/>
            </a:endParaRPr>
          </a:p>
          <a:p>
            <a:pPr indent="0" lvl="0" marL="0" rtl="0" algn="l">
              <a:spcBef>
                <a:spcPts val="0"/>
              </a:spcBef>
              <a:spcAft>
                <a:spcPts val="0"/>
              </a:spcAft>
              <a:buClr>
                <a:schemeClr val="dk1"/>
              </a:buClr>
              <a:buSzPts val="1200"/>
              <a:buFont typeface="Arial"/>
              <a:buNone/>
            </a:pPr>
            <a:r>
              <a:rPr lang="en" sz="2000">
                <a:solidFill>
                  <a:srgbClr val="241160"/>
                </a:solidFill>
                <a:latin typeface="Cairo"/>
                <a:ea typeface="Cairo"/>
                <a:cs typeface="Cairo"/>
                <a:sym typeface="Cairo"/>
              </a:rPr>
              <a:t>Pooling Layer-&gt; Shrinks each feature map by summarizing small regions (e.g. 2×2) into a single value (max pooling keeps the strongest signal)</a:t>
            </a:r>
            <a:endParaRPr sz="2000">
              <a:solidFill>
                <a:srgbClr val="241160"/>
              </a:solidFill>
              <a:latin typeface="Cairo"/>
              <a:ea typeface="Cairo"/>
              <a:cs typeface="Cairo"/>
              <a:sym typeface="Cairo"/>
            </a:endParaRPr>
          </a:p>
          <a:p>
            <a:pPr indent="0" lvl="0" marL="0" rtl="0" algn="l">
              <a:spcBef>
                <a:spcPts val="0"/>
              </a:spcBef>
              <a:spcAft>
                <a:spcPts val="0"/>
              </a:spcAft>
              <a:buClr>
                <a:schemeClr val="dk1"/>
              </a:buClr>
              <a:buSzPts val="1200"/>
              <a:buFont typeface="Arial"/>
              <a:buNone/>
            </a:pPr>
            <a:r>
              <a:rPr lang="en" sz="2000">
                <a:solidFill>
                  <a:srgbClr val="241160"/>
                </a:solidFill>
                <a:latin typeface="Cairo"/>
                <a:ea typeface="Cairo"/>
                <a:cs typeface="Cairo"/>
                <a:sym typeface="Cairo"/>
              </a:rPr>
              <a:t>Fully Connected Layer-&gt; Feature maps get flattened into one long list, then fed through a dense layer that combines everything to start making a decision.</a:t>
            </a:r>
            <a:endParaRPr sz="2000">
              <a:solidFill>
                <a:srgbClr val="241160"/>
              </a:solidFill>
              <a:latin typeface="Cairo"/>
              <a:ea typeface="Cairo"/>
              <a:cs typeface="Cairo"/>
              <a:sym typeface="Cairo"/>
            </a:endParaRPr>
          </a:p>
          <a:p>
            <a:pPr indent="0" lvl="0" marL="0" rtl="0" algn="l">
              <a:spcBef>
                <a:spcPts val="0"/>
              </a:spcBef>
              <a:spcAft>
                <a:spcPts val="0"/>
              </a:spcAft>
              <a:buClr>
                <a:schemeClr val="dk1"/>
              </a:buClr>
              <a:buSzPts val="1200"/>
              <a:buFont typeface="Arial"/>
              <a:buNone/>
            </a:pPr>
            <a:r>
              <a:t/>
            </a:r>
            <a:endParaRPr sz="2000">
              <a:solidFill>
                <a:srgbClr val="241160"/>
              </a:solidFill>
              <a:latin typeface="Cairo"/>
              <a:ea typeface="Cairo"/>
              <a:cs typeface="Cairo"/>
              <a:sym typeface="Cairo"/>
            </a:endParaRPr>
          </a:p>
          <a:p>
            <a:pPr indent="0" lvl="0" marL="0" rtl="0" algn="l">
              <a:spcBef>
                <a:spcPts val="0"/>
              </a:spcBef>
              <a:spcAft>
                <a:spcPts val="0"/>
              </a:spcAft>
              <a:buNone/>
            </a:pPr>
            <a:r>
              <a:t/>
            </a:r>
            <a:endParaRPr/>
          </a:p>
        </p:txBody>
      </p:sp>
      <p:sp>
        <p:nvSpPr>
          <p:cNvPr id="1291" name="Google Shape;1291;g3fa816f6d77_3_23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4" name="Shape 1314"/>
        <p:cNvGrpSpPr/>
        <p:nvPr/>
      </p:nvGrpSpPr>
      <p:grpSpPr>
        <a:xfrm>
          <a:off x="0" y="0"/>
          <a:ext cx="0" cy="0"/>
          <a:chOff x="0" y="0"/>
          <a:chExt cx="0" cy="0"/>
        </a:xfrm>
      </p:grpSpPr>
      <p:sp>
        <p:nvSpPr>
          <p:cNvPr id="1315" name="Google Shape;1315;g3fa816f6d77_3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rPr lang="en" sz="2000">
                <a:solidFill>
                  <a:srgbClr val="241160"/>
                </a:solidFill>
                <a:latin typeface="Cairo"/>
                <a:ea typeface="Cairo"/>
                <a:cs typeface="Cairo"/>
                <a:sym typeface="Cairo"/>
              </a:rPr>
              <a:t>The final layer turns the fully connected output into a probability for each class</a:t>
            </a:r>
            <a:endParaRPr sz="2000">
              <a:solidFill>
                <a:srgbClr val="241160"/>
              </a:solidFill>
              <a:latin typeface="Cairo"/>
              <a:ea typeface="Cairo"/>
              <a:cs typeface="Cairo"/>
              <a:sym typeface="Cairo"/>
            </a:endParaRPr>
          </a:p>
          <a:p>
            <a:pPr indent="0" lvl="0" marL="0" rtl="0" algn="l">
              <a:spcBef>
                <a:spcPts val="0"/>
              </a:spcBef>
              <a:spcAft>
                <a:spcPts val="0"/>
              </a:spcAft>
              <a:buClr>
                <a:schemeClr val="dk1"/>
              </a:buClr>
              <a:buSzPts val="1200"/>
              <a:buFont typeface="Arial"/>
              <a:buNone/>
            </a:pPr>
            <a:r>
              <a:rPr lang="en" sz="2000">
                <a:solidFill>
                  <a:srgbClr val="241160"/>
                </a:solidFill>
                <a:latin typeface="Cairo"/>
                <a:ea typeface="Cairo"/>
                <a:cs typeface="Cairo"/>
                <a:sym typeface="Cairo"/>
              </a:rPr>
              <a:t>Softmax makes sure all the probabilities add up to 100%</a:t>
            </a:r>
            <a:endParaRPr sz="2000">
              <a:solidFill>
                <a:srgbClr val="241160"/>
              </a:solidFill>
              <a:latin typeface="Cairo"/>
              <a:ea typeface="Cairo"/>
              <a:cs typeface="Cairo"/>
              <a:sym typeface="Cairo"/>
            </a:endParaRPr>
          </a:p>
          <a:p>
            <a:pPr indent="0" lvl="0" marL="0" rtl="0" algn="l">
              <a:spcBef>
                <a:spcPts val="0"/>
              </a:spcBef>
              <a:spcAft>
                <a:spcPts val="0"/>
              </a:spcAft>
              <a:buClr>
                <a:schemeClr val="dk1"/>
              </a:buClr>
              <a:buSzPts val="1200"/>
              <a:buFont typeface="Arial"/>
              <a:buNone/>
            </a:pPr>
            <a:r>
              <a:rPr lang="en" sz="2000">
                <a:solidFill>
                  <a:srgbClr val="241160"/>
                </a:solidFill>
                <a:latin typeface="Cairo"/>
                <a:ea typeface="Cairo"/>
                <a:cs typeface="Cairo"/>
                <a:sym typeface="Cairo"/>
              </a:rPr>
              <a:t>Highest probability = the network’s prediction (e.g. “cat”)</a:t>
            </a:r>
            <a:endParaRPr sz="2000">
              <a:solidFill>
                <a:srgbClr val="241160"/>
              </a:solidFill>
              <a:latin typeface="Cairo"/>
              <a:ea typeface="Cairo"/>
              <a:cs typeface="Cairo"/>
              <a:sym typeface="Cairo"/>
            </a:endParaRPr>
          </a:p>
          <a:p>
            <a:pPr indent="0" lvl="0" marL="0" rtl="0" algn="l">
              <a:spcBef>
                <a:spcPts val="0"/>
              </a:spcBef>
              <a:spcAft>
                <a:spcPts val="0"/>
              </a:spcAft>
              <a:buNone/>
            </a:pPr>
            <a:r>
              <a:t/>
            </a:r>
            <a:endParaRPr/>
          </a:p>
        </p:txBody>
      </p:sp>
      <p:sp>
        <p:nvSpPr>
          <p:cNvPr id="1316" name="Google Shape;1316;g3fa816f6d77_3_25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5" name="Shape 1335"/>
        <p:cNvGrpSpPr/>
        <p:nvPr/>
      </p:nvGrpSpPr>
      <p:grpSpPr>
        <a:xfrm>
          <a:off x="0" y="0"/>
          <a:ext cx="0" cy="0"/>
          <a:chOff x="0" y="0"/>
          <a:chExt cx="0" cy="0"/>
        </a:xfrm>
      </p:grpSpPr>
      <p:sp>
        <p:nvSpPr>
          <p:cNvPr id="1336" name="Google Shape;1336;g3fa816f6d77_3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g3fa816f6d77_3_25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1" name="Shape 1341"/>
        <p:cNvGrpSpPr/>
        <p:nvPr/>
      </p:nvGrpSpPr>
      <p:grpSpPr>
        <a:xfrm>
          <a:off x="0" y="0"/>
          <a:ext cx="0" cy="0"/>
          <a:chOff x="0" y="0"/>
          <a:chExt cx="0" cy="0"/>
        </a:xfrm>
      </p:grpSpPr>
      <p:sp>
        <p:nvSpPr>
          <p:cNvPr id="1342" name="Google Shape;1342;g3fa99f244e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3" name="Google Shape;1343;g3fa99f244e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2" name="Shape 1352"/>
        <p:cNvGrpSpPr/>
        <p:nvPr/>
      </p:nvGrpSpPr>
      <p:grpSpPr>
        <a:xfrm>
          <a:off x="0" y="0"/>
          <a:ext cx="0" cy="0"/>
          <a:chOff x="0" y="0"/>
          <a:chExt cx="0" cy="0"/>
        </a:xfrm>
      </p:grpSpPr>
      <p:sp>
        <p:nvSpPr>
          <p:cNvPr id="1353" name="Google Shape;1353;g3fa99f244eb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4" name="Google Shape;1354;g3fa99f244eb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9" name="Shape 1359"/>
        <p:cNvGrpSpPr/>
        <p:nvPr/>
      </p:nvGrpSpPr>
      <p:grpSpPr>
        <a:xfrm>
          <a:off x="0" y="0"/>
          <a:ext cx="0" cy="0"/>
          <a:chOff x="0" y="0"/>
          <a:chExt cx="0" cy="0"/>
        </a:xfrm>
      </p:grpSpPr>
      <p:sp>
        <p:nvSpPr>
          <p:cNvPr id="1360" name="Google Shape;1360;g3fb53b9d88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1" name="Google Shape;1361;g3fb53b9d88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5" name="Shape 1365"/>
        <p:cNvGrpSpPr/>
        <p:nvPr/>
      </p:nvGrpSpPr>
      <p:grpSpPr>
        <a:xfrm>
          <a:off x="0" y="0"/>
          <a:ext cx="0" cy="0"/>
          <a:chOff x="0" y="0"/>
          <a:chExt cx="0" cy="0"/>
        </a:xfrm>
      </p:grpSpPr>
      <p:sp>
        <p:nvSpPr>
          <p:cNvPr id="1366" name="Google Shape;1366;g3fb53b9d88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7" name="Google Shape;1367;g3fb53b9d88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6" name="Shape 1376"/>
        <p:cNvGrpSpPr/>
        <p:nvPr/>
      </p:nvGrpSpPr>
      <p:grpSpPr>
        <a:xfrm>
          <a:off x="0" y="0"/>
          <a:ext cx="0" cy="0"/>
          <a:chOff x="0" y="0"/>
          <a:chExt cx="0" cy="0"/>
        </a:xfrm>
      </p:grpSpPr>
      <p:sp>
        <p:nvSpPr>
          <p:cNvPr id="1377" name="Google Shape;1377;g3fb905cfd68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8" name="Google Shape;1378;g3fb905cfd6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2" name="Shape 1382"/>
        <p:cNvGrpSpPr/>
        <p:nvPr/>
      </p:nvGrpSpPr>
      <p:grpSpPr>
        <a:xfrm>
          <a:off x="0" y="0"/>
          <a:ext cx="0" cy="0"/>
          <a:chOff x="0" y="0"/>
          <a:chExt cx="0" cy="0"/>
        </a:xfrm>
      </p:grpSpPr>
      <p:sp>
        <p:nvSpPr>
          <p:cNvPr id="1383" name="Google Shape;1383;g3fb905cfd6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4" name="Google Shape;1384;g3fb905cfd6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7" name="Shape 1387"/>
        <p:cNvGrpSpPr/>
        <p:nvPr/>
      </p:nvGrpSpPr>
      <p:grpSpPr>
        <a:xfrm>
          <a:off x="0" y="0"/>
          <a:ext cx="0" cy="0"/>
          <a:chOff x="0" y="0"/>
          <a:chExt cx="0" cy="0"/>
        </a:xfrm>
      </p:grpSpPr>
      <p:sp>
        <p:nvSpPr>
          <p:cNvPr id="1388" name="Google Shape;1388;g3fb905cfd68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9" name="Google Shape;1389;g3fb905cfd68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2" name="Shape 1392"/>
        <p:cNvGrpSpPr/>
        <p:nvPr/>
      </p:nvGrpSpPr>
      <p:grpSpPr>
        <a:xfrm>
          <a:off x="0" y="0"/>
          <a:ext cx="0" cy="0"/>
          <a:chOff x="0" y="0"/>
          <a:chExt cx="0" cy="0"/>
        </a:xfrm>
      </p:grpSpPr>
      <p:sp>
        <p:nvSpPr>
          <p:cNvPr id="1393" name="Google Shape;1393;g3fb905cfd68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4" name="Google Shape;1394;g3fb905cfd68_6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8" name="Shape 1398"/>
        <p:cNvGrpSpPr/>
        <p:nvPr/>
      </p:nvGrpSpPr>
      <p:grpSpPr>
        <a:xfrm>
          <a:off x="0" y="0"/>
          <a:ext cx="0" cy="0"/>
          <a:chOff x="0" y="0"/>
          <a:chExt cx="0" cy="0"/>
        </a:xfrm>
      </p:grpSpPr>
      <p:sp>
        <p:nvSpPr>
          <p:cNvPr id="1399" name="Google Shape;1399;g3fb905cfd68_6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rPr lang="en" sz="1400">
                <a:solidFill>
                  <a:srgbClr val="241160"/>
                </a:solidFill>
                <a:latin typeface="Cairo"/>
                <a:ea typeface="Cairo"/>
                <a:cs typeface="Cairo"/>
                <a:sym typeface="Cairo"/>
              </a:rPr>
              <a:t>; removes blanks (sometimes filaments too); use PP folders per city standard</a:t>
            </a:r>
            <a:endParaRPr/>
          </a:p>
        </p:txBody>
      </p:sp>
      <p:sp>
        <p:nvSpPr>
          <p:cNvPr id="1400" name="Google Shape;1400;g3fb905cfd68_6_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4" name="Shape 1404"/>
        <p:cNvGrpSpPr/>
        <p:nvPr/>
      </p:nvGrpSpPr>
      <p:grpSpPr>
        <a:xfrm>
          <a:off x="0" y="0"/>
          <a:ext cx="0" cy="0"/>
          <a:chOff x="0" y="0"/>
          <a:chExt cx="0" cy="0"/>
        </a:xfrm>
      </p:grpSpPr>
      <p:sp>
        <p:nvSpPr>
          <p:cNvPr id="1405" name="Google Shape;1405;g3fb905cfd6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g3fb905cfd6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0" name="Shape 1410"/>
        <p:cNvGrpSpPr/>
        <p:nvPr/>
      </p:nvGrpSpPr>
      <p:grpSpPr>
        <a:xfrm>
          <a:off x="0" y="0"/>
          <a:ext cx="0" cy="0"/>
          <a:chOff x="0" y="0"/>
          <a:chExt cx="0" cy="0"/>
        </a:xfrm>
      </p:grpSpPr>
      <p:sp>
        <p:nvSpPr>
          <p:cNvPr id="1411" name="Google Shape;1411;g3fbe92e098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2" name="Google Shape;1412;g3fbe92e098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1F1F1F"/>
                </a:solidFill>
              </a:rPr>
              <a:t>The background of the</a:t>
            </a:r>
            <a:r>
              <a:rPr lang="en">
                <a:solidFill>
                  <a:srgbClr val="1F1F1F"/>
                </a:solidFill>
                <a:uFill>
                  <a:noFill/>
                </a:uFill>
                <a:hlinkClick r:id="rId2">
                  <a:extLst>
                    <a:ext uri="{A12FA001-AC4F-418D-AE19-62706E023703}">
                      <ahyp:hlinkClr val="tx"/>
                    </a:ext>
                  </a:extLst>
                </a:hlinkClick>
              </a:rPr>
              <a:t> </a:t>
            </a:r>
            <a:r>
              <a:rPr lang="en" u="sng">
                <a:solidFill>
                  <a:srgbClr val="0000EE"/>
                </a:solidFill>
                <a:hlinkClick r:id="rId3">
                  <a:extLst>
                    <a:ext uri="{A12FA001-AC4F-418D-AE19-62706E023703}">
                      <ahyp:hlinkClr val="tx"/>
                    </a:ext>
                  </a:extLst>
                </a:hlinkClick>
              </a:rPr>
              <a:t>"What Is the Utility of Posters?"</a:t>
            </a:r>
            <a:r>
              <a:rPr lang="en">
                <a:solidFill>
                  <a:srgbClr val="1F1F1F"/>
                </a:solidFill>
              </a:rPr>
              <a:t> paper establishes that while academic posters are extensively used at scientific conferences, their actual value to presenters and viewers remains poorly documented. Most existing literature focuses heavily on poster design and visual appeal rather than their effectiveness in knowledge transfer. Because of this gap, there is limited empirical evidence on whether posters truly facilitate learning or how they compare to traditional oral presentations. Consequently, the study investigates conference delegates' experiences to understand the unique strengths, weaknesses, and educational utility of poster presentations in academic and professional settings.</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6" name="Shape 1416"/>
        <p:cNvGrpSpPr/>
        <p:nvPr/>
      </p:nvGrpSpPr>
      <p:grpSpPr>
        <a:xfrm>
          <a:off x="0" y="0"/>
          <a:ext cx="0" cy="0"/>
          <a:chOff x="0" y="0"/>
          <a:chExt cx="0" cy="0"/>
        </a:xfrm>
      </p:grpSpPr>
      <p:sp>
        <p:nvSpPr>
          <p:cNvPr id="1417" name="Google Shape;1417;g3fbe92e098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8" name="Google Shape;1418;g3fbe92e098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0" name="Shape 1430"/>
        <p:cNvGrpSpPr/>
        <p:nvPr/>
      </p:nvGrpSpPr>
      <p:grpSpPr>
        <a:xfrm>
          <a:off x="0" y="0"/>
          <a:ext cx="0" cy="0"/>
          <a:chOff x="0" y="0"/>
          <a:chExt cx="0" cy="0"/>
        </a:xfrm>
      </p:grpSpPr>
      <p:sp>
        <p:nvSpPr>
          <p:cNvPr id="1431" name="Google Shape;1431;h280a00827098bea9_0_7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2" name="Google Shape;1432;h280a00827098bea9_0_7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8" name="Shape 1438"/>
        <p:cNvGrpSpPr/>
        <p:nvPr/>
      </p:nvGrpSpPr>
      <p:grpSpPr>
        <a:xfrm>
          <a:off x="0" y="0"/>
          <a:ext cx="0" cy="0"/>
          <a:chOff x="0" y="0"/>
          <a:chExt cx="0" cy="0"/>
        </a:xfrm>
      </p:grpSpPr>
      <p:sp>
        <p:nvSpPr>
          <p:cNvPr id="1439" name="Google Shape;1439;h181d8893f8d6675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0" name="Google Shape;1440;h181d8893f8d6675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3" name="Shape 1443"/>
        <p:cNvGrpSpPr/>
        <p:nvPr/>
      </p:nvGrpSpPr>
      <p:grpSpPr>
        <a:xfrm>
          <a:off x="0" y="0"/>
          <a:ext cx="0" cy="0"/>
          <a:chOff x="0" y="0"/>
          <a:chExt cx="0" cy="0"/>
        </a:xfrm>
      </p:grpSpPr>
      <p:sp>
        <p:nvSpPr>
          <p:cNvPr id="1444" name="Google Shape;1444;g3fbf0a306f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5" name="Google Shape;1445;g3fbf0a306f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6" name="Shape 1466"/>
        <p:cNvGrpSpPr/>
        <p:nvPr/>
      </p:nvGrpSpPr>
      <p:grpSpPr>
        <a:xfrm>
          <a:off x="0" y="0"/>
          <a:ext cx="0" cy="0"/>
          <a:chOff x="0" y="0"/>
          <a:chExt cx="0" cy="0"/>
        </a:xfrm>
      </p:grpSpPr>
      <p:sp>
        <p:nvSpPr>
          <p:cNvPr id="1467" name="Google Shape;1467;g3fbea8a101a_1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8" name="Google Shape;1468;g3fbea8a101a_1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0" name="Shape 1490"/>
        <p:cNvGrpSpPr/>
        <p:nvPr/>
      </p:nvGrpSpPr>
      <p:grpSpPr>
        <a:xfrm>
          <a:off x="0" y="0"/>
          <a:ext cx="0" cy="0"/>
          <a:chOff x="0" y="0"/>
          <a:chExt cx="0" cy="0"/>
        </a:xfrm>
      </p:grpSpPr>
      <p:sp>
        <p:nvSpPr>
          <p:cNvPr id="1491" name="Google Shape;1491;g3fbf0a306f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2" name="Google Shape;1492;g3fbf0a306f1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3" name="Shape 1523"/>
        <p:cNvGrpSpPr/>
        <p:nvPr/>
      </p:nvGrpSpPr>
      <p:grpSpPr>
        <a:xfrm>
          <a:off x="0" y="0"/>
          <a:ext cx="0" cy="0"/>
          <a:chOff x="0" y="0"/>
          <a:chExt cx="0" cy="0"/>
        </a:xfrm>
      </p:grpSpPr>
      <p:sp>
        <p:nvSpPr>
          <p:cNvPr id="1524" name="Google Shape;1524;g3fbf0a306f1_0_1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5" name="Google Shape;1525;g3fbf0a306f1_0_11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6" name="Shape 1556"/>
        <p:cNvGrpSpPr/>
        <p:nvPr/>
      </p:nvGrpSpPr>
      <p:grpSpPr>
        <a:xfrm>
          <a:off x="0" y="0"/>
          <a:ext cx="0" cy="0"/>
          <a:chOff x="0" y="0"/>
          <a:chExt cx="0" cy="0"/>
        </a:xfrm>
      </p:grpSpPr>
      <p:sp>
        <p:nvSpPr>
          <p:cNvPr id="1557" name="Google Shape;1557;h7219b81fe4b62fd6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8" name="Google Shape;1558;h7219b81fe4b62fd6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1" name="Shape 1561"/>
        <p:cNvGrpSpPr/>
        <p:nvPr/>
      </p:nvGrpSpPr>
      <p:grpSpPr>
        <a:xfrm>
          <a:off x="0" y="0"/>
          <a:ext cx="0" cy="0"/>
          <a:chOff x="0" y="0"/>
          <a:chExt cx="0" cy="0"/>
        </a:xfrm>
      </p:grpSpPr>
      <p:sp>
        <p:nvSpPr>
          <p:cNvPr id="1562" name="Google Shape;1562;g3fbf0a306f1_0_10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3" name="Google Shape;1563;g3fbf0a306f1_0_10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6" name="Shape 1566"/>
        <p:cNvGrpSpPr/>
        <p:nvPr/>
      </p:nvGrpSpPr>
      <p:grpSpPr>
        <a:xfrm>
          <a:off x="0" y="0"/>
          <a:ext cx="0" cy="0"/>
          <a:chOff x="0" y="0"/>
          <a:chExt cx="0" cy="0"/>
        </a:xfrm>
      </p:grpSpPr>
      <p:sp>
        <p:nvSpPr>
          <p:cNvPr id="1567" name="Google Shape;1567;g3fbf0a306f1_0_1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8" name="Google Shape;1568;g3fbf0a306f1_0_11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7" name="Shape 1587"/>
        <p:cNvGrpSpPr/>
        <p:nvPr/>
      </p:nvGrpSpPr>
      <p:grpSpPr>
        <a:xfrm>
          <a:off x="0" y="0"/>
          <a:ext cx="0" cy="0"/>
          <a:chOff x="0" y="0"/>
          <a:chExt cx="0" cy="0"/>
        </a:xfrm>
      </p:grpSpPr>
      <p:sp>
        <p:nvSpPr>
          <p:cNvPr id="1588" name="Google Shape;1588;g3fbf0a306f1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g3fbf0a306f1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20.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 Id="rId3" Type="http://schemas.openxmlformats.org/officeDocument/2006/relationships/image" Target="../media/image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 Id="rId3"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20.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0.png"/><Relationship Id="rId3" Type="http://schemas.openxmlformats.org/officeDocument/2006/relationships/image" Target="../media/image2.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0.png"/><Relationship Id="rId3" Type="http://schemas.openxmlformats.org/officeDocument/2006/relationships/image" Target="../media/image2.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20.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0.png"/><Relationship Id="rId3" Type="http://schemas.openxmlformats.org/officeDocument/2006/relationships/image" Target="../media/image2.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0.png"/><Relationship Id="rId3" Type="http://schemas.openxmlformats.org/officeDocument/2006/relationships/image" Target="../media/image2.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 Id="rId3" Type="http://schemas.openxmlformats.org/officeDocument/2006/relationships/image" Target="../media/image20.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0.png"/><Relationship Id="rId3" Type="http://schemas.openxmlformats.org/officeDocument/2006/relationships/image" Target="../media/image2.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0.png"/><Relationship Id="rId3" Type="http://schemas.openxmlformats.org/officeDocument/2006/relationships/image" Target="../media/image2.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pn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png"/><Relationship Id="rId3" Type="http://schemas.openxmlformats.org/officeDocument/2006/relationships/image" Target="../media/image20.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3" name="Shape 53"/>
        <p:cNvGrpSpPr/>
        <p:nvPr/>
      </p:nvGrpSpPr>
      <p:grpSpPr>
        <a:xfrm>
          <a:off x="0" y="0"/>
          <a:ext cx="0" cy="0"/>
          <a:chOff x="0" y="0"/>
          <a:chExt cx="0" cy="0"/>
        </a:xfrm>
      </p:grpSpPr>
      <p:sp>
        <p:nvSpPr>
          <p:cNvPr id="54" name="Google Shape;54;p14"/>
          <p:cNvSpPr txBox="1"/>
          <p:nvPr>
            <p:ph type="ctrTitle"/>
          </p:nvPr>
        </p:nvSpPr>
        <p:spPr>
          <a:xfrm>
            <a:off x="713225" y="2205375"/>
            <a:ext cx="5257800" cy="16140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4800">
                <a:solidFill>
                  <a:srgbClr val="241160"/>
                </a:solidFill>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55" name="Google Shape;55;p14"/>
          <p:cNvSpPr txBox="1"/>
          <p:nvPr>
            <p:ph idx="1" type="subTitle"/>
          </p:nvPr>
        </p:nvSpPr>
        <p:spPr>
          <a:xfrm>
            <a:off x="713225" y="3885650"/>
            <a:ext cx="3690600" cy="468600"/>
          </a:xfrm>
          <a:prstGeom prst="rect">
            <a:avLst/>
          </a:prstGeom>
          <a:solidFill>
            <a:schemeClr val="dk2"/>
          </a:solidFill>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pic>
        <p:nvPicPr>
          <p:cNvPr id="56" name="Google Shape;56;p14"/>
          <p:cNvPicPr preferRelativeResize="0"/>
          <p:nvPr/>
        </p:nvPicPr>
        <p:blipFill>
          <a:blip r:embed="rId2">
            <a:alphaModFix/>
          </a:blip>
          <a:stretch>
            <a:fillRect/>
          </a:stretch>
        </p:blipFill>
        <p:spPr>
          <a:xfrm flipH="1" rot="10800000">
            <a:off x="0" y="0"/>
            <a:ext cx="4727801" cy="225687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7" name="Shape 57"/>
        <p:cNvGrpSpPr/>
        <p:nvPr/>
      </p:nvGrpSpPr>
      <p:grpSpPr>
        <a:xfrm>
          <a:off x="0" y="0"/>
          <a:ext cx="0" cy="0"/>
          <a:chOff x="0" y="0"/>
          <a:chExt cx="0" cy="0"/>
        </a:xfrm>
      </p:grpSpPr>
      <p:sp>
        <p:nvSpPr>
          <p:cNvPr id="58" name="Google Shape;58;p15"/>
          <p:cNvSpPr txBox="1"/>
          <p:nvPr>
            <p:ph type="title"/>
          </p:nvPr>
        </p:nvSpPr>
        <p:spPr>
          <a:xfrm>
            <a:off x="4047175" y="2388500"/>
            <a:ext cx="4383600" cy="16266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59" name="Google Shape;59;p15"/>
          <p:cNvSpPr txBox="1"/>
          <p:nvPr>
            <p:ph hasCustomPrompt="1" idx="2" type="title"/>
          </p:nvPr>
        </p:nvSpPr>
        <p:spPr>
          <a:xfrm>
            <a:off x="4047175" y="1438750"/>
            <a:ext cx="1230300" cy="881400"/>
          </a:xfrm>
          <a:prstGeom prst="rect">
            <a:avLst/>
          </a:prstGeom>
          <a:solidFill>
            <a:schemeClr val="dk2"/>
          </a:solidFill>
        </p:spPr>
        <p:txBody>
          <a:bodyPr anchorCtr="0" anchor="ctr" bIns="91425" lIns="91425" spcFirstLastPara="1" rIns="91425" wrap="square" tIns="91425">
            <a:noAutofit/>
          </a:bodyPr>
          <a:lstStyle>
            <a:lvl1pPr lvl="0">
              <a:spcBef>
                <a:spcPts val="0"/>
              </a:spcBef>
              <a:spcAft>
                <a:spcPts val="0"/>
              </a:spcAft>
              <a:buClr>
                <a:schemeClr val="lt1"/>
              </a:buClr>
              <a:buSzPts val="6000"/>
              <a:buNone/>
              <a:defRPr sz="60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pic>
        <p:nvPicPr>
          <p:cNvPr id="60" name="Google Shape;60;p15"/>
          <p:cNvPicPr preferRelativeResize="0"/>
          <p:nvPr/>
        </p:nvPicPr>
        <p:blipFill>
          <a:blip r:embed="rId2">
            <a:alphaModFix/>
          </a:blip>
          <a:stretch>
            <a:fillRect/>
          </a:stretch>
        </p:blipFill>
        <p:spPr>
          <a:xfrm flipH="1">
            <a:off x="4416200" y="2886625"/>
            <a:ext cx="4727801" cy="225687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grpSp>
        <p:nvGrpSpPr>
          <p:cNvPr id="62" name="Google Shape;62;p16"/>
          <p:cNvGrpSpPr/>
          <p:nvPr/>
        </p:nvGrpSpPr>
        <p:grpSpPr>
          <a:xfrm>
            <a:off x="0" y="0"/>
            <a:ext cx="9144001" cy="5143500"/>
            <a:chOff x="0" y="0"/>
            <a:chExt cx="9144001" cy="5143500"/>
          </a:xfrm>
        </p:grpSpPr>
        <p:pic>
          <p:nvPicPr>
            <p:cNvPr id="63" name="Google Shape;63;p16"/>
            <p:cNvPicPr preferRelativeResize="0"/>
            <p:nvPr/>
          </p:nvPicPr>
          <p:blipFill>
            <a:blip r:embed="rId2">
              <a:alphaModFix/>
            </a:blip>
            <a:stretch>
              <a:fillRect/>
            </a:stretch>
          </p:blipFill>
          <p:spPr>
            <a:xfrm flipH="1" rot="10800000">
              <a:off x="0" y="2052950"/>
              <a:ext cx="4220500" cy="3090550"/>
            </a:xfrm>
            <a:prstGeom prst="rect">
              <a:avLst/>
            </a:prstGeom>
            <a:noFill/>
            <a:ln>
              <a:noFill/>
            </a:ln>
          </p:spPr>
        </p:pic>
        <p:pic>
          <p:nvPicPr>
            <p:cNvPr id="64" name="Google Shape;64;p16"/>
            <p:cNvPicPr preferRelativeResize="0"/>
            <p:nvPr/>
          </p:nvPicPr>
          <p:blipFill>
            <a:blip r:embed="rId3">
              <a:alphaModFix/>
            </a:blip>
            <a:stretch>
              <a:fillRect/>
            </a:stretch>
          </p:blipFill>
          <p:spPr>
            <a:xfrm flipH="1" rot="10800000">
              <a:off x="6764924" y="0"/>
              <a:ext cx="2379077" cy="3237334"/>
            </a:xfrm>
            <a:prstGeom prst="rect">
              <a:avLst/>
            </a:prstGeom>
            <a:noFill/>
            <a:ln>
              <a:noFill/>
            </a:ln>
          </p:spPr>
        </p:pic>
      </p:grpSp>
      <p:sp>
        <p:nvSpPr>
          <p:cNvPr id="65" name="Google Shape;65;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6" name="Google Shape;66;p16"/>
          <p:cNvSpPr txBox="1"/>
          <p:nvPr>
            <p:ph idx="1" type="body"/>
          </p:nvPr>
        </p:nvSpPr>
        <p:spPr>
          <a:xfrm>
            <a:off x="720000" y="1090229"/>
            <a:ext cx="7704000" cy="3486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Nunito Light"/>
              <a:buChar char="●"/>
              <a:defRPr/>
            </a:lvl1pPr>
            <a:lvl2pPr indent="-304800" lvl="1" marL="914400">
              <a:lnSpc>
                <a:spcPct val="100000"/>
              </a:lnSpc>
              <a:spcBef>
                <a:spcPts val="0"/>
              </a:spcBef>
              <a:spcAft>
                <a:spcPts val="0"/>
              </a:spcAft>
              <a:buSzPts val="1200"/>
              <a:buFont typeface="Nunito Light"/>
              <a:buChar char="○"/>
              <a:defRPr/>
            </a:lvl2pPr>
            <a:lvl3pPr indent="-304800" lvl="2" marL="1371600">
              <a:lnSpc>
                <a:spcPct val="100000"/>
              </a:lnSpc>
              <a:spcBef>
                <a:spcPts val="0"/>
              </a:spcBef>
              <a:spcAft>
                <a:spcPts val="0"/>
              </a:spcAft>
              <a:buSzPts val="1200"/>
              <a:buFont typeface="Nunito Light"/>
              <a:buChar char="■"/>
              <a:defRPr/>
            </a:lvl3pPr>
            <a:lvl4pPr indent="-304800" lvl="3" marL="1828800">
              <a:lnSpc>
                <a:spcPct val="100000"/>
              </a:lnSpc>
              <a:spcBef>
                <a:spcPts val="0"/>
              </a:spcBef>
              <a:spcAft>
                <a:spcPts val="0"/>
              </a:spcAft>
              <a:buSzPts val="1200"/>
              <a:buFont typeface="Nunito Light"/>
              <a:buChar char="●"/>
              <a:defRPr/>
            </a:lvl4pPr>
            <a:lvl5pPr indent="-304800" lvl="4" marL="2286000">
              <a:lnSpc>
                <a:spcPct val="100000"/>
              </a:lnSpc>
              <a:spcBef>
                <a:spcPts val="0"/>
              </a:spcBef>
              <a:spcAft>
                <a:spcPts val="0"/>
              </a:spcAft>
              <a:buSzPts val="1200"/>
              <a:buFont typeface="Nunito Light"/>
              <a:buChar char="○"/>
              <a:defRPr/>
            </a:lvl5pPr>
            <a:lvl6pPr indent="-304800" lvl="5" marL="2743200">
              <a:lnSpc>
                <a:spcPct val="100000"/>
              </a:lnSpc>
              <a:spcBef>
                <a:spcPts val="0"/>
              </a:spcBef>
              <a:spcAft>
                <a:spcPts val="0"/>
              </a:spcAft>
              <a:buSzPts val="1200"/>
              <a:buFont typeface="Nunito Light"/>
              <a:buChar char="■"/>
              <a:defRPr/>
            </a:lvl6pPr>
            <a:lvl7pPr indent="-304800" lvl="6" marL="3200400">
              <a:lnSpc>
                <a:spcPct val="100000"/>
              </a:lnSpc>
              <a:spcBef>
                <a:spcPts val="0"/>
              </a:spcBef>
              <a:spcAft>
                <a:spcPts val="0"/>
              </a:spcAft>
              <a:buSzPts val="1200"/>
              <a:buFont typeface="Nunito Light"/>
              <a:buChar char="●"/>
              <a:defRPr/>
            </a:lvl7pPr>
            <a:lvl8pPr indent="-304800" lvl="7" marL="3657600">
              <a:lnSpc>
                <a:spcPct val="100000"/>
              </a:lnSpc>
              <a:spcBef>
                <a:spcPts val="0"/>
              </a:spcBef>
              <a:spcAft>
                <a:spcPts val="0"/>
              </a:spcAft>
              <a:buSzPts val="1200"/>
              <a:buFont typeface="Nunito Light"/>
              <a:buChar char="○"/>
              <a:defRPr/>
            </a:lvl8pPr>
            <a:lvl9pPr indent="-304800" lvl="8" marL="4114800">
              <a:lnSpc>
                <a:spcPct val="100000"/>
              </a:lnSpc>
              <a:spcBef>
                <a:spcPts val="0"/>
              </a:spcBef>
              <a:spcAft>
                <a:spcPts val="0"/>
              </a:spcAft>
              <a:buSzPts val="1200"/>
              <a:buFont typeface="Nunito Light"/>
              <a:buChar char="■"/>
              <a:defRPr/>
            </a:lvl9pPr>
          </a:lstStyle>
          <a:p/>
        </p:txBody>
      </p:sp>
      <p:grpSp>
        <p:nvGrpSpPr>
          <p:cNvPr id="67" name="Google Shape;67;p16"/>
          <p:cNvGrpSpPr/>
          <p:nvPr/>
        </p:nvGrpSpPr>
        <p:grpSpPr>
          <a:xfrm rot="10800000">
            <a:off x="6704226" y="3811697"/>
            <a:ext cx="4574075" cy="3479350"/>
            <a:chOff x="1522650" y="1117750"/>
            <a:chExt cx="4574075" cy="3479350"/>
          </a:xfrm>
        </p:grpSpPr>
        <p:sp>
          <p:nvSpPr>
            <p:cNvPr id="68" name="Google Shape;68;p16"/>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6"/>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0" name="Shape 70"/>
        <p:cNvGrpSpPr/>
        <p:nvPr/>
      </p:nvGrpSpPr>
      <p:grpSpPr>
        <a:xfrm>
          <a:off x="0" y="0"/>
          <a:ext cx="0" cy="0"/>
          <a:chOff x="0" y="0"/>
          <a:chExt cx="0" cy="0"/>
        </a:xfrm>
      </p:grpSpPr>
      <p:sp>
        <p:nvSpPr>
          <p:cNvPr id="71" name="Google Shape;71;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2" name="Google Shape;72;p17"/>
          <p:cNvSpPr txBox="1"/>
          <p:nvPr>
            <p:ph idx="1" type="subTitle"/>
          </p:nvPr>
        </p:nvSpPr>
        <p:spPr>
          <a:xfrm>
            <a:off x="4911639" y="2679824"/>
            <a:ext cx="2424300" cy="1526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3" name="Google Shape;73;p17"/>
          <p:cNvSpPr txBox="1"/>
          <p:nvPr>
            <p:ph idx="2" type="subTitle"/>
          </p:nvPr>
        </p:nvSpPr>
        <p:spPr>
          <a:xfrm>
            <a:off x="1808050" y="2679824"/>
            <a:ext cx="2424300" cy="1526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4" name="Google Shape;74;p17"/>
          <p:cNvSpPr txBox="1"/>
          <p:nvPr>
            <p:ph idx="3" type="subTitle"/>
          </p:nvPr>
        </p:nvSpPr>
        <p:spPr>
          <a:xfrm>
            <a:off x="1808050" y="2244217"/>
            <a:ext cx="2424300" cy="449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5" name="Google Shape;75;p17"/>
          <p:cNvSpPr txBox="1"/>
          <p:nvPr>
            <p:ph idx="4" type="subTitle"/>
          </p:nvPr>
        </p:nvSpPr>
        <p:spPr>
          <a:xfrm>
            <a:off x="4911639" y="2244217"/>
            <a:ext cx="2424300" cy="449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76" name="Google Shape;76;p17"/>
          <p:cNvGrpSpPr/>
          <p:nvPr/>
        </p:nvGrpSpPr>
        <p:grpSpPr>
          <a:xfrm>
            <a:off x="0" y="4"/>
            <a:ext cx="9144004" cy="5143496"/>
            <a:chOff x="0" y="4"/>
            <a:chExt cx="9144004" cy="5143496"/>
          </a:xfrm>
        </p:grpSpPr>
        <p:pic>
          <p:nvPicPr>
            <p:cNvPr id="77" name="Google Shape;77;p17"/>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78" name="Google Shape;78;p17"/>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79" name="Google Shape;79;p17"/>
          <p:cNvGrpSpPr/>
          <p:nvPr/>
        </p:nvGrpSpPr>
        <p:grpSpPr>
          <a:xfrm flipH="1" rot="-10539848">
            <a:off x="6108563" y="4049075"/>
            <a:ext cx="4573901" cy="3479217"/>
            <a:chOff x="1522650" y="1117750"/>
            <a:chExt cx="4574075" cy="3479350"/>
          </a:xfrm>
        </p:grpSpPr>
        <p:sp>
          <p:nvSpPr>
            <p:cNvPr id="80" name="Google Shape;80;p1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2" name="Shape 82"/>
        <p:cNvGrpSpPr/>
        <p:nvPr/>
      </p:nvGrpSpPr>
      <p:grpSpPr>
        <a:xfrm>
          <a:off x="0" y="0"/>
          <a:ext cx="0" cy="0"/>
          <a:chOff x="0" y="0"/>
          <a:chExt cx="0" cy="0"/>
        </a:xfrm>
      </p:grpSpPr>
      <p:sp>
        <p:nvSpPr>
          <p:cNvPr id="83" name="Google Shape;83;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84" name="Google Shape;84;p18"/>
          <p:cNvGrpSpPr/>
          <p:nvPr/>
        </p:nvGrpSpPr>
        <p:grpSpPr>
          <a:xfrm>
            <a:off x="0" y="4"/>
            <a:ext cx="9144004" cy="5143496"/>
            <a:chOff x="0" y="4"/>
            <a:chExt cx="9144004" cy="5143496"/>
          </a:xfrm>
        </p:grpSpPr>
        <p:pic>
          <p:nvPicPr>
            <p:cNvPr id="85" name="Google Shape;85;p18"/>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86" name="Google Shape;86;p18"/>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87" name="Google Shape;87;p18"/>
          <p:cNvGrpSpPr/>
          <p:nvPr/>
        </p:nvGrpSpPr>
        <p:grpSpPr>
          <a:xfrm flipH="1" rot="-10539848">
            <a:off x="6108563" y="4049075"/>
            <a:ext cx="4573901" cy="3479217"/>
            <a:chOff x="1522650" y="1117750"/>
            <a:chExt cx="4574075" cy="3479350"/>
          </a:xfrm>
        </p:grpSpPr>
        <p:sp>
          <p:nvSpPr>
            <p:cNvPr id="88" name="Google Shape;88;p18"/>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8"/>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0" name="Shape 90"/>
        <p:cNvGrpSpPr/>
        <p:nvPr/>
      </p:nvGrpSpPr>
      <p:grpSpPr>
        <a:xfrm>
          <a:off x="0" y="0"/>
          <a:ext cx="0" cy="0"/>
          <a:chOff x="0" y="0"/>
          <a:chExt cx="0" cy="0"/>
        </a:xfrm>
      </p:grpSpPr>
      <p:sp>
        <p:nvSpPr>
          <p:cNvPr id="91" name="Google Shape;91;p19"/>
          <p:cNvSpPr txBox="1"/>
          <p:nvPr>
            <p:ph type="title"/>
          </p:nvPr>
        </p:nvSpPr>
        <p:spPr>
          <a:xfrm>
            <a:off x="811975" y="829350"/>
            <a:ext cx="3993300" cy="9897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2" name="Google Shape;92;p19"/>
          <p:cNvSpPr txBox="1"/>
          <p:nvPr>
            <p:ph idx="1" type="subTitle"/>
          </p:nvPr>
        </p:nvSpPr>
        <p:spPr>
          <a:xfrm>
            <a:off x="811975" y="1878550"/>
            <a:ext cx="3993300" cy="2298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Font typeface="Open Sans"/>
              <a:buAutoNum type="arabicPeriod"/>
              <a:defRPr/>
            </a:lvl1pPr>
            <a:lvl2pPr lvl="1" algn="ctr">
              <a:lnSpc>
                <a:spcPct val="100000"/>
              </a:lnSpc>
              <a:spcBef>
                <a:spcPts val="1000"/>
              </a:spcBef>
              <a:spcAft>
                <a:spcPts val="0"/>
              </a:spcAft>
              <a:buClr>
                <a:srgbClr val="E76A28"/>
              </a:buClr>
              <a:buSzPts val="1200"/>
              <a:buFont typeface="Nunito Light"/>
              <a:buAutoNum type="alphaLcPeriod"/>
              <a:defRPr/>
            </a:lvl2pPr>
            <a:lvl3pPr lvl="2" algn="ctr">
              <a:lnSpc>
                <a:spcPct val="100000"/>
              </a:lnSpc>
              <a:spcBef>
                <a:spcPts val="0"/>
              </a:spcBef>
              <a:spcAft>
                <a:spcPts val="0"/>
              </a:spcAft>
              <a:buClr>
                <a:srgbClr val="E76A28"/>
              </a:buClr>
              <a:buSzPts val="1200"/>
              <a:buFont typeface="Nunito Light"/>
              <a:buAutoNum type="romanLcPeriod"/>
              <a:defRPr/>
            </a:lvl3pPr>
            <a:lvl4pPr lvl="3" algn="ctr">
              <a:lnSpc>
                <a:spcPct val="100000"/>
              </a:lnSpc>
              <a:spcBef>
                <a:spcPts val="0"/>
              </a:spcBef>
              <a:spcAft>
                <a:spcPts val="0"/>
              </a:spcAft>
              <a:buClr>
                <a:srgbClr val="E76A28"/>
              </a:buClr>
              <a:buSzPts val="1200"/>
              <a:buFont typeface="Nunito Light"/>
              <a:buAutoNum type="arabicPeriod"/>
              <a:defRPr/>
            </a:lvl4pPr>
            <a:lvl5pPr lvl="4" algn="ctr">
              <a:lnSpc>
                <a:spcPct val="100000"/>
              </a:lnSpc>
              <a:spcBef>
                <a:spcPts val="0"/>
              </a:spcBef>
              <a:spcAft>
                <a:spcPts val="0"/>
              </a:spcAft>
              <a:buClr>
                <a:srgbClr val="E76A28"/>
              </a:buClr>
              <a:buSzPts val="1200"/>
              <a:buFont typeface="Nunito Light"/>
              <a:buAutoNum type="alphaLcPeriod"/>
              <a:defRPr/>
            </a:lvl5pPr>
            <a:lvl6pPr lvl="5" algn="ctr">
              <a:lnSpc>
                <a:spcPct val="100000"/>
              </a:lnSpc>
              <a:spcBef>
                <a:spcPts val="0"/>
              </a:spcBef>
              <a:spcAft>
                <a:spcPts val="0"/>
              </a:spcAft>
              <a:buClr>
                <a:srgbClr val="999999"/>
              </a:buClr>
              <a:buSzPts val="1200"/>
              <a:buFont typeface="Nunito Light"/>
              <a:buAutoNum type="romanLcPeriod"/>
              <a:defRPr/>
            </a:lvl6pPr>
            <a:lvl7pPr lvl="6" algn="ctr">
              <a:lnSpc>
                <a:spcPct val="100000"/>
              </a:lnSpc>
              <a:spcBef>
                <a:spcPts val="0"/>
              </a:spcBef>
              <a:spcAft>
                <a:spcPts val="0"/>
              </a:spcAft>
              <a:buClr>
                <a:srgbClr val="999999"/>
              </a:buClr>
              <a:buSzPts val="1200"/>
              <a:buFont typeface="Nunito Light"/>
              <a:buAutoNum type="arabicPeriod"/>
              <a:defRPr/>
            </a:lvl7pPr>
            <a:lvl8pPr lvl="7" algn="ctr">
              <a:lnSpc>
                <a:spcPct val="100000"/>
              </a:lnSpc>
              <a:spcBef>
                <a:spcPts val="0"/>
              </a:spcBef>
              <a:spcAft>
                <a:spcPts val="0"/>
              </a:spcAft>
              <a:buClr>
                <a:srgbClr val="999999"/>
              </a:buClr>
              <a:buSzPts val="1200"/>
              <a:buFont typeface="Nunito Light"/>
              <a:buAutoNum type="alphaLcPeriod"/>
              <a:defRPr/>
            </a:lvl8pPr>
            <a:lvl9pPr lvl="8" algn="ctr">
              <a:lnSpc>
                <a:spcPct val="100000"/>
              </a:lnSpc>
              <a:spcBef>
                <a:spcPts val="0"/>
              </a:spcBef>
              <a:spcAft>
                <a:spcPts val="0"/>
              </a:spcAft>
              <a:buClr>
                <a:srgbClr val="999999"/>
              </a:buClr>
              <a:buSzPts val="1200"/>
              <a:buFont typeface="Nunito Light"/>
              <a:buAutoNum type="romanLcPeriod"/>
              <a:defRPr/>
            </a:lvl9pPr>
          </a:lstStyle>
          <a:p/>
        </p:txBody>
      </p:sp>
      <p:sp>
        <p:nvSpPr>
          <p:cNvPr id="93" name="Google Shape;93;p19"/>
          <p:cNvSpPr/>
          <p:nvPr>
            <p:ph idx="2" type="pic"/>
          </p:nvPr>
        </p:nvSpPr>
        <p:spPr>
          <a:xfrm>
            <a:off x="5088475" y="770400"/>
            <a:ext cx="3081600" cy="3602700"/>
          </a:xfrm>
          <a:prstGeom prst="roundRect">
            <a:avLst>
              <a:gd fmla="val 16667" name="adj"/>
            </a:avLst>
          </a:prstGeom>
          <a:noFill/>
          <a:ln>
            <a:noFill/>
          </a:ln>
        </p:spPr>
      </p:sp>
      <p:grpSp>
        <p:nvGrpSpPr>
          <p:cNvPr id="94" name="Google Shape;94;p19"/>
          <p:cNvGrpSpPr/>
          <p:nvPr/>
        </p:nvGrpSpPr>
        <p:grpSpPr>
          <a:xfrm>
            <a:off x="0" y="0"/>
            <a:ext cx="9144001" cy="5143500"/>
            <a:chOff x="0" y="0"/>
            <a:chExt cx="9144001" cy="5143500"/>
          </a:xfrm>
        </p:grpSpPr>
        <p:pic>
          <p:nvPicPr>
            <p:cNvPr id="95" name="Google Shape;95;p19"/>
            <p:cNvPicPr preferRelativeResize="0"/>
            <p:nvPr/>
          </p:nvPicPr>
          <p:blipFill>
            <a:blip r:embed="rId2">
              <a:alphaModFix/>
            </a:blip>
            <a:stretch>
              <a:fillRect/>
            </a:stretch>
          </p:blipFill>
          <p:spPr>
            <a:xfrm flipH="1" rot="10800000">
              <a:off x="0" y="2052950"/>
              <a:ext cx="4220500" cy="3090550"/>
            </a:xfrm>
            <a:prstGeom prst="rect">
              <a:avLst/>
            </a:prstGeom>
            <a:noFill/>
            <a:ln>
              <a:noFill/>
            </a:ln>
          </p:spPr>
        </p:pic>
        <p:pic>
          <p:nvPicPr>
            <p:cNvPr id="96" name="Google Shape;96;p19"/>
            <p:cNvPicPr preferRelativeResize="0"/>
            <p:nvPr/>
          </p:nvPicPr>
          <p:blipFill>
            <a:blip r:embed="rId3">
              <a:alphaModFix/>
            </a:blip>
            <a:stretch>
              <a:fillRect/>
            </a:stretch>
          </p:blipFill>
          <p:spPr>
            <a:xfrm flipH="1" rot="10800000">
              <a:off x="6764924" y="0"/>
              <a:ext cx="2379077" cy="3237334"/>
            </a:xfrm>
            <a:prstGeom prst="rect">
              <a:avLst/>
            </a:prstGeom>
            <a:noFill/>
            <a:ln>
              <a:noFill/>
            </a:ln>
          </p:spPr>
        </p:pic>
      </p:grpSp>
      <p:grpSp>
        <p:nvGrpSpPr>
          <p:cNvPr id="97" name="Google Shape;97;p19"/>
          <p:cNvGrpSpPr/>
          <p:nvPr/>
        </p:nvGrpSpPr>
        <p:grpSpPr>
          <a:xfrm rot="10800000">
            <a:off x="6704226" y="3811697"/>
            <a:ext cx="4574075" cy="3479350"/>
            <a:chOff x="1522650" y="1117750"/>
            <a:chExt cx="4574075" cy="3479350"/>
          </a:xfrm>
        </p:grpSpPr>
        <p:sp>
          <p:nvSpPr>
            <p:cNvPr id="98" name="Google Shape;98;p19"/>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9"/>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0" name="Shape 100"/>
        <p:cNvGrpSpPr/>
        <p:nvPr/>
      </p:nvGrpSpPr>
      <p:grpSpPr>
        <a:xfrm>
          <a:off x="0" y="0"/>
          <a:ext cx="0" cy="0"/>
          <a:chOff x="0" y="0"/>
          <a:chExt cx="0" cy="0"/>
        </a:xfrm>
      </p:grpSpPr>
      <p:grpSp>
        <p:nvGrpSpPr>
          <p:cNvPr id="101" name="Google Shape;101;p20"/>
          <p:cNvGrpSpPr/>
          <p:nvPr/>
        </p:nvGrpSpPr>
        <p:grpSpPr>
          <a:xfrm>
            <a:off x="10" y="0"/>
            <a:ext cx="9143991" cy="5143500"/>
            <a:chOff x="10" y="0"/>
            <a:chExt cx="9143991" cy="5143500"/>
          </a:xfrm>
        </p:grpSpPr>
        <p:pic>
          <p:nvPicPr>
            <p:cNvPr id="102" name="Google Shape;102;p20"/>
            <p:cNvPicPr preferRelativeResize="0"/>
            <p:nvPr/>
          </p:nvPicPr>
          <p:blipFill>
            <a:blip r:embed="rId2">
              <a:alphaModFix/>
            </a:blip>
            <a:stretch>
              <a:fillRect/>
            </a:stretch>
          </p:blipFill>
          <p:spPr>
            <a:xfrm flipH="1">
              <a:off x="10" y="0"/>
              <a:ext cx="3405191" cy="5143500"/>
            </a:xfrm>
            <a:prstGeom prst="rect">
              <a:avLst/>
            </a:prstGeom>
            <a:noFill/>
            <a:ln>
              <a:noFill/>
            </a:ln>
          </p:spPr>
        </p:pic>
        <p:pic>
          <p:nvPicPr>
            <p:cNvPr id="103" name="Google Shape;103;p20"/>
            <p:cNvPicPr preferRelativeResize="0"/>
            <p:nvPr/>
          </p:nvPicPr>
          <p:blipFill>
            <a:blip r:embed="rId3">
              <a:alphaModFix/>
            </a:blip>
            <a:stretch>
              <a:fillRect/>
            </a:stretch>
          </p:blipFill>
          <p:spPr>
            <a:xfrm flipH="1">
              <a:off x="4416200" y="2886625"/>
              <a:ext cx="4727801" cy="2256875"/>
            </a:xfrm>
            <a:prstGeom prst="rect">
              <a:avLst/>
            </a:prstGeom>
            <a:noFill/>
            <a:ln>
              <a:noFill/>
            </a:ln>
          </p:spPr>
        </p:pic>
      </p:grpSp>
      <p:grpSp>
        <p:nvGrpSpPr>
          <p:cNvPr id="104" name="Google Shape;104;p20"/>
          <p:cNvGrpSpPr/>
          <p:nvPr/>
        </p:nvGrpSpPr>
        <p:grpSpPr>
          <a:xfrm rot="756538">
            <a:off x="5159567" y="-1927047"/>
            <a:ext cx="4574157" cy="3479412"/>
            <a:chOff x="1522650" y="1117750"/>
            <a:chExt cx="4574075" cy="3479350"/>
          </a:xfrm>
        </p:grpSpPr>
        <p:sp>
          <p:nvSpPr>
            <p:cNvPr id="105" name="Google Shape;105;p20"/>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0"/>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 name="Google Shape;107;p20"/>
          <p:cNvSpPr txBox="1"/>
          <p:nvPr>
            <p:ph type="title"/>
          </p:nvPr>
        </p:nvSpPr>
        <p:spPr>
          <a:xfrm>
            <a:off x="3830000" y="1716400"/>
            <a:ext cx="4508100" cy="25293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8" name="Shape 108"/>
        <p:cNvGrpSpPr/>
        <p:nvPr/>
      </p:nvGrpSpPr>
      <p:grpSpPr>
        <a:xfrm>
          <a:off x="0" y="0"/>
          <a:ext cx="0" cy="0"/>
          <a:chOff x="0" y="0"/>
          <a:chExt cx="0" cy="0"/>
        </a:xfrm>
      </p:grpSpPr>
      <p:grpSp>
        <p:nvGrpSpPr>
          <p:cNvPr id="109" name="Google Shape;109;p21"/>
          <p:cNvGrpSpPr/>
          <p:nvPr/>
        </p:nvGrpSpPr>
        <p:grpSpPr>
          <a:xfrm rot="756538">
            <a:off x="-714808" y="-2409347"/>
            <a:ext cx="4574157" cy="3479412"/>
            <a:chOff x="1522650" y="1117750"/>
            <a:chExt cx="4574075" cy="3479350"/>
          </a:xfrm>
        </p:grpSpPr>
        <p:sp>
          <p:nvSpPr>
            <p:cNvPr id="110" name="Google Shape;110;p21"/>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1"/>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 name="Google Shape;112;p21"/>
          <p:cNvGrpSpPr/>
          <p:nvPr/>
        </p:nvGrpSpPr>
        <p:grpSpPr>
          <a:xfrm>
            <a:off x="0" y="0"/>
            <a:ext cx="9144001" cy="5143500"/>
            <a:chOff x="0" y="0"/>
            <a:chExt cx="9144001" cy="5143500"/>
          </a:xfrm>
        </p:grpSpPr>
        <p:pic>
          <p:nvPicPr>
            <p:cNvPr id="113" name="Google Shape;113;p21"/>
            <p:cNvPicPr preferRelativeResize="0"/>
            <p:nvPr/>
          </p:nvPicPr>
          <p:blipFill>
            <a:blip r:embed="rId2">
              <a:alphaModFix/>
            </a:blip>
            <a:stretch>
              <a:fillRect/>
            </a:stretch>
          </p:blipFill>
          <p:spPr>
            <a:xfrm flipH="1" rot="10800000">
              <a:off x="5738810" y="0"/>
              <a:ext cx="3405191" cy="5143500"/>
            </a:xfrm>
            <a:prstGeom prst="rect">
              <a:avLst/>
            </a:prstGeom>
            <a:noFill/>
            <a:ln>
              <a:noFill/>
            </a:ln>
          </p:spPr>
        </p:pic>
        <p:pic>
          <p:nvPicPr>
            <p:cNvPr id="114" name="Google Shape;114;p21"/>
            <p:cNvPicPr preferRelativeResize="0"/>
            <p:nvPr/>
          </p:nvPicPr>
          <p:blipFill>
            <a:blip r:embed="rId3">
              <a:alphaModFix/>
            </a:blip>
            <a:stretch>
              <a:fillRect/>
            </a:stretch>
          </p:blipFill>
          <p:spPr>
            <a:xfrm flipH="1" rot="10800000">
              <a:off x="0" y="0"/>
              <a:ext cx="4727801" cy="2256875"/>
            </a:xfrm>
            <a:prstGeom prst="rect">
              <a:avLst/>
            </a:prstGeom>
            <a:noFill/>
            <a:ln>
              <a:noFill/>
            </a:ln>
          </p:spPr>
        </p:pic>
      </p:grpSp>
      <p:sp>
        <p:nvSpPr>
          <p:cNvPr id="115" name="Google Shape;115;p21"/>
          <p:cNvSpPr txBox="1"/>
          <p:nvPr>
            <p:ph type="title"/>
          </p:nvPr>
        </p:nvSpPr>
        <p:spPr>
          <a:xfrm>
            <a:off x="713225" y="1528900"/>
            <a:ext cx="4872900" cy="1964400"/>
          </a:xfrm>
          <a:prstGeom prst="rect">
            <a:avLst/>
          </a:prstGeom>
        </p:spPr>
        <p:txBody>
          <a:bodyPr anchorCtr="0" anchor="b" bIns="91425" lIns="91425" spcFirstLastPara="1" rIns="91425" wrap="square" tIns="91425">
            <a:noAutofit/>
          </a:bodyPr>
          <a:lstStyle>
            <a:lvl1pPr lvl="0">
              <a:spcBef>
                <a:spcPts val="0"/>
              </a:spcBef>
              <a:spcAft>
                <a:spcPts val="0"/>
              </a:spcAft>
              <a:buSzPts val="5000"/>
              <a:buNone/>
              <a:defRPr sz="50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116" name="Google Shape;116;p21"/>
          <p:cNvSpPr txBox="1"/>
          <p:nvPr>
            <p:ph idx="1" type="subTitle"/>
          </p:nvPr>
        </p:nvSpPr>
        <p:spPr>
          <a:xfrm>
            <a:off x="713225" y="3640050"/>
            <a:ext cx="4872900" cy="453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600"/>
            </a:lvl1pPr>
            <a:lvl2pPr lvl="1">
              <a:lnSpc>
                <a:spcPct val="100000"/>
              </a:lnSpc>
              <a:spcBef>
                <a:spcPts val="0"/>
              </a:spcBef>
              <a:spcAft>
                <a:spcPts val="0"/>
              </a:spcAft>
              <a:buSzPts val="1200"/>
              <a:buNone/>
              <a:defRPr/>
            </a:lvl2pPr>
            <a:lvl3pPr lvl="2">
              <a:lnSpc>
                <a:spcPct val="100000"/>
              </a:lnSpc>
              <a:spcBef>
                <a:spcPts val="0"/>
              </a:spcBef>
              <a:spcAft>
                <a:spcPts val="0"/>
              </a:spcAft>
              <a:buSzPts val="1200"/>
              <a:buNone/>
              <a:defRPr/>
            </a:lvl3pPr>
            <a:lvl4pPr lvl="3">
              <a:lnSpc>
                <a:spcPct val="100000"/>
              </a:lnSpc>
              <a:spcBef>
                <a:spcPts val="0"/>
              </a:spcBef>
              <a:spcAft>
                <a:spcPts val="0"/>
              </a:spcAft>
              <a:buSzPts val="1200"/>
              <a:buNone/>
              <a:defRPr/>
            </a:lvl4pPr>
            <a:lvl5pPr lvl="4">
              <a:lnSpc>
                <a:spcPct val="100000"/>
              </a:lnSpc>
              <a:spcBef>
                <a:spcPts val="0"/>
              </a:spcBef>
              <a:spcAft>
                <a:spcPts val="0"/>
              </a:spcAft>
              <a:buSzPts val="1200"/>
              <a:buNone/>
              <a:defRPr/>
            </a:lvl5pPr>
            <a:lvl6pPr lvl="5">
              <a:lnSpc>
                <a:spcPct val="100000"/>
              </a:lnSpc>
              <a:spcBef>
                <a:spcPts val="0"/>
              </a:spcBef>
              <a:spcAft>
                <a:spcPts val="0"/>
              </a:spcAft>
              <a:buSzPts val="1200"/>
              <a:buNone/>
              <a:defRPr/>
            </a:lvl6pPr>
            <a:lvl7pPr lvl="6">
              <a:lnSpc>
                <a:spcPct val="100000"/>
              </a:lnSpc>
              <a:spcBef>
                <a:spcPts val="0"/>
              </a:spcBef>
              <a:spcAft>
                <a:spcPts val="0"/>
              </a:spcAft>
              <a:buSzPts val="1200"/>
              <a:buNone/>
              <a:defRPr/>
            </a:lvl7pPr>
            <a:lvl8pPr lvl="7">
              <a:lnSpc>
                <a:spcPct val="100000"/>
              </a:lnSpc>
              <a:spcBef>
                <a:spcPts val="0"/>
              </a:spcBef>
              <a:spcAft>
                <a:spcPts val="0"/>
              </a:spcAft>
              <a:buSzPts val="1200"/>
              <a:buNone/>
              <a:defRPr/>
            </a:lvl8pPr>
            <a:lvl9pPr lvl="8">
              <a:lnSpc>
                <a:spcPct val="100000"/>
              </a:lnSpc>
              <a:spcBef>
                <a:spcPts val="0"/>
              </a:spcBef>
              <a:spcAft>
                <a:spcPts val="0"/>
              </a:spcAft>
              <a:buSzPts val="12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7" name="Shape 117"/>
        <p:cNvGrpSpPr/>
        <p:nvPr/>
      </p:nvGrpSpPr>
      <p:grpSpPr>
        <a:xfrm>
          <a:off x="0" y="0"/>
          <a:ext cx="0" cy="0"/>
          <a:chOff x="0" y="0"/>
          <a:chExt cx="0" cy="0"/>
        </a:xfrm>
      </p:grpSpPr>
      <p:sp>
        <p:nvSpPr>
          <p:cNvPr id="118" name="Google Shape;118;p22"/>
          <p:cNvSpPr/>
          <p:nvPr>
            <p:ph idx="2" type="pic"/>
          </p:nvPr>
        </p:nvSpPr>
        <p:spPr>
          <a:xfrm>
            <a:off x="0" y="0"/>
            <a:ext cx="9144000" cy="5143500"/>
          </a:xfrm>
          <a:prstGeom prst="rect">
            <a:avLst/>
          </a:prstGeom>
          <a:noFill/>
          <a:ln>
            <a:noFill/>
          </a:ln>
        </p:spPr>
      </p:sp>
      <p:sp>
        <p:nvSpPr>
          <p:cNvPr id="119" name="Google Shape;119;p22"/>
          <p:cNvSpPr txBox="1"/>
          <p:nvPr>
            <p:ph type="title"/>
          </p:nvPr>
        </p:nvSpPr>
        <p:spPr>
          <a:xfrm>
            <a:off x="720000" y="4014450"/>
            <a:ext cx="5713200" cy="572700"/>
          </a:xfrm>
          <a:prstGeom prst="rect">
            <a:avLst/>
          </a:prstGeom>
          <a:solidFill>
            <a:schemeClr val="dk2"/>
          </a:solidFill>
        </p:spPr>
        <p:txBody>
          <a:bodyPr anchorCtr="0" anchor="ctr" bIns="91425" lIns="91425" spcFirstLastPara="1" rIns="91425" wrap="square" tIns="91425">
            <a:noAutofit/>
          </a:bodyPr>
          <a:lstStyle>
            <a:lvl1pPr lvl="0">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grpSp>
        <p:nvGrpSpPr>
          <p:cNvPr id="120" name="Google Shape;120;p22"/>
          <p:cNvGrpSpPr/>
          <p:nvPr/>
        </p:nvGrpSpPr>
        <p:grpSpPr>
          <a:xfrm>
            <a:off x="0" y="4"/>
            <a:ext cx="9144004" cy="5143496"/>
            <a:chOff x="0" y="4"/>
            <a:chExt cx="9144004" cy="5143496"/>
          </a:xfrm>
        </p:grpSpPr>
        <p:pic>
          <p:nvPicPr>
            <p:cNvPr id="121" name="Google Shape;121;p22"/>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122" name="Google Shape;122;p22"/>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123" name="Google Shape;123;p22"/>
          <p:cNvGrpSpPr/>
          <p:nvPr/>
        </p:nvGrpSpPr>
        <p:grpSpPr>
          <a:xfrm>
            <a:off x="-896231" y="-2525369"/>
            <a:ext cx="11703669" cy="10221582"/>
            <a:chOff x="-896231" y="-2525369"/>
            <a:chExt cx="11703669" cy="10221582"/>
          </a:xfrm>
        </p:grpSpPr>
        <p:grpSp>
          <p:nvGrpSpPr>
            <p:cNvPr id="124" name="Google Shape;124;p22"/>
            <p:cNvGrpSpPr/>
            <p:nvPr/>
          </p:nvGrpSpPr>
          <p:grpSpPr>
            <a:xfrm flipH="1" rot="-10539848">
              <a:off x="6108563" y="4049075"/>
              <a:ext cx="4573901" cy="3479217"/>
              <a:chOff x="1522650" y="1117750"/>
              <a:chExt cx="4574075" cy="3479350"/>
            </a:xfrm>
          </p:grpSpPr>
          <p:sp>
            <p:nvSpPr>
              <p:cNvPr id="125" name="Google Shape;125;p22"/>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2"/>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 name="Google Shape;127;p22"/>
            <p:cNvGrpSpPr/>
            <p:nvPr/>
          </p:nvGrpSpPr>
          <p:grpSpPr>
            <a:xfrm>
              <a:off x="-896231" y="-2525369"/>
              <a:ext cx="4573618" cy="3479002"/>
              <a:chOff x="1522650" y="1117750"/>
              <a:chExt cx="4574075" cy="3479350"/>
            </a:xfrm>
          </p:grpSpPr>
          <p:sp>
            <p:nvSpPr>
              <p:cNvPr id="128" name="Google Shape;128;p22"/>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2"/>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0" name="Shape 130"/>
        <p:cNvGrpSpPr/>
        <p:nvPr/>
      </p:nvGrpSpPr>
      <p:grpSpPr>
        <a:xfrm>
          <a:off x="0" y="0"/>
          <a:ext cx="0" cy="0"/>
          <a:chOff x="0" y="0"/>
          <a:chExt cx="0" cy="0"/>
        </a:xfrm>
      </p:grpSpPr>
      <p:sp>
        <p:nvSpPr>
          <p:cNvPr id="131" name="Google Shape;131;p23"/>
          <p:cNvSpPr txBox="1"/>
          <p:nvPr>
            <p:ph hasCustomPrompt="1" type="title"/>
          </p:nvPr>
        </p:nvSpPr>
        <p:spPr>
          <a:xfrm>
            <a:off x="4076350" y="2296400"/>
            <a:ext cx="3843300" cy="1085100"/>
          </a:xfrm>
          <a:prstGeom prst="rect">
            <a:avLst/>
          </a:prstGeom>
          <a:solidFill>
            <a:schemeClr val="dk2"/>
          </a:solidFill>
        </p:spPr>
        <p:txBody>
          <a:bodyPr anchorCtr="0" anchor="ctr" bIns="91425" lIns="91425" spcFirstLastPara="1" rIns="91425" wrap="square" tIns="91425">
            <a:noAutofit/>
          </a:bodyPr>
          <a:lstStyle>
            <a:lvl1pPr lvl="0">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32" name="Google Shape;132;p23"/>
          <p:cNvSpPr txBox="1"/>
          <p:nvPr>
            <p:ph idx="1" type="subTitle"/>
          </p:nvPr>
        </p:nvSpPr>
        <p:spPr>
          <a:xfrm>
            <a:off x="4076350" y="3426700"/>
            <a:ext cx="3843300" cy="497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pic>
        <p:nvPicPr>
          <p:cNvPr id="133" name="Google Shape;133;p23"/>
          <p:cNvPicPr preferRelativeResize="0"/>
          <p:nvPr/>
        </p:nvPicPr>
        <p:blipFill>
          <a:blip r:embed="rId2">
            <a:alphaModFix/>
          </a:blip>
          <a:stretch>
            <a:fillRect/>
          </a:stretch>
        </p:blipFill>
        <p:spPr>
          <a:xfrm flipH="1">
            <a:off x="4416200" y="2886625"/>
            <a:ext cx="4727801" cy="225687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4" name="Shape 134"/>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35" name="Shape 135"/>
        <p:cNvGrpSpPr/>
        <p:nvPr/>
      </p:nvGrpSpPr>
      <p:grpSpPr>
        <a:xfrm>
          <a:off x="0" y="0"/>
          <a:ext cx="0" cy="0"/>
          <a:chOff x="0" y="0"/>
          <a:chExt cx="0" cy="0"/>
        </a:xfrm>
      </p:grpSpPr>
      <p:sp>
        <p:nvSpPr>
          <p:cNvPr id="136" name="Google Shape;136;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37" name="Google Shape;137;p25"/>
          <p:cNvSpPr txBox="1"/>
          <p:nvPr>
            <p:ph hasCustomPrompt="1" idx="2" type="title"/>
          </p:nvPr>
        </p:nvSpPr>
        <p:spPr>
          <a:xfrm>
            <a:off x="720000" y="1480883"/>
            <a:ext cx="734700" cy="447600"/>
          </a:xfrm>
          <a:prstGeom prst="rect">
            <a:avLst/>
          </a:prstGeom>
          <a:solidFill>
            <a:schemeClr val="dk2"/>
          </a:solidFill>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38" name="Google Shape;138;p25"/>
          <p:cNvSpPr txBox="1"/>
          <p:nvPr>
            <p:ph hasCustomPrompt="1" idx="3" type="title"/>
          </p:nvPr>
        </p:nvSpPr>
        <p:spPr>
          <a:xfrm>
            <a:off x="720000" y="2990491"/>
            <a:ext cx="734700" cy="447600"/>
          </a:xfrm>
          <a:prstGeom prst="rect">
            <a:avLst/>
          </a:prstGeom>
          <a:solidFill>
            <a:schemeClr val="dk2"/>
          </a:solidFill>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39" name="Google Shape;139;p25"/>
          <p:cNvSpPr txBox="1"/>
          <p:nvPr>
            <p:ph hasCustomPrompt="1" idx="4" type="title"/>
          </p:nvPr>
        </p:nvSpPr>
        <p:spPr>
          <a:xfrm>
            <a:off x="3306000" y="1480883"/>
            <a:ext cx="734700" cy="447600"/>
          </a:xfrm>
          <a:prstGeom prst="rect">
            <a:avLst/>
          </a:prstGeom>
          <a:solidFill>
            <a:schemeClr val="dk2"/>
          </a:solidFill>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40" name="Google Shape;140;p25"/>
          <p:cNvSpPr txBox="1"/>
          <p:nvPr>
            <p:ph hasCustomPrompt="1" idx="5" type="title"/>
          </p:nvPr>
        </p:nvSpPr>
        <p:spPr>
          <a:xfrm>
            <a:off x="3306000" y="2990491"/>
            <a:ext cx="734700" cy="447600"/>
          </a:xfrm>
          <a:prstGeom prst="rect">
            <a:avLst/>
          </a:prstGeom>
          <a:solidFill>
            <a:schemeClr val="dk2"/>
          </a:solidFill>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41" name="Google Shape;141;p25"/>
          <p:cNvSpPr txBox="1"/>
          <p:nvPr>
            <p:ph hasCustomPrompt="1" idx="6" type="title"/>
          </p:nvPr>
        </p:nvSpPr>
        <p:spPr>
          <a:xfrm>
            <a:off x="5892000" y="1480883"/>
            <a:ext cx="734700" cy="447600"/>
          </a:xfrm>
          <a:prstGeom prst="rect">
            <a:avLst/>
          </a:prstGeom>
          <a:solidFill>
            <a:schemeClr val="dk2"/>
          </a:solidFill>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42" name="Google Shape;142;p25"/>
          <p:cNvSpPr txBox="1"/>
          <p:nvPr>
            <p:ph hasCustomPrompt="1" idx="7" type="title"/>
          </p:nvPr>
        </p:nvSpPr>
        <p:spPr>
          <a:xfrm>
            <a:off x="5892000" y="2990491"/>
            <a:ext cx="734700" cy="447600"/>
          </a:xfrm>
          <a:prstGeom prst="rect">
            <a:avLst/>
          </a:prstGeom>
          <a:solidFill>
            <a:schemeClr val="dk2"/>
          </a:solidFill>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43" name="Google Shape;143;p25"/>
          <p:cNvSpPr txBox="1"/>
          <p:nvPr>
            <p:ph idx="1" type="subTitle"/>
          </p:nvPr>
        </p:nvSpPr>
        <p:spPr>
          <a:xfrm>
            <a:off x="720000" y="2026450"/>
            <a:ext cx="2532000" cy="502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nSpc>
                <a:spcPct val="100000"/>
              </a:lnSpc>
              <a:spcBef>
                <a:spcPts val="0"/>
              </a:spcBef>
              <a:spcAft>
                <a:spcPts val="0"/>
              </a:spcAft>
              <a:buSzPts val="2400"/>
              <a:buFont typeface="Raleway"/>
              <a:buNone/>
              <a:defRPr b="1" sz="2400">
                <a:latin typeface="Raleway"/>
                <a:ea typeface="Raleway"/>
                <a:cs typeface="Raleway"/>
                <a:sym typeface="Raleway"/>
              </a:defRPr>
            </a:lvl2pPr>
            <a:lvl3pPr lvl="2">
              <a:lnSpc>
                <a:spcPct val="100000"/>
              </a:lnSpc>
              <a:spcBef>
                <a:spcPts val="0"/>
              </a:spcBef>
              <a:spcAft>
                <a:spcPts val="0"/>
              </a:spcAft>
              <a:buSzPts val="2400"/>
              <a:buFont typeface="Raleway"/>
              <a:buNone/>
              <a:defRPr b="1" sz="2400">
                <a:latin typeface="Raleway"/>
                <a:ea typeface="Raleway"/>
                <a:cs typeface="Raleway"/>
                <a:sym typeface="Raleway"/>
              </a:defRPr>
            </a:lvl3pPr>
            <a:lvl4pPr lvl="3">
              <a:lnSpc>
                <a:spcPct val="100000"/>
              </a:lnSpc>
              <a:spcBef>
                <a:spcPts val="0"/>
              </a:spcBef>
              <a:spcAft>
                <a:spcPts val="0"/>
              </a:spcAft>
              <a:buSzPts val="2400"/>
              <a:buFont typeface="Raleway"/>
              <a:buNone/>
              <a:defRPr b="1" sz="2400">
                <a:latin typeface="Raleway"/>
                <a:ea typeface="Raleway"/>
                <a:cs typeface="Raleway"/>
                <a:sym typeface="Raleway"/>
              </a:defRPr>
            </a:lvl4pPr>
            <a:lvl5pPr lvl="4">
              <a:lnSpc>
                <a:spcPct val="100000"/>
              </a:lnSpc>
              <a:spcBef>
                <a:spcPts val="0"/>
              </a:spcBef>
              <a:spcAft>
                <a:spcPts val="0"/>
              </a:spcAft>
              <a:buSzPts val="2400"/>
              <a:buFont typeface="Raleway"/>
              <a:buNone/>
              <a:defRPr b="1" sz="2400">
                <a:latin typeface="Raleway"/>
                <a:ea typeface="Raleway"/>
                <a:cs typeface="Raleway"/>
                <a:sym typeface="Raleway"/>
              </a:defRPr>
            </a:lvl5pPr>
            <a:lvl6pPr lvl="5">
              <a:lnSpc>
                <a:spcPct val="100000"/>
              </a:lnSpc>
              <a:spcBef>
                <a:spcPts val="0"/>
              </a:spcBef>
              <a:spcAft>
                <a:spcPts val="0"/>
              </a:spcAft>
              <a:buSzPts val="2400"/>
              <a:buFont typeface="Raleway"/>
              <a:buNone/>
              <a:defRPr b="1" sz="2400">
                <a:latin typeface="Raleway"/>
                <a:ea typeface="Raleway"/>
                <a:cs typeface="Raleway"/>
                <a:sym typeface="Raleway"/>
              </a:defRPr>
            </a:lvl6pPr>
            <a:lvl7pPr lvl="6">
              <a:lnSpc>
                <a:spcPct val="100000"/>
              </a:lnSpc>
              <a:spcBef>
                <a:spcPts val="0"/>
              </a:spcBef>
              <a:spcAft>
                <a:spcPts val="0"/>
              </a:spcAft>
              <a:buSzPts val="2400"/>
              <a:buFont typeface="Raleway"/>
              <a:buNone/>
              <a:defRPr b="1" sz="2400">
                <a:latin typeface="Raleway"/>
                <a:ea typeface="Raleway"/>
                <a:cs typeface="Raleway"/>
                <a:sym typeface="Raleway"/>
              </a:defRPr>
            </a:lvl7pPr>
            <a:lvl8pPr lvl="7">
              <a:lnSpc>
                <a:spcPct val="100000"/>
              </a:lnSpc>
              <a:spcBef>
                <a:spcPts val="0"/>
              </a:spcBef>
              <a:spcAft>
                <a:spcPts val="0"/>
              </a:spcAft>
              <a:buSzPts val="2400"/>
              <a:buFont typeface="Raleway"/>
              <a:buNone/>
              <a:defRPr b="1" sz="2400">
                <a:latin typeface="Raleway"/>
                <a:ea typeface="Raleway"/>
                <a:cs typeface="Raleway"/>
                <a:sym typeface="Raleway"/>
              </a:defRPr>
            </a:lvl8pPr>
            <a:lvl9pPr lvl="8">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44" name="Google Shape;144;p25"/>
          <p:cNvSpPr txBox="1"/>
          <p:nvPr>
            <p:ph idx="8" type="subTitle"/>
          </p:nvPr>
        </p:nvSpPr>
        <p:spPr>
          <a:xfrm>
            <a:off x="3306000" y="2026450"/>
            <a:ext cx="2532000" cy="502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nSpc>
                <a:spcPct val="100000"/>
              </a:lnSpc>
              <a:spcBef>
                <a:spcPts val="0"/>
              </a:spcBef>
              <a:spcAft>
                <a:spcPts val="0"/>
              </a:spcAft>
              <a:buSzPts val="2400"/>
              <a:buFont typeface="Raleway"/>
              <a:buNone/>
              <a:defRPr b="1" sz="2400">
                <a:latin typeface="Raleway"/>
                <a:ea typeface="Raleway"/>
                <a:cs typeface="Raleway"/>
                <a:sym typeface="Raleway"/>
              </a:defRPr>
            </a:lvl2pPr>
            <a:lvl3pPr lvl="2">
              <a:lnSpc>
                <a:spcPct val="100000"/>
              </a:lnSpc>
              <a:spcBef>
                <a:spcPts val="0"/>
              </a:spcBef>
              <a:spcAft>
                <a:spcPts val="0"/>
              </a:spcAft>
              <a:buSzPts val="2400"/>
              <a:buFont typeface="Raleway"/>
              <a:buNone/>
              <a:defRPr b="1" sz="2400">
                <a:latin typeface="Raleway"/>
                <a:ea typeface="Raleway"/>
                <a:cs typeface="Raleway"/>
                <a:sym typeface="Raleway"/>
              </a:defRPr>
            </a:lvl3pPr>
            <a:lvl4pPr lvl="3">
              <a:lnSpc>
                <a:spcPct val="100000"/>
              </a:lnSpc>
              <a:spcBef>
                <a:spcPts val="0"/>
              </a:spcBef>
              <a:spcAft>
                <a:spcPts val="0"/>
              </a:spcAft>
              <a:buSzPts val="2400"/>
              <a:buFont typeface="Raleway"/>
              <a:buNone/>
              <a:defRPr b="1" sz="2400">
                <a:latin typeface="Raleway"/>
                <a:ea typeface="Raleway"/>
                <a:cs typeface="Raleway"/>
                <a:sym typeface="Raleway"/>
              </a:defRPr>
            </a:lvl4pPr>
            <a:lvl5pPr lvl="4">
              <a:lnSpc>
                <a:spcPct val="100000"/>
              </a:lnSpc>
              <a:spcBef>
                <a:spcPts val="0"/>
              </a:spcBef>
              <a:spcAft>
                <a:spcPts val="0"/>
              </a:spcAft>
              <a:buSzPts val="2400"/>
              <a:buFont typeface="Raleway"/>
              <a:buNone/>
              <a:defRPr b="1" sz="2400">
                <a:latin typeface="Raleway"/>
                <a:ea typeface="Raleway"/>
                <a:cs typeface="Raleway"/>
                <a:sym typeface="Raleway"/>
              </a:defRPr>
            </a:lvl5pPr>
            <a:lvl6pPr lvl="5">
              <a:lnSpc>
                <a:spcPct val="100000"/>
              </a:lnSpc>
              <a:spcBef>
                <a:spcPts val="0"/>
              </a:spcBef>
              <a:spcAft>
                <a:spcPts val="0"/>
              </a:spcAft>
              <a:buSzPts val="2400"/>
              <a:buFont typeface="Raleway"/>
              <a:buNone/>
              <a:defRPr b="1" sz="2400">
                <a:latin typeface="Raleway"/>
                <a:ea typeface="Raleway"/>
                <a:cs typeface="Raleway"/>
                <a:sym typeface="Raleway"/>
              </a:defRPr>
            </a:lvl6pPr>
            <a:lvl7pPr lvl="6">
              <a:lnSpc>
                <a:spcPct val="100000"/>
              </a:lnSpc>
              <a:spcBef>
                <a:spcPts val="0"/>
              </a:spcBef>
              <a:spcAft>
                <a:spcPts val="0"/>
              </a:spcAft>
              <a:buSzPts val="2400"/>
              <a:buFont typeface="Raleway"/>
              <a:buNone/>
              <a:defRPr b="1" sz="2400">
                <a:latin typeface="Raleway"/>
                <a:ea typeface="Raleway"/>
                <a:cs typeface="Raleway"/>
                <a:sym typeface="Raleway"/>
              </a:defRPr>
            </a:lvl7pPr>
            <a:lvl8pPr lvl="7">
              <a:lnSpc>
                <a:spcPct val="100000"/>
              </a:lnSpc>
              <a:spcBef>
                <a:spcPts val="0"/>
              </a:spcBef>
              <a:spcAft>
                <a:spcPts val="0"/>
              </a:spcAft>
              <a:buSzPts val="2400"/>
              <a:buFont typeface="Raleway"/>
              <a:buNone/>
              <a:defRPr b="1" sz="2400">
                <a:latin typeface="Raleway"/>
                <a:ea typeface="Raleway"/>
                <a:cs typeface="Raleway"/>
                <a:sym typeface="Raleway"/>
              </a:defRPr>
            </a:lvl8pPr>
            <a:lvl9pPr lvl="8">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45" name="Google Shape;145;p25"/>
          <p:cNvSpPr txBox="1"/>
          <p:nvPr>
            <p:ph idx="9" type="subTitle"/>
          </p:nvPr>
        </p:nvSpPr>
        <p:spPr>
          <a:xfrm>
            <a:off x="5892000" y="2026450"/>
            <a:ext cx="2532000" cy="502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nSpc>
                <a:spcPct val="100000"/>
              </a:lnSpc>
              <a:spcBef>
                <a:spcPts val="0"/>
              </a:spcBef>
              <a:spcAft>
                <a:spcPts val="0"/>
              </a:spcAft>
              <a:buSzPts val="2400"/>
              <a:buFont typeface="Raleway"/>
              <a:buNone/>
              <a:defRPr b="1" sz="2400">
                <a:latin typeface="Raleway"/>
                <a:ea typeface="Raleway"/>
                <a:cs typeface="Raleway"/>
                <a:sym typeface="Raleway"/>
              </a:defRPr>
            </a:lvl2pPr>
            <a:lvl3pPr lvl="2">
              <a:lnSpc>
                <a:spcPct val="100000"/>
              </a:lnSpc>
              <a:spcBef>
                <a:spcPts val="0"/>
              </a:spcBef>
              <a:spcAft>
                <a:spcPts val="0"/>
              </a:spcAft>
              <a:buSzPts val="2400"/>
              <a:buFont typeface="Raleway"/>
              <a:buNone/>
              <a:defRPr b="1" sz="2400">
                <a:latin typeface="Raleway"/>
                <a:ea typeface="Raleway"/>
                <a:cs typeface="Raleway"/>
                <a:sym typeface="Raleway"/>
              </a:defRPr>
            </a:lvl3pPr>
            <a:lvl4pPr lvl="3">
              <a:lnSpc>
                <a:spcPct val="100000"/>
              </a:lnSpc>
              <a:spcBef>
                <a:spcPts val="0"/>
              </a:spcBef>
              <a:spcAft>
                <a:spcPts val="0"/>
              </a:spcAft>
              <a:buSzPts val="2400"/>
              <a:buFont typeface="Raleway"/>
              <a:buNone/>
              <a:defRPr b="1" sz="2400">
                <a:latin typeface="Raleway"/>
                <a:ea typeface="Raleway"/>
                <a:cs typeface="Raleway"/>
                <a:sym typeface="Raleway"/>
              </a:defRPr>
            </a:lvl4pPr>
            <a:lvl5pPr lvl="4">
              <a:lnSpc>
                <a:spcPct val="100000"/>
              </a:lnSpc>
              <a:spcBef>
                <a:spcPts val="0"/>
              </a:spcBef>
              <a:spcAft>
                <a:spcPts val="0"/>
              </a:spcAft>
              <a:buSzPts val="2400"/>
              <a:buFont typeface="Raleway"/>
              <a:buNone/>
              <a:defRPr b="1" sz="2400">
                <a:latin typeface="Raleway"/>
                <a:ea typeface="Raleway"/>
                <a:cs typeface="Raleway"/>
                <a:sym typeface="Raleway"/>
              </a:defRPr>
            </a:lvl5pPr>
            <a:lvl6pPr lvl="5">
              <a:lnSpc>
                <a:spcPct val="100000"/>
              </a:lnSpc>
              <a:spcBef>
                <a:spcPts val="0"/>
              </a:spcBef>
              <a:spcAft>
                <a:spcPts val="0"/>
              </a:spcAft>
              <a:buSzPts val="2400"/>
              <a:buFont typeface="Raleway"/>
              <a:buNone/>
              <a:defRPr b="1" sz="2400">
                <a:latin typeface="Raleway"/>
                <a:ea typeface="Raleway"/>
                <a:cs typeface="Raleway"/>
                <a:sym typeface="Raleway"/>
              </a:defRPr>
            </a:lvl6pPr>
            <a:lvl7pPr lvl="6">
              <a:lnSpc>
                <a:spcPct val="100000"/>
              </a:lnSpc>
              <a:spcBef>
                <a:spcPts val="0"/>
              </a:spcBef>
              <a:spcAft>
                <a:spcPts val="0"/>
              </a:spcAft>
              <a:buSzPts val="2400"/>
              <a:buFont typeface="Raleway"/>
              <a:buNone/>
              <a:defRPr b="1" sz="2400">
                <a:latin typeface="Raleway"/>
                <a:ea typeface="Raleway"/>
                <a:cs typeface="Raleway"/>
                <a:sym typeface="Raleway"/>
              </a:defRPr>
            </a:lvl7pPr>
            <a:lvl8pPr lvl="7">
              <a:lnSpc>
                <a:spcPct val="100000"/>
              </a:lnSpc>
              <a:spcBef>
                <a:spcPts val="0"/>
              </a:spcBef>
              <a:spcAft>
                <a:spcPts val="0"/>
              </a:spcAft>
              <a:buSzPts val="2400"/>
              <a:buFont typeface="Raleway"/>
              <a:buNone/>
              <a:defRPr b="1" sz="2400">
                <a:latin typeface="Raleway"/>
                <a:ea typeface="Raleway"/>
                <a:cs typeface="Raleway"/>
                <a:sym typeface="Raleway"/>
              </a:defRPr>
            </a:lvl8pPr>
            <a:lvl9pPr lvl="8">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46" name="Google Shape;146;p25"/>
          <p:cNvSpPr txBox="1"/>
          <p:nvPr>
            <p:ph idx="13" type="subTitle"/>
          </p:nvPr>
        </p:nvSpPr>
        <p:spPr>
          <a:xfrm>
            <a:off x="720000" y="3544900"/>
            <a:ext cx="2532000" cy="499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nSpc>
                <a:spcPct val="100000"/>
              </a:lnSpc>
              <a:spcBef>
                <a:spcPts val="0"/>
              </a:spcBef>
              <a:spcAft>
                <a:spcPts val="0"/>
              </a:spcAft>
              <a:buSzPts val="2400"/>
              <a:buFont typeface="Raleway"/>
              <a:buNone/>
              <a:defRPr b="1" sz="2400">
                <a:latin typeface="Raleway"/>
                <a:ea typeface="Raleway"/>
                <a:cs typeface="Raleway"/>
                <a:sym typeface="Raleway"/>
              </a:defRPr>
            </a:lvl2pPr>
            <a:lvl3pPr lvl="2">
              <a:lnSpc>
                <a:spcPct val="100000"/>
              </a:lnSpc>
              <a:spcBef>
                <a:spcPts val="0"/>
              </a:spcBef>
              <a:spcAft>
                <a:spcPts val="0"/>
              </a:spcAft>
              <a:buSzPts val="2400"/>
              <a:buFont typeface="Raleway"/>
              <a:buNone/>
              <a:defRPr b="1" sz="2400">
                <a:latin typeface="Raleway"/>
                <a:ea typeface="Raleway"/>
                <a:cs typeface="Raleway"/>
                <a:sym typeface="Raleway"/>
              </a:defRPr>
            </a:lvl3pPr>
            <a:lvl4pPr lvl="3">
              <a:lnSpc>
                <a:spcPct val="100000"/>
              </a:lnSpc>
              <a:spcBef>
                <a:spcPts val="0"/>
              </a:spcBef>
              <a:spcAft>
                <a:spcPts val="0"/>
              </a:spcAft>
              <a:buSzPts val="2400"/>
              <a:buFont typeface="Raleway"/>
              <a:buNone/>
              <a:defRPr b="1" sz="2400">
                <a:latin typeface="Raleway"/>
                <a:ea typeface="Raleway"/>
                <a:cs typeface="Raleway"/>
                <a:sym typeface="Raleway"/>
              </a:defRPr>
            </a:lvl4pPr>
            <a:lvl5pPr lvl="4">
              <a:lnSpc>
                <a:spcPct val="100000"/>
              </a:lnSpc>
              <a:spcBef>
                <a:spcPts val="0"/>
              </a:spcBef>
              <a:spcAft>
                <a:spcPts val="0"/>
              </a:spcAft>
              <a:buSzPts val="2400"/>
              <a:buFont typeface="Raleway"/>
              <a:buNone/>
              <a:defRPr b="1" sz="2400">
                <a:latin typeface="Raleway"/>
                <a:ea typeface="Raleway"/>
                <a:cs typeface="Raleway"/>
                <a:sym typeface="Raleway"/>
              </a:defRPr>
            </a:lvl5pPr>
            <a:lvl6pPr lvl="5">
              <a:lnSpc>
                <a:spcPct val="100000"/>
              </a:lnSpc>
              <a:spcBef>
                <a:spcPts val="0"/>
              </a:spcBef>
              <a:spcAft>
                <a:spcPts val="0"/>
              </a:spcAft>
              <a:buSzPts val="2400"/>
              <a:buFont typeface="Raleway"/>
              <a:buNone/>
              <a:defRPr b="1" sz="2400">
                <a:latin typeface="Raleway"/>
                <a:ea typeface="Raleway"/>
                <a:cs typeface="Raleway"/>
                <a:sym typeface="Raleway"/>
              </a:defRPr>
            </a:lvl6pPr>
            <a:lvl7pPr lvl="6">
              <a:lnSpc>
                <a:spcPct val="100000"/>
              </a:lnSpc>
              <a:spcBef>
                <a:spcPts val="0"/>
              </a:spcBef>
              <a:spcAft>
                <a:spcPts val="0"/>
              </a:spcAft>
              <a:buSzPts val="2400"/>
              <a:buFont typeface="Raleway"/>
              <a:buNone/>
              <a:defRPr b="1" sz="2400">
                <a:latin typeface="Raleway"/>
                <a:ea typeface="Raleway"/>
                <a:cs typeface="Raleway"/>
                <a:sym typeface="Raleway"/>
              </a:defRPr>
            </a:lvl7pPr>
            <a:lvl8pPr lvl="7">
              <a:lnSpc>
                <a:spcPct val="100000"/>
              </a:lnSpc>
              <a:spcBef>
                <a:spcPts val="0"/>
              </a:spcBef>
              <a:spcAft>
                <a:spcPts val="0"/>
              </a:spcAft>
              <a:buSzPts val="2400"/>
              <a:buFont typeface="Raleway"/>
              <a:buNone/>
              <a:defRPr b="1" sz="2400">
                <a:latin typeface="Raleway"/>
                <a:ea typeface="Raleway"/>
                <a:cs typeface="Raleway"/>
                <a:sym typeface="Raleway"/>
              </a:defRPr>
            </a:lvl8pPr>
            <a:lvl9pPr lvl="8">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47" name="Google Shape;147;p25"/>
          <p:cNvSpPr txBox="1"/>
          <p:nvPr>
            <p:ph idx="14" type="subTitle"/>
          </p:nvPr>
        </p:nvSpPr>
        <p:spPr>
          <a:xfrm>
            <a:off x="3306000" y="3544900"/>
            <a:ext cx="2532000" cy="499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nSpc>
                <a:spcPct val="100000"/>
              </a:lnSpc>
              <a:spcBef>
                <a:spcPts val="0"/>
              </a:spcBef>
              <a:spcAft>
                <a:spcPts val="0"/>
              </a:spcAft>
              <a:buSzPts val="2400"/>
              <a:buFont typeface="Raleway"/>
              <a:buNone/>
              <a:defRPr b="1" sz="2400">
                <a:latin typeface="Raleway"/>
                <a:ea typeface="Raleway"/>
                <a:cs typeface="Raleway"/>
                <a:sym typeface="Raleway"/>
              </a:defRPr>
            </a:lvl2pPr>
            <a:lvl3pPr lvl="2">
              <a:lnSpc>
                <a:spcPct val="100000"/>
              </a:lnSpc>
              <a:spcBef>
                <a:spcPts val="0"/>
              </a:spcBef>
              <a:spcAft>
                <a:spcPts val="0"/>
              </a:spcAft>
              <a:buSzPts val="2400"/>
              <a:buFont typeface="Raleway"/>
              <a:buNone/>
              <a:defRPr b="1" sz="2400">
                <a:latin typeface="Raleway"/>
                <a:ea typeface="Raleway"/>
                <a:cs typeface="Raleway"/>
                <a:sym typeface="Raleway"/>
              </a:defRPr>
            </a:lvl3pPr>
            <a:lvl4pPr lvl="3">
              <a:lnSpc>
                <a:spcPct val="100000"/>
              </a:lnSpc>
              <a:spcBef>
                <a:spcPts val="0"/>
              </a:spcBef>
              <a:spcAft>
                <a:spcPts val="0"/>
              </a:spcAft>
              <a:buSzPts val="2400"/>
              <a:buFont typeface="Raleway"/>
              <a:buNone/>
              <a:defRPr b="1" sz="2400">
                <a:latin typeface="Raleway"/>
                <a:ea typeface="Raleway"/>
                <a:cs typeface="Raleway"/>
                <a:sym typeface="Raleway"/>
              </a:defRPr>
            </a:lvl4pPr>
            <a:lvl5pPr lvl="4">
              <a:lnSpc>
                <a:spcPct val="100000"/>
              </a:lnSpc>
              <a:spcBef>
                <a:spcPts val="0"/>
              </a:spcBef>
              <a:spcAft>
                <a:spcPts val="0"/>
              </a:spcAft>
              <a:buSzPts val="2400"/>
              <a:buFont typeface="Raleway"/>
              <a:buNone/>
              <a:defRPr b="1" sz="2400">
                <a:latin typeface="Raleway"/>
                <a:ea typeface="Raleway"/>
                <a:cs typeface="Raleway"/>
                <a:sym typeface="Raleway"/>
              </a:defRPr>
            </a:lvl5pPr>
            <a:lvl6pPr lvl="5">
              <a:lnSpc>
                <a:spcPct val="100000"/>
              </a:lnSpc>
              <a:spcBef>
                <a:spcPts val="0"/>
              </a:spcBef>
              <a:spcAft>
                <a:spcPts val="0"/>
              </a:spcAft>
              <a:buSzPts val="2400"/>
              <a:buFont typeface="Raleway"/>
              <a:buNone/>
              <a:defRPr b="1" sz="2400">
                <a:latin typeface="Raleway"/>
                <a:ea typeface="Raleway"/>
                <a:cs typeface="Raleway"/>
                <a:sym typeface="Raleway"/>
              </a:defRPr>
            </a:lvl6pPr>
            <a:lvl7pPr lvl="6">
              <a:lnSpc>
                <a:spcPct val="100000"/>
              </a:lnSpc>
              <a:spcBef>
                <a:spcPts val="0"/>
              </a:spcBef>
              <a:spcAft>
                <a:spcPts val="0"/>
              </a:spcAft>
              <a:buSzPts val="2400"/>
              <a:buFont typeface="Raleway"/>
              <a:buNone/>
              <a:defRPr b="1" sz="2400">
                <a:latin typeface="Raleway"/>
                <a:ea typeface="Raleway"/>
                <a:cs typeface="Raleway"/>
                <a:sym typeface="Raleway"/>
              </a:defRPr>
            </a:lvl7pPr>
            <a:lvl8pPr lvl="7">
              <a:lnSpc>
                <a:spcPct val="100000"/>
              </a:lnSpc>
              <a:spcBef>
                <a:spcPts val="0"/>
              </a:spcBef>
              <a:spcAft>
                <a:spcPts val="0"/>
              </a:spcAft>
              <a:buSzPts val="2400"/>
              <a:buFont typeface="Raleway"/>
              <a:buNone/>
              <a:defRPr b="1" sz="2400">
                <a:latin typeface="Raleway"/>
                <a:ea typeface="Raleway"/>
                <a:cs typeface="Raleway"/>
                <a:sym typeface="Raleway"/>
              </a:defRPr>
            </a:lvl8pPr>
            <a:lvl9pPr lvl="8">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48" name="Google Shape;148;p25"/>
          <p:cNvSpPr txBox="1"/>
          <p:nvPr>
            <p:ph idx="15" type="subTitle"/>
          </p:nvPr>
        </p:nvSpPr>
        <p:spPr>
          <a:xfrm>
            <a:off x="5892000" y="3544900"/>
            <a:ext cx="2532000" cy="499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nSpc>
                <a:spcPct val="100000"/>
              </a:lnSpc>
              <a:spcBef>
                <a:spcPts val="0"/>
              </a:spcBef>
              <a:spcAft>
                <a:spcPts val="0"/>
              </a:spcAft>
              <a:buSzPts val="2400"/>
              <a:buFont typeface="Raleway"/>
              <a:buNone/>
              <a:defRPr b="1" sz="2400">
                <a:latin typeface="Raleway"/>
                <a:ea typeface="Raleway"/>
                <a:cs typeface="Raleway"/>
                <a:sym typeface="Raleway"/>
              </a:defRPr>
            </a:lvl2pPr>
            <a:lvl3pPr lvl="2">
              <a:lnSpc>
                <a:spcPct val="100000"/>
              </a:lnSpc>
              <a:spcBef>
                <a:spcPts val="0"/>
              </a:spcBef>
              <a:spcAft>
                <a:spcPts val="0"/>
              </a:spcAft>
              <a:buSzPts val="2400"/>
              <a:buFont typeface="Raleway"/>
              <a:buNone/>
              <a:defRPr b="1" sz="2400">
                <a:latin typeface="Raleway"/>
                <a:ea typeface="Raleway"/>
                <a:cs typeface="Raleway"/>
                <a:sym typeface="Raleway"/>
              </a:defRPr>
            </a:lvl3pPr>
            <a:lvl4pPr lvl="3">
              <a:lnSpc>
                <a:spcPct val="100000"/>
              </a:lnSpc>
              <a:spcBef>
                <a:spcPts val="0"/>
              </a:spcBef>
              <a:spcAft>
                <a:spcPts val="0"/>
              </a:spcAft>
              <a:buSzPts val="2400"/>
              <a:buFont typeface="Raleway"/>
              <a:buNone/>
              <a:defRPr b="1" sz="2400">
                <a:latin typeface="Raleway"/>
                <a:ea typeface="Raleway"/>
                <a:cs typeface="Raleway"/>
                <a:sym typeface="Raleway"/>
              </a:defRPr>
            </a:lvl4pPr>
            <a:lvl5pPr lvl="4">
              <a:lnSpc>
                <a:spcPct val="100000"/>
              </a:lnSpc>
              <a:spcBef>
                <a:spcPts val="0"/>
              </a:spcBef>
              <a:spcAft>
                <a:spcPts val="0"/>
              </a:spcAft>
              <a:buSzPts val="2400"/>
              <a:buFont typeface="Raleway"/>
              <a:buNone/>
              <a:defRPr b="1" sz="2400">
                <a:latin typeface="Raleway"/>
                <a:ea typeface="Raleway"/>
                <a:cs typeface="Raleway"/>
                <a:sym typeface="Raleway"/>
              </a:defRPr>
            </a:lvl5pPr>
            <a:lvl6pPr lvl="5">
              <a:lnSpc>
                <a:spcPct val="100000"/>
              </a:lnSpc>
              <a:spcBef>
                <a:spcPts val="0"/>
              </a:spcBef>
              <a:spcAft>
                <a:spcPts val="0"/>
              </a:spcAft>
              <a:buSzPts val="2400"/>
              <a:buFont typeface="Raleway"/>
              <a:buNone/>
              <a:defRPr b="1" sz="2400">
                <a:latin typeface="Raleway"/>
                <a:ea typeface="Raleway"/>
                <a:cs typeface="Raleway"/>
                <a:sym typeface="Raleway"/>
              </a:defRPr>
            </a:lvl6pPr>
            <a:lvl7pPr lvl="6">
              <a:lnSpc>
                <a:spcPct val="100000"/>
              </a:lnSpc>
              <a:spcBef>
                <a:spcPts val="0"/>
              </a:spcBef>
              <a:spcAft>
                <a:spcPts val="0"/>
              </a:spcAft>
              <a:buSzPts val="2400"/>
              <a:buFont typeface="Raleway"/>
              <a:buNone/>
              <a:defRPr b="1" sz="2400">
                <a:latin typeface="Raleway"/>
                <a:ea typeface="Raleway"/>
                <a:cs typeface="Raleway"/>
                <a:sym typeface="Raleway"/>
              </a:defRPr>
            </a:lvl7pPr>
            <a:lvl8pPr lvl="7">
              <a:lnSpc>
                <a:spcPct val="100000"/>
              </a:lnSpc>
              <a:spcBef>
                <a:spcPts val="0"/>
              </a:spcBef>
              <a:spcAft>
                <a:spcPts val="0"/>
              </a:spcAft>
              <a:buSzPts val="2400"/>
              <a:buFont typeface="Raleway"/>
              <a:buNone/>
              <a:defRPr b="1" sz="2400">
                <a:latin typeface="Raleway"/>
                <a:ea typeface="Raleway"/>
                <a:cs typeface="Raleway"/>
                <a:sym typeface="Raleway"/>
              </a:defRPr>
            </a:lvl8pPr>
            <a:lvl9pPr lvl="8">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149" name="Google Shape;149;p25"/>
          <p:cNvGrpSpPr/>
          <p:nvPr/>
        </p:nvGrpSpPr>
        <p:grpSpPr>
          <a:xfrm>
            <a:off x="0" y="4"/>
            <a:ext cx="9144004" cy="5143496"/>
            <a:chOff x="0" y="4"/>
            <a:chExt cx="9144004" cy="5143496"/>
          </a:xfrm>
        </p:grpSpPr>
        <p:pic>
          <p:nvPicPr>
            <p:cNvPr id="150" name="Google Shape;150;p25"/>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151" name="Google Shape;151;p25"/>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152" name="Google Shape;152;p25"/>
          <p:cNvGrpSpPr/>
          <p:nvPr/>
        </p:nvGrpSpPr>
        <p:grpSpPr>
          <a:xfrm flipH="1" rot="-10539848">
            <a:off x="6108563" y="4049075"/>
            <a:ext cx="4573901" cy="3479217"/>
            <a:chOff x="1522650" y="1117750"/>
            <a:chExt cx="4574075" cy="3479350"/>
          </a:xfrm>
        </p:grpSpPr>
        <p:sp>
          <p:nvSpPr>
            <p:cNvPr id="153" name="Google Shape;153;p25"/>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5"/>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55" name="Shape 155"/>
        <p:cNvGrpSpPr/>
        <p:nvPr/>
      </p:nvGrpSpPr>
      <p:grpSpPr>
        <a:xfrm>
          <a:off x="0" y="0"/>
          <a:ext cx="0" cy="0"/>
          <a:chOff x="0" y="0"/>
          <a:chExt cx="0" cy="0"/>
        </a:xfrm>
      </p:grpSpPr>
      <p:grpSp>
        <p:nvGrpSpPr>
          <p:cNvPr id="156" name="Google Shape;156;p26"/>
          <p:cNvGrpSpPr/>
          <p:nvPr/>
        </p:nvGrpSpPr>
        <p:grpSpPr>
          <a:xfrm>
            <a:off x="0" y="0"/>
            <a:ext cx="9144001" cy="5143500"/>
            <a:chOff x="0" y="0"/>
            <a:chExt cx="9144001" cy="5143500"/>
          </a:xfrm>
        </p:grpSpPr>
        <p:pic>
          <p:nvPicPr>
            <p:cNvPr id="157" name="Google Shape;157;p26"/>
            <p:cNvPicPr preferRelativeResize="0"/>
            <p:nvPr/>
          </p:nvPicPr>
          <p:blipFill>
            <a:blip r:embed="rId2">
              <a:alphaModFix/>
            </a:blip>
            <a:stretch>
              <a:fillRect/>
            </a:stretch>
          </p:blipFill>
          <p:spPr>
            <a:xfrm flipH="1" rot="10800000">
              <a:off x="0" y="2052950"/>
              <a:ext cx="4220500" cy="3090550"/>
            </a:xfrm>
            <a:prstGeom prst="rect">
              <a:avLst/>
            </a:prstGeom>
            <a:noFill/>
            <a:ln>
              <a:noFill/>
            </a:ln>
          </p:spPr>
        </p:pic>
        <p:pic>
          <p:nvPicPr>
            <p:cNvPr id="158" name="Google Shape;158;p26"/>
            <p:cNvPicPr preferRelativeResize="0"/>
            <p:nvPr/>
          </p:nvPicPr>
          <p:blipFill>
            <a:blip r:embed="rId3">
              <a:alphaModFix/>
            </a:blip>
            <a:stretch>
              <a:fillRect/>
            </a:stretch>
          </p:blipFill>
          <p:spPr>
            <a:xfrm flipH="1" rot="10800000">
              <a:off x="6764924" y="0"/>
              <a:ext cx="2379077" cy="3237334"/>
            </a:xfrm>
            <a:prstGeom prst="rect">
              <a:avLst/>
            </a:prstGeom>
            <a:noFill/>
            <a:ln>
              <a:noFill/>
            </a:ln>
          </p:spPr>
        </p:pic>
      </p:grpSp>
      <p:grpSp>
        <p:nvGrpSpPr>
          <p:cNvPr id="159" name="Google Shape;159;p26"/>
          <p:cNvGrpSpPr/>
          <p:nvPr/>
        </p:nvGrpSpPr>
        <p:grpSpPr>
          <a:xfrm rot="10800000">
            <a:off x="6704226" y="3811697"/>
            <a:ext cx="4574075" cy="3479350"/>
            <a:chOff x="1522650" y="1117750"/>
            <a:chExt cx="4574075" cy="3479350"/>
          </a:xfrm>
        </p:grpSpPr>
        <p:sp>
          <p:nvSpPr>
            <p:cNvPr id="160" name="Google Shape;160;p26"/>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6"/>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2" name="Google Shape;162;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163" name="Shape 163"/>
        <p:cNvGrpSpPr/>
        <p:nvPr/>
      </p:nvGrpSpPr>
      <p:grpSpPr>
        <a:xfrm>
          <a:off x="0" y="0"/>
          <a:ext cx="0" cy="0"/>
          <a:chOff x="0" y="0"/>
          <a:chExt cx="0" cy="0"/>
        </a:xfrm>
      </p:grpSpPr>
      <p:grpSp>
        <p:nvGrpSpPr>
          <p:cNvPr id="164" name="Google Shape;164;p27"/>
          <p:cNvGrpSpPr/>
          <p:nvPr/>
        </p:nvGrpSpPr>
        <p:grpSpPr>
          <a:xfrm>
            <a:off x="0" y="4"/>
            <a:ext cx="9144004" cy="5143496"/>
            <a:chOff x="0" y="4"/>
            <a:chExt cx="9144004" cy="5143496"/>
          </a:xfrm>
        </p:grpSpPr>
        <p:pic>
          <p:nvPicPr>
            <p:cNvPr id="165" name="Google Shape;165;p27"/>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166" name="Google Shape;166;p27"/>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167" name="Google Shape;167;p27"/>
          <p:cNvGrpSpPr/>
          <p:nvPr/>
        </p:nvGrpSpPr>
        <p:grpSpPr>
          <a:xfrm flipH="1" rot="-10539848">
            <a:off x="6108563" y="4049075"/>
            <a:ext cx="4573901" cy="3479217"/>
            <a:chOff x="1522650" y="1117750"/>
            <a:chExt cx="4574075" cy="3479350"/>
          </a:xfrm>
        </p:grpSpPr>
        <p:sp>
          <p:nvSpPr>
            <p:cNvPr id="168" name="Google Shape;168;p2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0" name="Google Shape;170;p27"/>
          <p:cNvSpPr txBox="1"/>
          <p:nvPr>
            <p:ph type="title"/>
          </p:nvPr>
        </p:nvSpPr>
        <p:spPr>
          <a:xfrm>
            <a:off x="3889175" y="1000050"/>
            <a:ext cx="3205500" cy="10554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71" name="Google Shape;171;p27"/>
          <p:cNvSpPr txBox="1"/>
          <p:nvPr>
            <p:ph idx="1" type="subTitle"/>
          </p:nvPr>
        </p:nvSpPr>
        <p:spPr>
          <a:xfrm>
            <a:off x="3889175" y="2131950"/>
            <a:ext cx="4185300" cy="2011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AutoNum type="arabicPeriod"/>
              <a:defRPr/>
            </a:lvl1pPr>
            <a:lvl2pPr lvl="1" algn="ctr">
              <a:lnSpc>
                <a:spcPct val="100000"/>
              </a:lnSpc>
              <a:spcBef>
                <a:spcPts val="0"/>
              </a:spcBef>
              <a:spcAft>
                <a:spcPts val="0"/>
              </a:spcAft>
              <a:buSzPts val="1200"/>
              <a:buAutoNum type="alphaLcPeriod"/>
              <a:defRPr/>
            </a:lvl2pPr>
            <a:lvl3pPr lvl="2" algn="ctr">
              <a:lnSpc>
                <a:spcPct val="100000"/>
              </a:lnSpc>
              <a:spcBef>
                <a:spcPts val="0"/>
              </a:spcBef>
              <a:spcAft>
                <a:spcPts val="0"/>
              </a:spcAft>
              <a:buSzPts val="1200"/>
              <a:buAutoNum type="romanLcPeriod"/>
              <a:defRPr/>
            </a:lvl3pPr>
            <a:lvl4pPr lvl="3" algn="ctr">
              <a:lnSpc>
                <a:spcPct val="100000"/>
              </a:lnSpc>
              <a:spcBef>
                <a:spcPts val="0"/>
              </a:spcBef>
              <a:spcAft>
                <a:spcPts val="0"/>
              </a:spcAft>
              <a:buSzPts val="1200"/>
              <a:buAutoNum type="arabicPeriod"/>
              <a:defRPr/>
            </a:lvl4pPr>
            <a:lvl5pPr lvl="4" algn="ctr">
              <a:lnSpc>
                <a:spcPct val="100000"/>
              </a:lnSpc>
              <a:spcBef>
                <a:spcPts val="0"/>
              </a:spcBef>
              <a:spcAft>
                <a:spcPts val="0"/>
              </a:spcAft>
              <a:buSzPts val="1200"/>
              <a:buAutoNum type="alphaLcPeriod"/>
              <a:defRPr/>
            </a:lvl5pPr>
            <a:lvl6pPr lvl="5" algn="ctr">
              <a:lnSpc>
                <a:spcPct val="100000"/>
              </a:lnSpc>
              <a:spcBef>
                <a:spcPts val="0"/>
              </a:spcBef>
              <a:spcAft>
                <a:spcPts val="0"/>
              </a:spcAft>
              <a:buSzPts val="1200"/>
              <a:buAutoNum type="romanLcPeriod"/>
              <a:defRPr/>
            </a:lvl6pPr>
            <a:lvl7pPr lvl="6" algn="ctr">
              <a:lnSpc>
                <a:spcPct val="100000"/>
              </a:lnSpc>
              <a:spcBef>
                <a:spcPts val="0"/>
              </a:spcBef>
              <a:spcAft>
                <a:spcPts val="0"/>
              </a:spcAft>
              <a:buSzPts val="1200"/>
              <a:buAutoNum type="arabicPeriod"/>
              <a:defRPr/>
            </a:lvl7pPr>
            <a:lvl8pPr lvl="7" algn="ctr">
              <a:lnSpc>
                <a:spcPct val="100000"/>
              </a:lnSpc>
              <a:spcBef>
                <a:spcPts val="0"/>
              </a:spcBef>
              <a:spcAft>
                <a:spcPts val="0"/>
              </a:spcAft>
              <a:buSzPts val="1200"/>
              <a:buAutoNum type="alphaLcPeriod"/>
              <a:defRPr/>
            </a:lvl8pPr>
            <a:lvl9pPr lvl="8" algn="ctr">
              <a:lnSpc>
                <a:spcPct val="100000"/>
              </a:lnSpc>
              <a:spcBef>
                <a:spcPts val="0"/>
              </a:spcBef>
              <a:spcAft>
                <a:spcPts val="0"/>
              </a:spcAft>
              <a:buSzPts val="1200"/>
              <a:buAutoNum type="romanLcPeriod"/>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
    <p:spTree>
      <p:nvGrpSpPr>
        <p:cNvPr id="172" name="Shape 172"/>
        <p:cNvGrpSpPr/>
        <p:nvPr/>
      </p:nvGrpSpPr>
      <p:grpSpPr>
        <a:xfrm>
          <a:off x="0" y="0"/>
          <a:ext cx="0" cy="0"/>
          <a:chOff x="0" y="0"/>
          <a:chExt cx="0" cy="0"/>
        </a:xfrm>
      </p:grpSpPr>
      <p:grpSp>
        <p:nvGrpSpPr>
          <p:cNvPr id="173" name="Google Shape;173;p28"/>
          <p:cNvGrpSpPr/>
          <p:nvPr/>
        </p:nvGrpSpPr>
        <p:grpSpPr>
          <a:xfrm>
            <a:off x="0" y="0"/>
            <a:ext cx="9144001" cy="5143500"/>
            <a:chOff x="0" y="0"/>
            <a:chExt cx="9144001" cy="5143500"/>
          </a:xfrm>
        </p:grpSpPr>
        <p:pic>
          <p:nvPicPr>
            <p:cNvPr id="174" name="Google Shape;174;p28"/>
            <p:cNvPicPr preferRelativeResize="0"/>
            <p:nvPr/>
          </p:nvPicPr>
          <p:blipFill>
            <a:blip r:embed="rId2">
              <a:alphaModFix/>
            </a:blip>
            <a:stretch>
              <a:fillRect/>
            </a:stretch>
          </p:blipFill>
          <p:spPr>
            <a:xfrm flipH="1" rot="10800000">
              <a:off x="0" y="2052950"/>
              <a:ext cx="4220500" cy="3090550"/>
            </a:xfrm>
            <a:prstGeom prst="rect">
              <a:avLst/>
            </a:prstGeom>
            <a:noFill/>
            <a:ln>
              <a:noFill/>
            </a:ln>
          </p:spPr>
        </p:pic>
        <p:pic>
          <p:nvPicPr>
            <p:cNvPr id="175" name="Google Shape;175;p28"/>
            <p:cNvPicPr preferRelativeResize="0"/>
            <p:nvPr/>
          </p:nvPicPr>
          <p:blipFill>
            <a:blip r:embed="rId3">
              <a:alphaModFix/>
            </a:blip>
            <a:stretch>
              <a:fillRect/>
            </a:stretch>
          </p:blipFill>
          <p:spPr>
            <a:xfrm flipH="1" rot="10800000">
              <a:off x="6764924" y="0"/>
              <a:ext cx="2379077" cy="3237334"/>
            </a:xfrm>
            <a:prstGeom prst="rect">
              <a:avLst/>
            </a:prstGeom>
            <a:noFill/>
            <a:ln>
              <a:noFill/>
            </a:ln>
          </p:spPr>
        </p:pic>
      </p:grpSp>
      <p:grpSp>
        <p:nvGrpSpPr>
          <p:cNvPr id="176" name="Google Shape;176;p28"/>
          <p:cNvGrpSpPr/>
          <p:nvPr/>
        </p:nvGrpSpPr>
        <p:grpSpPr>
          <a:xfrm rot="10800000">
            <a:off x="6704226" y="3811697"/>
            <a:ext cx="4574075" cy="3479350"/>
            <a:chOff x="1522650" y="1117750"/>
            <a:chExt cx="4574075" cy="3479350"/>
          </a:xfrm>
        </p:grpSpPr>
        <p:sp>
          <p:nvSpPr>
            <p:cNvPr id="177" name="Google Shape;177;p28"/>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8"/>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9" name="Google Shape;179;p28"/>
          <p:cNvSpPr txBox="1"/>
          <p:nvPr>
            <p:ph type="title"/>
          </p:nvPr>
        </p:nvSpPr>
        <p:spPr>
          <a:xfrm>
            <a:off x="713225" y="707075"/>
            <a:ext cx="2345400" cy="9744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80" name="Google Shape;180;p28"/>
          <p:cNvSpPr txBox="1"/>
          <p:nvPr>
            <p:ph idx="1" type="subTitle"/>
          </p:nvPr>
        </p:nvSpPr>
        <p:spPr>
          <a:xfrm>
            <a:off x="713225" y="1606775"/>
            <a:ext cx="2345400" cy="1127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81" name="Google Shape;181;p28"/>
          <p:cNvSpPr/>
          <p:nvPr>
            <p:ph idx="2" type="pic"/>
          </p:nvPr>
        </p:nvSpPr>
        <p:spPr>
          <a:xfrm>
            <a:off x="5588500" y="539500"/>
            <a:ext cx="2801100" cy="4064700"/>
          </a:xfrm>
          <a:prstGeom prst="roundRect">
            <a:avLst>
              <a:gd fmla="val 16667" name="adj"/>
            </a:avLst>
          </a:prstGeom>
          <a:noFill/>
          <a:ln>
            <a:noFill/>
          </a:ln>
        </p:spPr>
      </p:sp>
      <p:sp>
        <p:nvSpPr>
          <p:cNvPr id="182" name="Google Shape;182;p28"/>
          <p:cNvSpPr/>
          <p:nvPr>
            <p:ph idx="3" type="pic"/>
          </p:nvPr>
        </p:nvSpPr>
        <p:spPr>
          <a:xfrm>
            <a:off x="3171450" y="539500"/>
            <a:ext cx="2304300" cy="2285700"/>
          </a:xfrm>
          <a:prstGeom prst="roundRect">
            <a:avLst>
              <a:gd fmla="val 16667" name="adj"/>
            </a:avLst>
          </a:prstGeom>
          <a:noFill/>
          <a:ln>
            <a:noFill/>
          </a:ln>
        </p:spPr>
      </p:sp>
      <p:sp>
        <p:nvSpPr>
          <p:cNvPr id="183" name="Google Shape;183;p28"/>
          <p:cNvSpPr/>
          <p:nvPr>
            <p:ph idx="4" type="pic"/>
          </p:nvPr>
        </p:nvSpPr>
        <p:spPr>
          <a:xfrm>
            <a:off x="3171450" y="2953775"/>
            <a:ext cx="2304300" cy="1650300"/>
          </a:xfrm>
          <a:prstGeom prst="roundRect">
            <a:avLst>
              <a:gd fmla="val 16667" name="adj"/>
            </a:avLst>
          </a:prstGeom>
          <a:noFill/>
          <a:ln>
            <a:noFill/>
          </a:ln>
        </p:spPr>
      </p:sp>
      <p:sp>
        <p:nvSpPr>
          <p:cNvPr id="184" name="Google Shape;184;p28"/>
          <p:cNvSpPr/>
          <p:nvPr>
            <p:ph idx="5" type="pic"/>
          </p:nvPr>
        </p:nvSpPr>
        <p:spPr>
          <a:xfrm>
            <a:off x="754400" y="2953775"/>
            <a:ext cx="2304300" cy="1650300"/>
          </a:xfrm>
          <a:prstGeom prst="roundRect">
            <a:avLst>
              <a:gd fmla="val 16667" name="adj"/>
            </a:avLst>
          </a:prstGeom>
          <a:no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2">
    <p:spTree>
      <p:nvGrpSpPr>
        <p:cNvPr id="185" name="Shape 185"/>
        <p:cNvGrpSpPr/>
        <p:nvPr/>
      </p:nvGrpSpPr>
      <p:grpSpPr>
        <a:xfrm>
          <a:off x="0" y="0"/>
          <a:ext cx="0" cy="0"/>
          <a:chOff x="0" y="0"/>
          <a:chExt cx="0" cy="0"/>
        </a:xfrm>
      </p:grpSpPr>
      <p:grpSp>
        <p:nvGrpSpPr>
          <p:cNvPr id="186" name="Google Shape;186;p29"/>
          <p:cNvGrpSpPr/>
          <p:nvPr/>
        </p:nvGrpSpPr>
        <p:grpSpPr>
          <a:xfrm>
            <a:off x="0" y="4"/>
            <a:ext cx="9144004" cy="5143496"/>
            <a:chOff x="0" y="4"/>
            <a:chExt cx="9144004" cy="5143496"/>
          </a:xfrm>
        </p:grpSpPr>
        <p:pic>
          <p:nvPicPr>
            <p:cNvPr id="187" name="Google Shape;187;p29"/>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188" name="Google Shape;188;p29"/>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189" name="Google Shape;189;p29"/>
          <p:cNvGrpSpPr/>
          <p:nvPr/>
        </p:nvGrpSpPr>
        <p:grpSpPr>
          <a:xfrm flipH="1" rot="-10539848">
            <a:off x="6108563" y="4049075"/>
            <a:ext cx="4573901" cy="3479217"/>
            <a:chOff x="1522650" y="1117750"/>
            <a:chExt cx="4574075" cy="3479350"/>
          </a:xfrm>
        </p:grpSpPr>
        <p:sp>
          <p:nvSpPr>
            <p:cNvPr id="190" name="Google Shape;190;p29"/>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9"/>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2" name="Google Shape;192;p2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3" name="Google Shape;193;p29"/>
          <p:cNvSpPr txBox="1"/>
          <p:nvPr>
            <p:ph idx="1" type="subTitle"/>
          </p:nvPr>
        </p:nvSpPr>
        <p:spPr>
          <a:xfrm>
            <a:off x="719975" y="1164450"/>
            <a:ext cx="3748800" cy="1188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Char char="●"/>
              <a:defRPr/>
            </a:lvl1pPr>
            <a:lvl2pPr lvl="1">
              <a:spcBef>
                <a:spcPts val="0"/>
              </a:spcBef>
              <a:spcAft>
                <a:spcPts val="0"/>
              </a:spcAft>
              <a:buSzPts val="1200"/>
              <a:buChar char="○"/>
              <a:defRPr/>
            </a:lvl2pPr>
            <a:lvl3pPr lvl="2">
              <a:spcBef>
                <a:spcPts val="0"/>
              </a:spcBef>
              <a:spcAft>
                <a:spcPts val="0"/>
              </a:spcAft>
              <a:buSzPts val="1200"/>
              <a:buChar char="■"/>
              <a:defRPr/>
            </a:lvl3pPr>
            <a:lvl4pPr lvl="3">
              <a:spcBef>
                <a:spcPts val="0"/>
              </a:spcBef>
              <a:spcAft>
                <a:spcPts val="0"/>
              </a:spcAft>
              <a:buSzPts val="1200"/>
              <a:buChar char="●"/>
              <a:defRPr/>
            </a:lvl4pPr>
            <a:lvl5pPr lvl="4">
              <a:spcBef>
                <a:spcPts val="0"/>
              </a:spcBef>
              <a:spcAft>
                <a:spcPts val="0"/>
              </a:spcAft>
              <a:buSzPts val="1200"/>
              <a:buChar char="○"/>
              <a:defRPr/>
            </a:lvl5pPr>
            <a:lvl6pPr lvl="5">
              <a:spcBef>
                <a:spcPts val="0"/>
              </a:spcBef>
              <a:spcAft>
                <a:spcPts val="0"/>
              </a:spcAft>
              <a:buSzPts val="1200"/>
              <a:buChar char="■"/>
              <a:defRPr/>
            </a:lvl6pPr>
            <a:lvl7pPr lvl="6">
              <a:spcBef>
                <a:spcPts val="0"/>
              </a:spcBef>
              <a:spcAft>
                <a:spcPts val="0"/>
              </a:spcAft>
              <a:buSzPts val="1200"/>
              <a:buChar char="●"/>
              <a:defRPr/>
            </a:lvl7pPr>
            <a:lvl8pPr lvl="7">
              <a:spcBef>
                <a:spcPts val="0"/>
              </a:spcBef>
              <a:spcAft>
                <a:spcPts val="0"/>
              </a:spcAft>
              <a:buSzPts val="1200"/>
              <a:buChar char="○"/>
              <a:defRPr/>
            </a:lvl8pPr>
            <a:lvl9pPr lvl="8">
              <a:spcBef>
                <a:spcPts val="0"/>
              </a:spcBef>
              <a:spcAft>
                <a:spcPts val="0"/>
              </a:spcAft>
              <a:buSzPts val="12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3">
    <p:spTree>
      <p:nvGrpSpPr>
        <p:cNvPr id="194" name="Shape 194"/>
        <p:cNvGrpSpPr/>
        <p:nvPr/>
      </p:nvGrpSpPr>
      <p:grpSpPr>
        <a:xfrm>
          <a:off x="0" y="0"/>
          <a:ext cx="0" cy="0"/>
          <a:chOff x="0" y="0"/>
          <a:chExt cx="0" cy="0"/>
        </a:xfrm>
      </p:grpSpPr>
      <p:grpSp>
        <p:nvGrpSpPr>
          <p:cNvPr id="195" name="Google Shape;195;p30"/>
          <p:cNvGrpSpPr/>
          <p:nvPr/>
        </p:nvGrpSpPr>
        <p:grpSpPr>
          <a:xfrm>
            <a:off x="0" y="0"/>
            <a:ext cx="9144001" cy="5143500"/>
            <a:chOff x="0" y="0"/>
            <a:chExt cx="9144001" cy="5143500"/>
          </a:xfrm>
        </p:grpSpPr>
        <p:pic>
          <p:nvPicPr>
            <p:cNvPr id="196" name="Google Shape;196;p30"/>
            <p:cNvPicPr preferRelativeResize="0"/>
            <p:nvPr/>
          </p:nvPicPr>
          <p:blipFill>
            <a:blip r:embed="rId2">
              <a:alphaModFix/>
            </a:blip>
            <a:stretch>
              <a:fillRect/>
            </a:stretch>
          </p:blipFill>
          <p:spPr>
            <a:xfrm flipH="1" rot="10800000">
              <a:off x="0" y="2052950"/>
              <a:ext cx="4220500" cy="3090550"/>
            </a:xfrm>
            <a:prstGeom prst="rect">
              <a:avLst/>
            </a:prstGeom>
            <a:noFill/>
            <a:ln>
              <a:noFill/>
            </a:ln>
          </p:spPr>
        </p:pic>
        <p:pic>
          <p:nvPicPr>
            <p:cNvPr id="197" name="Google Shape;197;p30"/>
            <p:cNvPicPr preferRelativeResize="0"/>
            <p:nvPr/>
          </p:nvPicPr>
          <p:blipFill>
            <a:blip r:embed="rId3">
              <a:alphaModFix/>
            </a:blip>
            <a:stretch>
              <a:fillRect/>
            </a:stretch>
          </p:blipFill>
          <p:spPr>
            <a:xfrm flipH="1" rot="10800000">
              <a:off x="6764924" y="0"/>
              <a:ext cx="2379077" cy="3237334"/>
            </a:xfrm>
            <a:prstGeom prst="rect">
              <a:avLst/>
            </a:prstGeom>
            <a:noFill/>
            <a:ln>
              <a:noFill/>
            </a:ln>
          </p:spPr>
        </p:pic>
      </p:grpSp>
      <p:grpSp>
        <p:nvGrpSpPr>
          <p:cNvPr id="198" name="Google Shape;198;p30"/>
          <p:cNvGrpSpPr/>
          <p:nvPr/>
        </p:nvGrpSpPr>
        <p:grpSpPr>
          <a:xfrm rot="10800000">
            <a:off x="6704226" y="3811697"/>
            <a:ext cx="4574075" cy="3479350"/>
            <a:chOff x="1522650" y="1117750"/>
            <a:chExt cx="4574075" cy="3479350"/>
          </a:xfrm>
        </p:grpSpPr>
        <p:sp>
          <p:nvSpPr>
            <p:cNvPr id="199" name="Google Shape;199;p30"/>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30"/>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1" name="Google Shape;201;p30"/>
          <p:cNvSpPr txBox="1"/>
          <p:nvPr>
            <p:ph idx="1" type="subTitle"/>
          </p:nvPr>
        </p:nvSpPr>
        <p:spPr>
          <a:xfrm>
            <a:off x="719975" y="1393800"/>
            <a:ext cx="5015400" cy="22035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Char char="●"/>
              <a:defRPr/>
            </a:lvl1pPr>
            <a:lvl2pPr lvl="1">
              <a:spcBef>
                <a:spcPts val="0"/>
              </a:spcBef>
              <a:spcAft>
                <a:spcPts val="0"/>
              </a:spcAft>
              <a:buSzPts val="1200"/>
              <a:buChar char="○"/>
              <a:defRPr/>
            </a:lvl2pPr>
            <a:lvl3pPr lvl="2">
              <a:spcBef>
                <a:spcPts val="0"/>
              </a:spcBef>
              <a:spcAft>
                <a:spcPts val="0"/>
              </a:spcAft>
              <a:buSzPts val="1200"/>
              <a:buChar char="■"/>
              <a:defRPr/>
            </a:lvl3pPr>
            <a:lvl4pPr lvl="3">
              <a:spcBef>
                <a:spcPts val="0"/>
              </a:spcBef>
              <a:spcAft>
                <a:spcPts val="0"/>
              </a:spcAft>
              <a:buSzPts val="1200"/>
              <a:buChar char="●"/>
              <a:defRPr/>
            </a:lvl4pPr>
            <a:lvl5pPr lvl="4">
              <a:spcBef>
                <a:spcPts val="0"/>
              </a:spcBef>
              <a:spcAft>
                <a:spcPts val="0"/>
              </a:spcAft>
              <a:buSzPts val="1200"/>
              <a:buChar char="○"/>
              <a:defRPr/>
            </a:lvl5pPr>
            <a:lvl6pPr lvl="5">
              <a:spcBef>
                <a:spcPts val="0"/>
              </a:spcBef>
              <a:spcAft>
                <a:spcPts val="0"/>
              </a:spcAft>
              <a:buSzPts val="1200"/>
              <a:buChar char="■"/>
              <a:defRPr/>
            </a:lvl6pPr>
            <a:lvl7pPr lvl="6">
              <a:spcBef>
                <a:spcPts val="0"/>
              </a:spcBef>
              <a:spcAft>
                <a:spcPts val="0"/>
              </a:spcAft>
              <a:buSzPts val="1200"/>
              <a:buChar char="●"/>
              <a:defRPr/>
            </a:lvl7pPr>
            <a:lvl8pPr lvl="7">
              <a:spcBef>
                <a:spcPts val="0"/>
              </a:spcBef>
              <a:spcAft>
                <a:spcPts val="0"/>
              </a:spcAft>
              <a:buSzPts val="1200"/>
              <a:buChar char="○"/>
              <a:defRPr/>
            </a:lvl8pPr>
            <a:lvl9pPr lvl="8">
              <a:spcBef>
                <a:spcPts val="0"/>
              </a:spcBef>
              <a:spcAft>
                <a:spcPts val="0"/>
              </a:spcAft>
              <a:buSzPts val="1200"/>
              <a:buChar char="■"/>
              <a:defRPr/>
            </a:lvl9pPr>
          </a:lstStyle>
          <a:p/>
        </p:txBody>
      </p:sp>
      <p:sp>
        <p:nvSpPr>
          <p:cNvPr id="202" name="Google Shape;202;p3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03" name="Shape 203"/>
        <p:cNvGrpSpPr/>
        <p:nvPr/>
      </p:nvGrpSpPr>
      <p:grpSpPr>
        <a:xfrm>
          <a:off x="0" y="0"/>
          <a:ext cx="0" cy="0"/>
          <a:chOff x="0" y="0"/>
          <a:chExt cx="0" cy="0"/>
        </a:xfrm>
      </p:grpSpPr>
      <p:grpSp>
        <p:nvGrpSpPr>
          <p:cNvPr id="204" name="Google Shape;204;p31"/>
          <p:cNvGrpSpPr/>
          <p:nvPr/>
        </p:nvGrpSpPr>
        <p:grpSpPr>
          <a:xfrm>
            <a:off x="0" y="0"/>
            <a:ext cx="9144001" cy="5143500"/>
            <a:chOff x="0" y="0"/>
            <a:chExt cx="9144001" cy="5143500"/>
          </a:xfrm>
        </p:grpSpPr>
        <p:pic>
          <p:nvPicPr>
            <p:cNvPr id="205" name="Google Shape;205;p31"/>
            <p:cNvPicPr preferRelativeResize="0"/>
            <p:nvPr/>
          </p:nvPicPr>
          <p:blipFill>
            <a:blip r:embed="rId2">
              <a:alphaModFix/>
            </a:blip>
            <a:stretch>
              <a:fillRect/>
            </a:stretch>
          </p:blipFill>
          <p:spPr>
            <a:xfrm flipH="1" rot="10800000">
              <a:off x="0" y="2052950"/>
              <a:ext cx="4220500" cy="3090550"/>
            </a:xfrm>
            <a:prstGeom prst="rect">
              <a:avLst/>
            </a:prstGeom>
            <a:noFill/>
            <a:ln>
              <a:noFill/>
            </a:ln>
          </p:spPr>
        </p:pic>
        <p:pic>
          <p:nvPicPr>
            <p:cNvPr id="206" name="Google Shape;206;p31"/>
            <p:cNvPicPr preferRelativeResize="0"/>
            <p:nvPr/>
          </p:nvPicPr>
          <p:blipFill>
            <a:blip r:embed="rId3">
              <a:alphaModFix/>
            </a:blip>
            <a:stretch>
              <a:fillRect/>
            </a:stretch>
          </p:blipFill>
          <p:spPr>
            <a:xfrm flipH="1" rot="10800000">
              <a:off x="6764924" y="0"/>
              <a:ext cx="2379077" cy="3237334"/>
            </a:xfrm>
            <a:prstGeom prst="rect">
              <a:avLst/>
            </a:prstGeom>
            <a:noFill/>
            <a:ln>
              <a:noFill/>
            </a:ln>
          </p:spPr>
        </p:pic>
      </p:grpSp>
      <p:grpSp>
        <p:nvGrpSpPr>
          <p:cNvPr id="207" name="Google Shape;207;p31"/>
          <p:cNvGrpSpPr/>
          <p:nvPr/>
        </p:nvGrpSpPr>
        <p:grpSpPr>
          <a:xfrm rot="10800000">
            <a:off x="6704226" y="3811697"/>
            <a:ext cx="4574075" cy="3479350"/>
            <a:chOff x="1522650" y="1117750"/>
            <a:chExt cx="4574075" cy="3479350"/>
          </a:xfrm>
        </p:grpSpPr>
        <p:sp>
          <p:nvSpPr>
            <p:cNvPr id="208" name="Google Shape;208;p31"/>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31"/>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0" name="Google Shape;210;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11" name="Google Shape;211;p31"/>
          <p:cNvSpPr txBox="1"/>
          <p:nvPr>
            <p:ph idx="1" type="subTitle"/>
          </p:nvPr>
        </p:nvSpPr>
        <p:spPr>
          <a:xfrm>
            <a:off x="865525" y="2741725"/>
            <a:ext cx="2189400" cy="1862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12" name="Google Shape;212;p31"/>
          <p:cNvSpPr txBox="1"/>
          <p:nvPr>
            <p:ph idx="2" type="subTitle"/>
          </p:nvPr>
        </p:nvSpPr>
        <p:spPr>
          <a:xfrm>
            <a:off x="3433873" y="2741725"/>
            <a:ext cx="2189400" cy="1862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13" name="Google Shape;213;p31"/>
          <p:cNvSpPr txBox="1"/>
          <p:nvPr>
            <p:ph idx="3" type="subTitle"/>
          </p:nvPr>
        </p:nvSpPr>
        <p:spPr>
          <a:xfrm>
            <a:off x="6002228" y="2741725"/>
            <a:ext cx="2189400" cy="1862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14" name="Google Shape;214;p31"/>
          <p:cNvSpPr txBox="1"/>
          <p:nvPr>
            <p:ph idx="4" type="subTitle"/>
          </p:nvPr>
        </p:nvSpPr>
        <p:spPr>
          <a:xfrm>
            <a:off x="865525" y="2046500"/>
            <a:ext cx="2189400" cy="7083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15" name="Google Shape;215;p31"/>
          <p:cNvSpPr txBox="1"/>
          <p:nvPr>
            <p:ph idx="5" type="subTitle"/>
          </p:nvPr>
        </p:nvSpPr>
        <p:spPr>
          <a:xfrm>
            <a:off x="3433878" y="2046500"/>
            <a:ext cx="2189400" cy="7083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16" name="Google Shape;216;p31"/>
          <p:cNvSpPr txBox="1"/>
          <p:nvPr>
            <p:ph idx="6" type="subTitle"/>
          </p:nvPr>
        </p:nvSpPr>
        <p:spPr>
          <a:xfrm>
            <a:off x="6002231" y="2046500"/>
            <a:ext cx="2189400" cy="7083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17" name="Shape 217"/>
        <p:cNvGrpSpPr/>
        <p:nvPr/>
      </p:nvGrpSpPr>
      <p:grpSpPr>
        <a:xfrm>
          <a:off x="0" y="0"/>
          <a:ext cx="0" cy="0"/>
          <a:chOff x="0" y="0"/>
          <a:chExt cx="0" cy="0"/>
        </a:xfrm>
      </p:grpSpPr>
      <p:grpSp>
        <p:nvGrpSpPr>
          <p:cNvPr id="218" name="Google Shape;218;p32"/>
          <p:cNvGrpSpPr/>
          <p:nvPr/>
        </p:nvGrpSpPr>
        <p:grpSpPr>
          <a:xfrm>
            <a:off x="0" y="4"/>
            <a:ext cx="9144004" cy="5143496"/>
            <a:chOff x="0" y="4"/>
            <a:chExt cx="9144004" cy="5143496"/>
          </a:xfrm>
        </p:grpSpPr>
        <p:pic>
          <p:nvPicPr>
            <p:cNvPr id="219" name="Google Shape;219;p32"/>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220" name="Google Shape;220;p32"/>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221" name="Google Shape;221;p32"/>
          <p:cNvGrpSpPr/>
          <p:nvPr/>
        </p:nvGrpSpPr>
        <p:grpSpPr>
          <a:xfrm flipH="1" rot="-10539848">
            <a:off x="6108563" y="4049075"/>
            <a:ext cx="4573901" cy="3479217"/>
            <a:chOff x="1522650" y="1117750"/>
            <a:chExt cx="4574075" cy="3479350"/>
          </a:xfrm>
        </p:grpSpPr>
        <p:sp>
          <p:nvSpPr>
            <p:cNvPr id="222" name="Google Shape;222;p32"/>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32"/>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4" name="Google Shape;224;p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5" name="Google Shape;225;p32"/>
          <p:cNvSpPr txBox="1"/>
          <p:nvPr>
            <p:ph idx="1" type="subTitle"/>
          </p:nvPr>
        </p:nvSpPr>
        <p:spPr>
          <a:xfrm>
            <a:off x="1225674" y="1659425"/>
            <a:ext cx="3218700" cy="1207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26" name="Google Shape;226;p32"/>
          <p:cNvSpPr txBox="1"/>
          <p:nvPr>
            <p:ph idx="2" type="subTitle"/>
          </p:nvPr>
        </p:nvSpPr>
        <p:spPr>
          <a:xfrm>
            <a:off x="5052125" y="1659425"/>
            <a:ext cx="3218700" cy="1207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27" name="Google Shape;227;p32"/>
          <p:cNvSpPr txBox="1"/>
          <p:nvPr>
            <p:ph idx="3" type="subTitle"/>
          </p:nvPr>
        </p:nvSpPr>
        <p:spPr>
          <a:xfrm>
            <a:off x="1225674" y="3320000"/>
            <a:ext cx="3218700" cy="1207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28" name="Google Shape;228;p32"/>
          <p:cNvSpPr txBox="1"/>
          <p:nvPr>
            <p:ph idx="4" type="subTitle"/>
          </p:nvPr>
        </p:nvSpPr>
        <p:spPr>
          <a:xfrm>
            <a:off x="5052125" y="3320000"/>
            <a:ext cx="3218700" cy="1207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29" name="Google Shape;229;p32"/>
          <p:cNvSpPr txBox="1"/>
          <p:nvPr>
            <p:ph idx="5" type="subTitle"/>
          </p:nvPr>
        </p:nvSpPr>
        <p:spPr>
          <a:xfrm>
            <a:off x="1225675" y="1331675"/>
            <a:ext cx="3218700" cy="411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30" name="Google Shape;230;p32"/>
          <p:cNvSpPr txBox="1"/>
          <p:nvPr>
            <p:ph idx="6" type="subTitle"/>
          </p:nvPr>
        </p:nvSpPr>
        <p:spPr>
          <a:xfrm>
            <a:off x="1225675" y="2992275"/>
            <a:ext cx="3218700" cy="411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31" name="Google Shape;231;p32"/>
          <p:cNvSpPr txBox="1"/>
          <p:nvPr>
            <p:ph idx="7" type="subTitle"/>
          </p:nvPr>
        </p:nvSpPr>
        <p:spPr>
          <a:xfrm>
            <a:off x="5052099" y="1331675"/>
            <a:ext cx="3218700" cy="411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32" name="Google Shape;232;p32"/>
          <p:cNvSpPr txBox="1"/>
          <p:nvPr>
            <p:ph idx="8" type="subTitle"/>
          </p:nvPr>
        </p:nvSpPr>
        <p:spPr>
          <a:xfrm>
            <a:off x="5052099" y="2992275"/>
            <a:ext cx="3218700" cy="411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33" name="Shape 233"/>
        <p:cNvGrpSpPr/>
        <p:nvPr/>
      </p:nvGrpSpPr>
      <p:grpSpPr>
        <a:xfrm>
          <a:off x="0" y="0"/>
          <a:ext cx="0" cy="0"/>
          <a:chOff x="0" y="0"/>
          <a:chExt cx="0" cy="0"/>
        </a:xfrm>
      </p:grpSpPr>
      <p:grpSp>
        <p:nvGrpSpPr>
          <p:cNvPr id="234" name="Google Shape;234;p33"/>
          <p:cNvGrpSpPr/>
          <p:nvPr/>
        </p:nvGrpSpPr>
        <p:grpSpPr>
          <a:xfrm>
            <a:off x="0" y="0"/>
            <a:ext cx="9144001" cy="5143500"/>
            <a:chOff x="0" y="0"/>
            <a:chExt cx="9144001" cy="5143500"/>
          </a:xfrm>
        </p:grpSpPr>
        <p:pic>
          <p:nvPicPr>
            <p:cNvPr id="235" name="Google Shape;235;p33"/>
            <p:cNvPicPr preferRelativeResize="0"/>
            <p:nvPr/>
          </p:nvPicPr>
          <p:blipFill>
            <a:blip r:embed="rId2">
              <a:alphaModFix/>
            </a:blip>
            <a:stretch>
              <a:fillRect/>
            </a:stretch>
          </p:blipFill>
          <p:spPr>
            <a:xfrm flipH="1" rot="10800000">
              <a:off x="0" y="2052950"/>
              <a:ext cx="4220500" cy="3090550"/>
            </a:xfrm>
            <a:prstGeom prst="rect">
              <a:avLst/>
            </a:prstGeom>
            <a:noFill/>
            <a:ln>
              <a:noFill/>
            </a:ln>
          </p:spPr>
        </p:pic>
        <p:pic>
          <p:nvPicPr>
            <p:cNvPr id="236" name="Google Shape;236;p33"/>
            <p:cNvPicPr preferRelativeResize="0"/>
            <p:nvPr/>
          </p:nvPicPr>
          <p:blipFill>
            <a:blip r:embed="rId3">
              <a:alphaModFix/>
            </a:blip>
            <a:stretch>
              <a:fillRect/>
            </a:stretch>
          </p:blipFill>
          <p:spPr>
            <a:xfrm flipH="1" rot="10800000">
              <a:off x="6764924" y="0"/>
              <a:ext cx="2379077" cy="3237334"/>
            </a:xfrm>
            <a:prstGeom prst="rect">
              <a:avLst/>
            </a:prstGeom>
            <a:noFill/>
            <a:ln>
              <a:noFill/>
            </a:ln>
          </p:spPr>
        </p:pic>
      </p:grpSp>
      <p:grpSp>
        <p:nvGrpSpPr>
          <p:cNvPr id="237" name="Google Shape;237;p33"/>
          <p:cNvGrpSpPr/>
          <p:nvPr/>
        </p:nvGrpSpPr>
        <p:grpSpPr>
          <a:xfrm rot="10800000">
            <a:off x="6704226" y="3811697"/>
            <a:ext cx="4574075" cy="3479350"/>
            <a:chOff x="1522650" y="1117750"/>
            <a:chExt cx="4574075" cy="3479350"/>
          </a:xfrm>
        </p:grpSpPr>
        <p:sp>
          <p:nvSpPr>
            <p:cNvPr id="238" name="Google Shape;238;p33"/>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33"/>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0" name="Google Shape;240;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1" name="Google Shape;241;p33"/>
          <p:cNvSpPr txBox="1"/>
          <p:nvPr>
            <p:ph idx="1" type="subTitle"/>
          </p:nvPr>
        </p:nvSpPr>
        <p:spPr>
          <a:xfrm>
            <a:off x="1162025" y="1656927"/>
            <a:ext cx="1975200" cy="1188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2" name="Google Shape;242;p33"/>
          <p:cNvSpPr txBox="1"/>
          <p:nvPr>
            <p:ph idx="2" type="subTitle"/>
          </p:nvPr>
        </p:nvSpPr>
        <p:spPr>
          <a:xfrm>
            <a:off x="3782975" y="1656925"/>
            <a:ext cx="1972200" cy="1188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3" name="Google Shape;243;p33"/>
          <p:cNvSpPr txBox="1"/>
          <p:nvPr>
            <p:ph idx="3" type="subTitle"/>
          </p:nvPr>
        </p:nvSpPr>
        <p:spPr>
          <a:xfrm>
            <a:off x="1162025" y="3387221"/>
            <a:ext cx="1975200" cy="1188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4" name="Google Shape;244;p33"/>
          <p:cNvSpPr txBox="1"/>
          <p:nvPr>
            <p:ph idx="4" type="subTitle"/>
          </p:nvPr>
        </p:nvSpPr>
        <p:spPr>
          <a:xfrm>
            <a:off x="3782975" y="3387221"/>
            <a:ext cx="1975200" cy="1188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5" name="Google Shape;245;p33"/>
          <p:cNvSpPr txBox="1"/>
          <p:nvPr>
            <p:ph idx="5" type="subTitle"/>
          </p:nvPr>
        </p:nvSpPr>
        <p:spPr>
          <a:xfrm>
            <a:off x="6403925" y="1656927"/>
            <a:ext cx="1975200" cy="1188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6" name="Google Shape;246;p33"/>
          <p:cNvSpPr txBox="1"/>
          <p:nvPr>
            <p:ph idx="6" type="subTitle"/>
          </p:nvPr>
        </p:nvSpPr>
        <p:spPr>
          <a:xfrm>
            <a:off x="6403925" y="3387221"/>
            <a:ext cx="1975200" cy="1188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7" name="Google Shape;247;p33"/>
          <p:cNvSpPr txBox="1"/>
          <p:nvPr>
            <p:ph idx="7" type="subTitle"/>
          </p:nvPr>
        </p:nvSpPr>
        <p:spPr>
          <a:xfrm>
            <a:off x="1162025" y="1359241"/>
            <a:ext cx="19752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48" name="Google Shape;248;p33"/>
          <p:cNvSpPr txBox="1"/>
          <p:nvPr>
            <p:ph idx="8" type="subTitle"/>
          </p:nvPr>
        </p:nvSpPr>
        <p:spPr>
          <a:xfrm>
            <a:off x="3782975" y="1359241"/>
            <a:ext cx="19722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49" name="Google Shape;249;p33"/>
          <p:cNvSpPr txBox="1"/>
          <p:nvPr>
            <p:ph idx="9" type="subTitle"/>
          </p:nvPr>
        </p:nvSpPr>
        <p:spPr>
          <a:xfrm>
            <a:off x="6403925" y="1359241"/>
            <a:ext cx="19728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50" name="Google Shape;250;p33"/>
          <p:cNvSpPr txBox="1"/>
          <p:nvPr>
            <p:ph idx="13" type="subTitle"/>
          </p:nvPr>
        </p:nvSpPr>
        <p:spPr>
          <a:xfrm>
            <a:off x="1162025" y="3086317"/>
            <a:ext cx="19752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51" name="Google Shape;251;p33"/>
          <p:cNvSpPr txBox="1"/>
          <p:nvPr>
            <p:ph idx="14" type="subTitle"/>
          </p:nvPr>
        </p:nvSpPr>
        <p:spPr>
          <a:xfrm>
            <a:off x="3782975" y="3086317"/>
            <a:ext cx="19722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52" name="Google Shape;252;p33"/>
          <p:cNvSpPr txBox="1"/>
          <p:nvPr>
            <p:ph idx="15" type="subTitle"/>
          </p:nvPr>
        </p:nvSpPr>
        <p:spPr>
          <a:xfrm>
            <a:off x="6403925" y="3086317"/>
            <a:ext cx="19728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53" name="Shape 253"/>
        <p:cNvGrpSpPr/>
        <p:nvPr/>
      </p:nvGrpSpPr>
      <p:grpSpPr>
        <a:xfrm>
          <a:off x="0" y="0"/>
          <a:ext cx="0" cy="0"/>
          <a:chOff x="0" y="0"/>
          <a:chExt cx="0" cy="0"/>
        </a:xfrm>
      </p:grpSpPr>
      <p:sp>
        <p:nvSpPr>
          <p:cNvPr id="254" name="Google Shape;254;p34"/>
          <p:cNvSpPr txBox="1"/>
          <p:nvPr>
            <p:ph hasCustomPrompt="1" type="title"/>
          </p:nvPr>
        </p:nvSpPr>
        <p:spPr>
          <a:xfrm>
            <a:off x="1200575" y="2266166"/>
            <a:ext cx="2739300" cy="667500"/>
          </a:xfrm>
          <a:prstGeom prst="rect">
            <a:avLst/>
          </a:prstGeom>
          <a:solidFill>
            <a:schemeClr val="dk2"/>
          </a:solidFill>
        </p:spPr>
        <p:txBody>
          <a:bodyPr anchorCtr="0" anchor="ctr" bIns="91425" lIns="91425" spcFirstLastPara="1" rIns="91425" wrap="square" tIns="91425">
            <a:noAutofit/>
          </a:bodyPr>
          <a:lstStyle>
            <a:lvl1pPr lvl="0">
              <a:spcBef>
                <a:spcPts val="0"/>
              </a:spcBef>
              <a:spcAft>
                <a:spcPts val="0"/>
              </a:spcAft>
              <a:buClr>
                <a:schemeClr val="lt1"/>
              </a:buClr>
              <a:buSzPts val="6000"/>
              <a:buNone/>
              <a:defRPr sz="41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55" name="Google Shape;255;p34"/>
          <p:cNvSpPr txBox="1"/>
          <p:nvPr>
            <p:ph idx="1" type="subTitle"/>
          </p:nvPr>
        </p:nvSpPr>
        <p:spPr>
          <a:xfrm>
            <a:off x="1200575" y="2948884"/>
            <a:ext cx="2739300" cy="365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256" name="Google Shape;256;p34"/>
          <p:cNvSpPr txBox="1"/>
          <p:nvPr>
            <p:ph hasCustomPrompt="1" idx="2" type="title"/>
          </p:nvPr>
        </p:nvSpPr>
        <p:spPr>
          <a:xfrm>
            <a:off x="1200575" y="977950"/>
            <a:ext cx="2739300" cy="666300"/>
          </a:xfrm>
          <a:prstGeom prst="rect">
            <a:avLst/>
          </a:prstGeom>
          <a:solidFill>
            <a:schemeClr val="dk2"/>
          </a:solidFill>
        </p:spPr>
        <p:txBody>
          <a:bodyPr anchorCtr="0" anchor="ctr" bIns="91425" lIns="91425" spcFirstLastPara="1" rIns="91425" wrap="square" tIns="91425">
            <a:noAutofit/>
          </a:bodyPr>
          <a:lstStyle>
            <a:lvl1pPr lvl="0">
              <a:spcBef>
                <a:spcPts val="0"/>
              </a:spcBef>
              <a:spcAft>
                <a:spcPts val="0"/>
              </a:spcAft>
              <a:buClr>
                <a:schemeClr val="lt1"/>
              </a:buClr>
              <a:buSzPts val="6000"/>
              <a:buNone/>
              <a:defRPr sz="41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57" name="Google Shape;257;p34"/>
          <p:cNvSpPr txBox="1"/>
          <p:nvPr>
            <p:ph idx="3" type="subTitle"/>
          </p:nvPr>
        </p:nvSpPr>
        <p:spPr>
          <a:xfrm>
            <a:off x="1200575" y="1669422"/>
            <a:ext cx="2739300" cy="36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258" name="Google Shape;258;p34"/>
          <p:cNvSpPr txBox="1"/>
          <p:nvPr>
            <p:ph hasCustomPrompt="1" idx="4" type="title"/>
          </p:nvPr>
        </p:nvSpPr>
        <p:spPr>
          <a:xfrm>
            <a:off x="1200575" y="3555582"/>
            <a:ext cx="2739300" cy="667500"/>
          </a:xfrm>
          <a:prstGeom prst="rect">
            <a:avLst/>
          </a:prstGeom>
          <a:solidFill>
            <a:schemeClr val="dk2"/>
          </a:solidFill>
        </p:spPr>
        <p:txBody>
          <a:bodyPr anchorCtr="0" anchor="ctr" bIns="91425" lIns="91425" spcFirstLastPara="1" rIns="91425" wrap="square" tIns="91425">
            <a:noAutofit/>
          </a:bodyPr>
          <a:lstStyle>
            <a:lvl1pPr lvl="0">
              <a:spcBef>
                <a:spcPts val="0"/>
              </a:spcBef>
              <a:spcAft>
                <a:spcPts val="0"/>
              </a:spcAft>
              <a:buClr>
                <a:schemeClr val="lt1"/>
              </a:buClr>
              <a:buSzPts val="6000"/>
              <a:buNone/>
              <a:defRPr sz="41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59" name="Google Shape;259;p34"/>
          <p:cNvSpPr txBox="1"/>
          <p:nvPr>
            <p:ph idx="5" type="subTitle"/>
          </p:nvPr>
        </p:nvSpPr>
        <p:spPr>
          <a:xfrm>
            <a:off x="1200575" y="4238300"/>
            <a:ext cx="2739300" cy="365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pic>
        <p:nvPicPr>
          <p:cNvPr id="260" name="Google Shape;260;p34"/>
          <p:cNvPicPr preferRelativeResize="0"/>
          <p:nvPr/>
        </p:nvPicPr>
        <p:blipFill>
          <a:blip r:embed="rId2">
            <a:alphaModFix/>
          </a:blip>
          <a:stretch>
            <a:fillRect/>
          </a:stretch>
        </p:blipFill>
        <p:spPr>
          <a:xfrm flipH="1" rot="10800000">
            <a:off x="0" y="0"/>
            <a:ext cx="4727801" cy="2256875"/>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61" name="Shape 261"/>
        <p:cNvGrpSpPr/>
        <p:nvPr/>
      </p:nvGrpSpPr>
      <p:grpSpPr>
        <a:xfrm>
          <a:off x="0" y="0"/>
          <a:ext cx="0" cy="0"/>
          <a:chOff x="0" y="0"/>
          <a:chExt cx="0" cy="0"/>
        </a:xfrm>
      </p:grpSpPr>
      <p:sp>
        <p:nvSpPr>
          <p:cNvPr id="262" name="Google Shape;262;p35"/>
          <p:cNvSpPr txBox="1"/>
          <p:nvPr>
            <p:ph type="title"/>
          </p:nvPr>
        </p:nvSpPr>
        <p:spPr>
          <a:xfrm>
            <a:off x="713225" y="747263"/>
            <a:ext cx="3281700" cy="9537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60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3" name="Google Shape;263;p35"/>
          <p:cNvSpPr txBox="1"/>
          <p:nvPr>
            <p:ph idx="1" type="subTitle"/>
          </p:nvPr>
        </p:nvSpPr>
        <p:spPr>
          <a:xfrm>
            <a:off x="713225" y="1584449"/>
            <a:ext cx="3281700" cy="895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pic>
        <p:nvPicPr>
          <p:cNvPr id="264" name="Google Shape;264;p35"/>
          <p:cNvPicPr preferRelativeResize="0"/>
          <p:nvPr/>
        </p:nvPicPr>
        <p:blipFill>
          <a:blip r:embed="rId2">
            <a:alphaModFix/>
          </a:blip>
          <a:stretch>
            <a:fillRect/>
          </a:stretch>
        </p:blipFill>
        <p:spPr>
          <a:xfrm flipH="1" rot="10800000">
            <a:off x="0" y="0"/>
            <a:ext cx="4727801" cy="2256875"/>
          </a:xfrm>
          <a:prstGeom prst="rect">
            <a:avLst/>
          </a:prstGeom>
          <a:noFill/>
          <a:ln>
            <a:noFill/>
          </a:ln>
        </p:spPr>
      </p:pic>
      <p:sp>
        <p:nvSpPr>
          <p:cNvPr id="265" name="Google Shape;265;p35"/>
          <p:cNvSpPr txBox="1"/>
          <p:nvPr/>
        </p:nvSpPr>
        <p:spPr>
          <a:xfrm>
            <a:off x="713225" y="3410538"/>
            <a:ext cx="3278700" cy="7254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000">
                <a:solidFill>
                  <a:schemeClr val="dk1"/>
                </a:solidFill>
                <a:latin typeface="Cairo"/>
                <a:ea typeface="Cairo"/>
                <a:cs typeface="Cairo"/>
                <a:sym typeface="Cairo"/>
              </a:rPr>
              <a:t>CREDITS:</a:t>
            </a:r>
            <a:r>
              <a:rPr lang="en" sz="1000">
                <a:solidFill>
                  <a:schemeClr val="dk1"/>
                </a:solidFill>
                <a:latin typeface="Cairo"/>
                <a:ea typeface="Cairo"/>
                <a:cs typeface="Cairo"/>
                <a:sym typeface="Cairo"/>
              </a:rPr>
              <a:t> This presentation template was created by </a:t>
            </a:r>
            <a:r>
              <a:rPr b="1" lang="en" sz="1000" u="sng">
                <a:solidFill>
                  <a:schemeClr val="dk1"/>
                </a:solidFill>
                <a:latin typeface="Cairo"/>
                <a:ea typeface="Cairo"/>
                <a:cs typeface="Cairo"/>
                <a:sym typeface="Cairo"/>
                <a:hlinkClick r:id="rId3">
                  <a:extLst>
                    <a:ext uri="{A12FA001-AC4F-418D-AE19-62706E023703}">
                      <ahyp:hlinkClr val="tx"/>
                    </a:ext>
                  </a:extLst>
                </a:hlinkClick>
              </a:rPr>
              <a:t>Slidesgo</a:t>
            </a:r>
            <a:r>
              <a:rPr lang="en" sz="1000">
                <a:solidFill>
                  <a:schemeClr val="dk1"/>
                </a:solidFill>
                <a:latin typeface="Cairo"/>
                <a:ea typeface="Cairo"/>
                <a:cs typeface="Cairo"/>
                <a:sym typeface="Cairo"/>
              </a:rPr>
              <a:t>, and includes icons by </a:t>
            </a:r>
            <a:r>
              <a:rPr b="1" lang="en" sz="1000" u="sng">
                <a:solidFill>
                  <a:schemeClr val="dk1"/>
                </a:solidFill>
                <a:latin typeface="Cairo"/>
                <a:ea typeface="Cairo"/>
                <a:cs typeface="Cairo"/>
                <a:sym typeface="Cairo"/>
                <a:hlinkClick r:id="rId4">
                  <a:extLst>
                    <a:ext uri="{A12FA001-AC4F-418D-AE19-62706E023703}">
                      <ahyp:hlinkClr val="tx"/>
                    </a:ext>
                  </a:extLst>
                </a:hlinkClick>
              </a:rPr>
              <a:t>Flaticon</a:t>
            </a:r>
            <a:r>
              <a:rPr lang="en" sz="1000">
                <a:solidFill>
                  <a:schemeClr val="dk1"/>
                </a:solidFill>
                <a:latin typeface="Cairo"/>
                <a:ea typeface="Cairo"/>
                <a:cs typeface="Cairo"/>
                <a:sym typeface="Cairo"/>
              </a:rPr>
              <a:t>, and infographics &amp; images by </a:t>
            </a:r>
            <a:r>
              <a:rPr b="1" lang="en" sz="1000" u="sng">
                <a:solidFill>
                  <a:schemeClr val="dk1"/>
                </a:solidFill>
                <a:latin typeface="Cairo"/>
                <a:ea typeface="Cairo"/>
                <a:cs typeface="Cairo"/>
                <a:sym typeface="Cairo"/>
                <a:hlinkClick r:id="rId5">
                  <a:extLst>
                    <a:ext uri="{A12FA001-AC4F-418D-AE19-62706E023703}">
                      <ahyp:hlinkClr val="tx"/>
                    </a:ext>
                  </a:extLst>
                </a:hlinkClick>
              </a:rPr>
              <a:t>Freepik</a:t>
            </a:r>
            <a:r>
              <a:rPr b="1" lang="en" sz="1000" u="sng">
                <a:solidFill>
                  <a:schemeClr val="dk1"/>
                </a:solidFill>
                <a:latin typeface="Cairo"/>
                <a:ea typeface="Cairo"/>
                <a:cs typeface="Cairo"/>
                <a:sym typeface="Cairo"/>
              </a:rPr>
              <a:t> </a:t>
            </a:r>
            <a:endParaRPr b="1" sz="1000" u="sng">
              <a:solidFill>
                <a:schemeClr val="dk1"/>
              </a:solidFill>
              <a:latin typeface="Cairo"/>
              <a:ea typeface="Cairo"/>
              <a:cs typeface="Cairo"/>
              <a:sym typeface="Cairo"/>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66" name="Shape 266"/>
        <p:cNvGrpSpPr/>
        <p:nvPr/>
      </p:nvGrpSpPr>
      <p:grpSpPr>
        <a:xfrm>
          <a:off x="0" y="0"/>
          <a:ext cx="0" cy="0"/>
          <a:chOff x="0" y="0"/>
          <a:chExt cx="0" cy="0"/>
        </a:xfrm>
      </p:grpSpPr>
      <p:grpSp>
        <p:nvGrpSpPr>
          <p:cNvPr id="267" name="Google Shape;267;p36"/>
          <p:cNvGrpSpPr/>
          <p:nvPr/>
        </p:nvGrpSpPr>
        <p:grpSpPr>
          <a:xfrm>
            <a:off x="0" y="0"/>
            <a:ext cx="9144001" cy="5143500"/>
            <a:chOff x="0" y="0"/>
            <a:chExt cx="9144001" cy="5143500"/>
          </a:xfrm>
        </p:grpSpPr>
        <p:pic>
          <p:nvPicPr>
            <p:cNvPr id="268" name="Google Shape;268;p36"/>
            <p:cNvPicPr preferRelativeResize="0"/>
            <p:nvPr/>
          </p:nvPicPr>
          <p:blipFill>
            <a:blip r:embed="rId2">
              <a:alphaModFix/>
            </a:blip>
            <a:stretch>
              <a:fillRect/>
            </a:stretch>
          </p:blipFill>
          <p:spPr>
            <a:xfrm flipH="1" rot="10800000">
              <a:off x="0" y="0"/>
              <a:ext cx="4727801" cy="2256875"/>
            </a:xfrm>
            <a:prstGeom prst="rect">
              <a:avLst/>
            </a:prstGeom>
            <a:noFill/>
            <a:ln>
              <a:noFill/>
            </a:ln>
          </p:spPr>
        </p:pic>
        <p:pic>
          <p:nvPicPr>
            <p:cNvPr id="269" name="Google Shape;269;p36"/>
            <p:cNvPicPr preferRelativeResize="0"/>
            <p:nvPr/>
          </p:nvPicPr>
          <p:blipFill>
            <a:blip r:embed="rId3">
              <a:alphaModFix/>
            </a:blip>
            <a:stretch>
              <a:fillRect/>
            </a:stretch>
          </p:blipFill>
          <p:spPr>
            <a:xfrm flipH="1" rot="10800000">
              <a:off x="5738810" y="0"/>
              <a:ext cx="3405191" cy="5143500"/>
            </a:xfrm>
            <a:prstGeom prst="rect">
              <a:avLst/>
            </a:prstGeom>
            <a:noFill/>
            <a:ln>
              <a:noFill/>
            </a:ln>
          </p:spPr>
        </p:pic>
      </p:grpSp>
      <p:grpSp>
        <p:nvGrpSpPr>
          <p:cNvPr id="270" name="Google Shape;270;p36"/>
          <p:cNvGrpSpPr/>
          <p:nvPr/>
        </p:nvGrpSpPr>
        <p:grpSpPr>
          <a:xfrm rot="756538">
            <a:off x="-1069833" y="-1842572"/>
            <a:ext cx="4574157" cy="3479412"/>
            <a:chOff x="1522650" y="1117750"/>
            <a:chExt cx="4574075" cy="3479350"/>
          </a:xfrm>
        </p:grpSpPr>
        <p:sp>
          <p:nvSpPr>
            <p:cNvPr id="271" name="Google Shape;271;p36"/>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6"/>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73" name="Shape 273"/>
        <p:cNvGrpSpPr/>
        <p:nvPr/>
      </p:nvGrpSpPr>
      <p:grpSpPr>
        <a:xfrm>
          <a:off x="0" y="0"/>
          <a:ext cx="0" cy="0"/>
          <a:chOff x="0" y="0"/>
          <a:chExt cx="0" cy="0"/>
        </a:xfrm>
      </p:grpSpPr>
      <p:grpSp>
        <p:nvGrpSpPr>
          <p:cNvPr id="274" name="Google Shape;274;p37"/>
          <p:cNvGrpSpPr/>
          <p:nvPr/>
        </p:nvGrpSpPr>
        <p:grpSpPr>
          <a:xfrm>
            <a:off x="0" y="0"/>
            <a:ext cx="9144001" cy="5143500"/>
            <a:chOff x="0" y="0"/>
            <a:chExt cx="9144001" cy="5143500"/>
          </a:xfrm>
        </p:grpSpPr>
        <p:pic>
          <p:nvPicPr>
            <p:cNvPr id="275" name="Google Shape;275;p37"/>
            <p:cNvPicPr preferRelativeResize="0"/>
            <p:nvPr/>
          </p:nvPicPr>
          <p:blipFill>
            <a:blip r:embed="rId2">
              <a:alphaModFix/>
            </a:blip>
            <a:stretch>
              <a:fillRect/>
            </a:stretch>
          </p:blipFill>
          <p:spPr>
            <a:xfrm flipH="1" rot="10800000">
              <a:off x="0" y="2052950"/>
              <a:ext cx="4220500" cy="3090550"/>
            </a:xfrm>
            <a:prstGeom prst="rect">
              <a:avLst/>
            </a:prstGeom>
            <a:noFill/>
            <a:ln>
              <a:noFill/>
            </a:ln>
          </p:spPr>
        </p:pic>
        <p:pic>
          <p:nvPicPr>
            <p:cNvPr id="276" name="Google Shape;276;p37"/>
            <p:cNvPicPr preferRelativeResize="0"/>
            <p:nvPr/>
          </p:nvPicPr>
          <p:blipFill>
            <a:blip r:embed="rId3">
              <a:alphaModFix/>
            </a:blip>
            <a:stretch>
              <a:fillRect/>
            </a:stretch>
          </p:blipFill>
          <p:spPr>
            <a:xfrm flipH="1" rot="10800000">
              <a:off x="6764924" y="0"/>
              <a:ext cx="2379077" cy="3237334"/>
            </a:xfrm>
            <a:prstGeom prst="rect">
              <a:avLst/>
            </a:prstGeom>
            <a:noFill/>
            <a:ln>
              <a:noFill/>
            </a:ln>
          </p:spPr>
        </p:pic>
      </p:grpSp>
      <p:grpSp>
        <p:nvGrpSpPr>
          <p:cNvPr id="277" name="Google Shape;277;p37"/>
          <p:cNvGrpSpPr/>
          <p:nvPr/>
        </p:nvGrpSpPr>
        <p:grpSpPr>
          <a:xfrm>
            <a:off x="-1845124" y="-2180828"/>
            <a:ext cx="12652562" cy="9877041"/>
            <a:chOff x="-1845124" y="-2180828"/>
            <a:chExt cx="12652562" cy="9877041"/>
          </a:xfrm>
        </p:grpSpPr>
        <p:grpSp>
          <p:nvGrpSpPr>
            <p:cNvPr id="278" name="Google Shape;278;p37"/>
            <p:cNvGrpSpPr/>
            <p:nvPr/>
          </p:nvGrpSpPr>
          <p:grpSpPr>
            <a:xfrm>
              <a:off x="-1845124" y="-2180828"/>
              <a:ext cx="4574075" cy="3479350"/>
              <a:chOff x="1522650" y="1117750"/>
              <a:chExt cx="4574075" cy="3479350"/>
            </a:xfrm>
          </p:grpSpPr>
          <p:sp>
            <p:nvSpPr>
              <p:cNvPr id="279" name="Google Shape;279;p3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1" name="Google Shape;281;p37"/>
            <p:cNvGrpSpPr/>
            <p:nvPr/>
          </p:nvGrpSpPr>
          <p:grpSpPr>
            <a:xfrm flipH="1" rot="-10539848">
              <a:off x="6108563" y="4049075"/>
              <a:ext cx="4573901" cy="3479217"/>
              <a:chOff x="1522650" y="1117750"/>
              <a:chExt cx="4574075" cy="3479350"/>
            </a:xfrm>
          </p:grpSpPr>
          <p:sp>
            <p:nvSpPr>
              <p:cNvPr id="282" name="Google Shape;282;p3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7" name="Shape 287"/>
        <p:cNvGrpSpPr/>
        <p:nvPr/>
      </p:nvGrpSpPr>
      <p:grpSpPr>
        <a:xfrm>
          <a:off x="0" y="0"/>
          <a:ext cx="0" cy="0"/>
          <a:chOff x="0" y="0"/>
          <a:chExt cx="0" cy="0"/>
        </a:xfrm>
      </p:grpSpPr>
      <p:grpSp>
        <p:nvGrpSpPr>
          <p:cNvPr id="288" name="Google Shape;288;p39"/>
          <p:cNvGrpSpPr/>
          <p:nvPr/>
        </p:nvGrpSpPr>
        <p:grpSpPr>
          <a:xfrm>
            <a:off x="0" y="0"/>
            <a:ext cx="9144001" cy="5143500"/>
            <a:chOff x="0" y="0"/>
            <a:chExt cx="9144001" cy="5143500"/>
          </a:xfrm>
        </p:grpSpPr>
        <p:pic>
          <p:nvPicPr>
            <p:cNvPr id="289" name="Google Shape;289;p39"/>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290" name="Google Shape;290;p39"/>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sp>
        <p:nvSpPr>
          <p:cNvPr id="291" name="Google Shape;291;p3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92" name="Google Shape;292;p39"/>
          <p:cNvSpPr txBox="1"/>
          <p:nvPr>
            <p:ph idx="1" type="body"/>
          </p:nvPr>
        </p:nvSpPr>
        <p:spPr>
          <a:xfrm>
            <a:off x="720000" y="1090229"/>
            <a:ext cx="7704000" cy="3486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Font typeface="Nunito Light"/>
              <a:buChar char="●"/>
              <a:defRPr/>
            </a:lvl1pPr>
            <a:lvl2pPr indent="-304800" lvl="1" marL="914400" algn="l">
              <a:lnSpc>
                <a:spcPct val="100000"/>
              </a:lnSpc>
              <a:spcBef>
                <a:spcPts val="0"/>
              </a:spcBef>
              <a:spcAft>
                <a:spcPts val="0"/>
              </a:spcAft>
              <a:buSzPts val="1200"/>
              <a:buFont typeface="Nunito Light"/>
              <a:buChar char="○"/>
              <a:defRPr/>
            </a:lvl2pPr>
            <a:lvl3pPr indent="-304800" lvl="2" marL="1371600" algn="l">
              <a:lnSpc>
                <a:spcPct val="100000"/>
              </a:lnSpc>
              <a:spcBef>
                <a:spcPts val="0"/>
              </a:spcBef>
              <a:spcAft>
                <a:spcPts val="0"/>
              </a:spcAft>
              <a:buSzPts val="1200"/>
              <a:buFont typeface="Nunito Light"/>
              <a:buChar char="■"/>
              <a:defRPr/>
            </a:lvl3pPr>
            <a:lvl4pPr indent="-304800" lvl="3" marL="1828800" algn="l">
              <a:lnSpc>
                <a:spcPct val="100000"/>
              </a:lnSpc>
              <a:spcBef>
                <a:spcPts val="0"/>
              </a:spcBef>
              <a:spcAft>
                <a:spcPts val="0"/>
              </a:spcAft>
              <a:buSzPts val="1200"/>
              <a:buFont typeface="Nunito Light"/>
              <a:buChar char="●"/>
              <a:defRPr/>
            </a:lvl4pPr>
            <a:lvl5pPr indent="-304800" lvl="4" marL="2286000" algn="l">
              <a:lnSpc>
                <a:spcPct val="100000"/>
              </a:lnSpc>
              <a:spcBef>
                <a:spcPts val="0"/>
              </a:spcBef>
              <a:spcAft>
                <a:spcPts val="0"/>
              </a:spcAft>
              <a:buSzPts val="1200"/>
              <a:buFont typeface="Nunito Light"/>
              <a:buChar char="○"/>
              <a:defRPr/>
            </a:lvl5pPr>
            <a:lvl6pPr indent="-304800" lvl="5" marL="2743200" algn="l">
              <a:lnSpc>
                <a:spcPct val="100000"/>
              </a:lnSpc>
              <a:spcBef>
                <a:spcPts val="0"/>
              </a:spcBef>
              <a:spcAft>
                <a:spcPts val="0"/>
              </a:spcAft>
              <a:buSzPts val="1200"/>
              <a:buFont typeface="Nunito Light"/>
              <a:buChar char="■"/>
              <a:defRPr/>
            </a:lvl6pPr>
            <a:lvl7pPr indent="-304800" lvl="6" marL="3200400" algn="l">
              <a:lnSpc>
                <a:spcPct val="100000"/>
              </a:lnSpc>
              <a:spcBef>
                <a:spcPts val="0"/>
              </a:spcBef>
              <a:spcAft>
                <a:spcPts val="0"/>
              </a:spcAft>
              <a:buSzPts val="1200"/>
              <a:buFont typeface="Nunito Light"/>
              <a:buChar char="●"/>
              <a:defRPr/>
            </a:lvl7pPr>
            <a:lvl8pPr indent="-304800" lvl="7" marL="3657600" algn="l">
              <a:lnSpc>
                <a:spcPct val="100000"/>
              </a:lnSpc>
              <a:spcBef>
                <a:spcPts val="0"/>
              </a:spcBef>
              <a:spcAft>
                <a:spcPts val="0"/>
              </a:spcAft>
              <a:buSzPts val="1200"/>
              <a:buFont typeface="Nunito Light"/>
              <a:buChar char="○"/>
              <a:defRPr/>
            </a:lvl8pPr>
            <a:lvl9pPr indent="-304800" lvl="8" marL="4114800" algn="l">
              <a:lnSpc>
                <a:spcPct val="100000"/>
              </a:lnSpc>
              <a:spcBef>
                <a:spcPts val="0"/>
              </a:spcBef>
              <a:spcAft>
                <a:spcPts val="0"/>
              </a:spcAft>
              <a:buSzPts val="1200"/>
              <a:buFont typeface="Nunito Light"/>
              <a:buChar char="■"/>
              <a:defRPr/>
            </a:lvl9pPr>
          </a:lstStyle>
          <a:p/>
        </p:txBody>
      </p:sp>
      <p:grpSp>
        <p:nvGrpSpPr>
          <p:cNvPr id="293" name="Google Shape;293;p39"/>
          <p:cNvGrpSpPr/>
          <p:nvPr/>
        </p:nvGrpSpPr>
        <p:grpSpPr>
          <a:xfrm rot="10800000">
            <a:off x="6704226" y="3811697"/>
            <a:ext cx="4574075" cy="3479350"/>
            <a:chOff x="1522650" y="1117750"/>
            <a:chExt cx="4574075" cy="3479350"/>
          </a:xfrm>
        </p:grpSpPr>
        <p:sp>
          <p:nvSpPr>
            <p:cNvPr id="294" name="Google Shape;294;p39"/>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39"/>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6" name="Shape 296"/>
        <p:cNvGrpSpPr/>
        <p:nvPr/>
      </p:nvGrpSpPr>
      <p:grpSpPr>
        <a:xfrm>
          <a:off x="0" y="0"/>
          <a:ext cx="0" cy="0"/>
          <a:chOff x="0" y="0"/>
          <a:chExt cx="0" cy="0"/>
        </a:xfrm>
      </p:grpSpPr>
      <p:sp>
        <p:nvSpPr>
          <p:cNvPr id="297" name="Google Shape;297;p4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298" name="Google Shape;298;p40"/>
          <p:cNvGrpSpPr/>
          <p:nvPr/>
        </p:nvGrpSpPr>
        <p:grpSpPr>
          <a:xfrm>
            <a:off x="0" y="4"/>
            <a:ext cx="9144005" cy="5143497"/>
            <a:chOff x="0" y="4"/>
            <a:chExt cx="9144005" cy="5143497"/>
          </a:xfrm>
        </p:grpSpPr>
        <p:pic>
          <p:nvPicPr>
            <p:cNvPr id="299" name="Google Shape;299;p40"/>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300" name="Google Shape;300;p40"/>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301" name="Google Shape;301;p40"/>
          <p:cNvGrpSpPr/>
          <p:nvPr/>
        </p:nvGrpSpPr>
        <p:grpSpPr>
          <a:xfrm flipH="1" rot="-10539848">
            <a:off x="6108563" y="4049075"/>
            <a:ext cx="4573901" cy="3479217"/>
            <a:chOff x="1522650" y="1117750"/>
            <a:chExt cx="4574075" cy="3479350"/>
          </a:xfrm>
        </p:grpSpPr>
        <p:sp>
          <p:nvSpPr>
            <p:cNvPr id="302" name="Google Shape;302;p40"/>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40"/>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04" name="Shape 304"/>
        <p:cNvGrpSpPr/>
        <p:nvPr/>
      </p:nvGrpSpPr>
      <p:grpSpPr>
        <a:xfrm>
          <a:off x="0" y="0"/>
          <a:ext cx="0" cy="0"/>
          <a:chOff x="0" y="0"/>
          <a:chExt cx="0" cy="0"/>
        </a:xfrm>
      </p:grpSpPr>
      <p:sp>
        <p:nvSpPr>
          <p:cNvPr id="305" name="Google Shape;305;p41"/>
          <p:cNvSpPr txBox="1"/>
          <p:nvPr>
            <p:ph type="ctrTitle"/>
          </p:nvPr>
        </p:nvSpPr>
        <p:spPr>
          <a:xfrm>
            <a:off x="713225" y="2205375"/>
            <a:ext cx="5257800" cy="1614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191919"/>
              </a:buClr>
              <a:buSzPts val="5200"/>
              <a:buNone/>
              <a:defRPr sz="4800">
                <a:solidFill>
                  <a:srgbClr val="241160"/>
                </a:solidFill>
              </a:defRPr>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306" name="Google Shape;306;p41"/>
          <p:cNvSpPr txBox="1"/>
          <p:nvPr>
            <p:ph idx="1" type="subTitle"/>
          </p:nvPr>
        </p:nvSpPr>
        <p:spPr>
          <a:xfrm>
            <a:off x="713225" y="3885650"/>
            <a:ext cx="3690600" cy="468600"/>
          </a:xfrm>
          <a:prstGeom prst="rect">
            <a:avLst/>
          </a:prstGeom>
          <a:solidFill>
            <a:schemeClr val="dk2"/>
          </a:solid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pic>
        <p:nvPicPr>
          <p:cNvPr id="307" name="Google Shape;307;p41"/>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8" name="Shape 308"/>
        <p:cNvGrpSpPr/>
        <p:nvPr/>
      </p:nvGrpSpPr>
      <p:grpSpPr>
        <a:xfrm>
          <a:off x="0" y="0"/>
          <a:ext cx="0" cy="0"/>
          <a:chOff x="0" y="0"/>
          <a:chExt cx="0" cy="0"/>
        </a:xfrm>
      </p:grpSpPr>
      <p:sp>
        <p:nvSpPr>
          <p:cNvPr id="309" name="Google Shape;309;p42"/>
          <p:cNvSpPr txBox="1"/>
          <p:nvPr>
            <p:ph type="title"/>
          </p:nvPr>
        </p:nvSpPr>
        <p:spPr>
          <a:xfrm>
            <a:off x="4047175" y="2388500"/>
            <a:ext cx="4383600" cy="1626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sz="48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10" name="Google Shape;310;p42"/>
          <p:cNvSpPr txBox="1"/>
          <p:nvPr>
            <p:ph idx="2" type="title"/>
          </p:nvPr>
        </p:nvSpPr>
        <p:spPr>
          <a:xfrm>
            <a:off x="4047175" y="1438750"/>
            <a:ext cx="1230300" cy="8814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60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pic>
        <p:nvPicPr>
          <p:cNvPr id="311" name="Google Shape;311;p42"/>
          <p:cNvPicPr preferRelativeResize="0"/>
          <p:nvPr/>
        </p:nvPicPr>
        <p:blipFill rotWithShape="1">
          <a:blip r:embed="rId2">
            <a:alphaModFix/>
          </a:blip>
          <a:srcRect b="0" l="0" r="0" t="0"/>
          <a:stretch/>
        </p:blipFill>
        <p:spPr>
          <a:xfrm flipH="1">
            <a:off x="4416200" y="2886625"/>
            <a:ext cx="4727801" cy="2256875"/>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2" name="Shape 312"/>
        <p:cNvGrpSpPr/>
        <p:nvPr/>
      </p:nvGrpSpPr>
      <p:grpSpPr>
        <a:xfrm>
          <a:off x="0" y="0"/>
          <a:ext cx="0" cy="0"/>
          <a:chOff x="0" y="0"/>
          <a:chExt cx="0" cy="0"/>
        </a:xfrm>
      </p:grpSpPr>
      <p:sp>
        <p:nvSpPr>
          <p:cNvPr id="313" name="Google Shape;313;p4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14" name="Google Shape;314;p43"/>
          <p:cNvSpPr txBox="1"/>
          <p:nvPr>
            <p:ph idx="1" type="subTitle"/>
          </p:nvPr>
        </p:nvSpPr>
        <p:spPr>
          <a:xfrm>
            <a:off x="4911639" y="2679824"/>
            <a:ext cx="2424300" cy="1526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15" name="Google Shape;315;p43"/>
          <p:cNvSpPr txBox="1"/>
          <p:nvPr>
            <p:ph idx="2" type="subTitle"/>
          </p:nvPr>
        </p:nvSpPr>
        <p:spPr>
          <a:xfrm>
            <a:off x="1808050" y="2679824"/>
            <a:ext cx="2424300" cy="1526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16" name="Google Shape;316;p43"/>
          <p:cNvSpPr txBox="1"/>
          <p:nvPr>
            <p:ph idx="3" type="subTitle"/>
          </p:nvPr>
        </p:nvSpPr>
        <p:spPr>
          <a:xfrm>
            <a:off x="1808050" y="2244217"/>
            <a:ext cx="2424300" cy="449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17" name="Google Shape;317;p43"/>
          <p:cNvSpPr txBox="1"/>
          <p:nvPr>
            <p:ph idx="4" type="subTitle"/>
          </p:nvPr>
        </p:nvSpPr>
        <p:spPr>
          <a:xfrm>
            <a:off x="4911639" y="2244217"/>
            <a:ext cx="2424300" cy="449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318" name="Google Shape;318;p43"/>
          <p:cNvGrpSpPr/>
          <p:nvPr/>
        </p:nvGrpSpPr>
        <p:grpSpPr>
          <a:xfrm>
            <a:off x="0" y="4"/>
            <a:ext cx="9144005" cy="5143497"/>
            <a:chOff x="0" y="4"/>
            <a:chExt cx="9144005" cy="5143497"/>
          </a:xfrm>
        </p:grpSpPr>
        <p:pic>
          <p:nvPicPr>
            <p:cNvPr id="319" name="Google Shape;319;p43"/>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320" name="Google Shape;320;p43"/>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321" name="Google Shape;321;p43"/>
          <p:cNvGrpSpPr/>
          <p:nvPr/>
        </p:nvGrpSpPr>
        <p:grpSpPr>
          <a:xfrm flipH="1" rot="-10539848">
            <a:off x="6108563" y="4049075"/>
            <a:ext cx="4573901" cy="3479217"/>
            <a:chOff x="1522650" y="1117750"/>
            <a:chExt cx="4574075" cy="3479350"/>
          </a:xfrm>
        </p:grpSpPr>
        <p:sp>
          <p:nvSpPr>
            <p:cNvPr id="322" name="Google Shape;322;p43"/>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43"/>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4" name="Shape 324"/>
        <p:cNvGrpSpPr/>
        <p:nvPr/>
      </p:nvGrpSpPr>
      <p:grpSpPr>
        <a:xfrm>
          <a:off x="0" y="0"/>
          <a:ext cx="0" cy="0"/>
          <a:chOff x="0" y="0"/>
          <a:chExt cx="0" cy="0"/>
        </a:xfrm>
      </p:grpSpPr>
      <p:sp>
        <p:nvSpPr>
          <p:cNvPr id="325" name="Google Shape;325;p44"/>
          <p:cNvSpPr txBox="1"/>
          <p:nvPr>
            <p:ph type="title"/>
          </p:nvPr>
        </p:nvSpPr>
        <p:spPr>
          <a:xfrm>
            <a:off x="811975" y="829350"/>
            <a:ext cx="3993300" cy="989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26" name="Google Shape;326;p44"/>
          <p:cNvSpPr txBox="1"/>
          <p:nvPr>
            <p:ph idx="1" type="subTitle"/>
          </p:nvPr>
        </p:nvSpPr>
        <p:spPr>
          <a:xfrm>
            <a:off x="811975" y="1878550"/>
            <a:ext cx="3993300" cy="2298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Font typeface="Open Sans"/>
              <a:buAutoNum type="arabicPeriod"/>
              <a:defRPr/>
            </a:lvl1pPr>
            <a:lvl2pPr lvl="1" algn="ctr">
              <a:lnSpc>
                <a:spcPct val="100000"/>
              </a:lnSpc>
              <a:spcBef>
                <a:spcPts val="1000"/>
              </a:spcBef>
              <a:spcAft>
                <a:spcPts val="0"/>
              </a:spcAft>
              <a:buClr>
                <a:srgbClr val="E76A28"/>
              </a:buClr>
              <a:buSzPts val="1200"/>
              <a:buFont typeface="Nunito Light"/>
              <a:buAutoNum type="alphaLcPeriod"/>
              <a:defRPr/>
            </a:lvl2pPr>
            <a:lvl3pPr lvl="2" algn="ctr">
              <a:lnSpc>
                <a:spcPct val="100000"/>
              </a:lnSpc>
              <a:spcBef>
                <a:spcPts val="0"/>
              </a:spcBef>
              <a:spcAft>
                <a:spcPts val="0"/>
              </a:spcAft>
              <a:buClr>
                <a:srgbClr val="E76A28"/>
              </a:buClr>
              <a:buSzPts val="1200"/>
              <a:buFont typeface="Nunito Light"/>
              <a:buAutoNum type="romanLcPeriod"/>
              <a:defRPr/>
            </a:lvl3pPr>
            <a:lvl4pPr lvl="3" algn="ctr">
              <a:lnSpc>
                <a:spcPct val="100000"/>
              </a:lnSpc>
              <a:spcBef>
                <a:spcPts val="0"/>
              </a:spcBef>
              <a:spcAft>
                <a:spcPts val="0"/>
              </a:spcAft>
              <a:buClr>
                <a:srgbClr val="E76A28"/>
              </a:buClr>
              <a:buSzPts val="1200"/>
              <a:buFont typeface="Nunito Light"/>
              <a:buAutoNum type="arabicPeriod"/>
              <a:defRPr/>
            </a:lvl4pPr>
            <a:lvl5pPr lvl="4" algn="ctr">
              <a:lnSpc>
                <a:spcPct val="100000"/>
              </a:lnSpc>
              <a:spcBef>
                <a:spcPts val="0"/>
              </a:spcBef>
              <a:spcAft>
                <a:spcPts val="0"/>
              </a:spcAft>
              <a:buClr>
                <a:srgbClr val="E76A28"/>
              </a:buClr>
              <a:buSzPts val="1200"/>
              <a:buFont typeface="Nunito Light"/>
              <a:buAutoNum type="alphaLcPeriod"/>
              <a:defRPr/>
            </a:lvl5pPr>
            <a:lvl6pPr lvl="5" algn="ctr">
              <a:lnSpc>
                <a:spcPct val="100000"/>
              </a:lnSpc>
              <a:spcBef>
                <a:spcPts val="0"/>
              </a:spcBef>
              <a:spcAft>
                <a:spcPts val="0"/>
              </a:spcAft>
              <a:buClr>
                <a:srgbClr val="999999"/>
              </a:buClr>
              <a:buSzPts val="1200"/>
              <a:buFont typeface="Nunito Light"/>
              <a:buAutoNum type="romanLcPeriod"/>
              <a:defRPr/>
            </a:lvl6pPr>
            <a:lvl7pPr lvl="6" algn="ctr">
              <a:lnSpc>
                <a:spcPct val="100000"/>
              </a:lnSpc>
              <a:spcBef>
                <a:spcPts val="0"/>
              </a:spcBef>
              <a:spcAft>
                <a:spcPts val="0"/>
              </a:spcAft>
              <a:buClr>
                <a:srgbClr val="999999"/>
              </a:buClr>
              <a:buSzPts val="1200"/>
              <a:buFont typeface="Nunito Light"/>
              <a:buAutoNum type="arabicPeriod"/>
              <a:defRPr/>
            </a:lvl7pPr>
            <a:lvl8pPr lvl="7" algn="ctr">
              <a:lnSpc>
                <a:spcPct val="100000"/>
              </a:lnSpc>
              <a:spcBef>
                <a:spcPts val="0"/>
              </a:spcBef>
              <a:spcAft>
                <a:spcPts val="0"/>
              </a:spcAft>
              <a:buClr>
                <a:srgbClr val="999999"/>
              </a:buClr>
              <a:buSzPts val="1200"/>
              <a:buFont typeface="Nunito Light"/>
              <a:buAutoNum type="alphaLcPeriod"/>
              <a:defRPr/>
            </a:lvl8pPr>
            <a:lvl9pPr lvl="8" algn="ctr">
              <a:lnSpc>
                <a:spcPct val="100000"/>
              </a:lnSpc>
              <a:spcBef>
                <a:spcPts val="0"/>
              </a:spcBef>
              <a:spcAft>
                <a:spcPts val="0"/>
              </a:spcAft>
              <a:buClr>
                <a:srgbClr val="999999"/>
              </a:buClr>
              <a:buSzPts val="1200"/>
              <a:buFont typeface="Nunito Light"/>
              <a:buAutoNum type="romanLcPeriod"/>
              <a:defRPr/>
            </a:lvl9pPr>
          </a:lstStyle>
          <a:p/>
        </p:txBody>
      </p:sp>
      <p:sp>
        <p:nvSpPr>
          <p:cNvPr id="327" name="Google Shape;327;p44"/>
          <p:cNvSpPr/>
          <p:nvPr>
            <p:ph idx="2" type="pic"/>
          </p:nvPr>
        </p:nvSpPr>
        <p:spPr>
          <a:xfrm>
            <a:off x="5088475" y="770400"/>
            <a:ext cx="3081600" cy="3602700"/>
          </a:xfrm>
          <a:prstGeom prst="roundRect">
            <a:avLst>
              <a:gd fmla="val 16667" name="adj"/>
            </a:avLst>
          </a:prstGeom>
          <a:noFill/>
          <a:ln>
            <a:noFill/>
          </a:ln>
        </p:spPr>
      </p:sp>
      <p:grpSp>
        <p:nvGrpSpPr>
          <p:cNvPr id="328" name="Google Shape;328;p44"/>
          <p:cNvGrpSpPr/>
          <p:nvPr/>
        </p:nvGrpSpPr>
        <p:grpSpPr>
          <a:xfrm>
            <a:off x="0" y="0"/>
            <a:ext cx="9144001" cy="5143500"/>
            <a:chOff x="0" y="0"/>
            <a:chExt cx="9144001" cy="5143500"/>
          </a:xfrm>
        </p:grpSpPr>
        <p:pic>
          <p:nvPicPr>
            <p:cNvPr id="329" name="Google Shape;329;p44"/>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330" name="Google Shape;330;p44"/>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331" name="Google Shape;331;p44"/>
          <p:cNvGrpSpPr/>
          <p:nvPr/>
        </p:nvGrpSpPr>
        <p:grpSpPr>
          <a:xfrm rot="10800000">
            <a:off x="6704226" y="3811697"/>
            <a:ext cx="4574075" cy="3479350"/>
            <a:chOff x="1522650" y="1117750"/>
            <a:chExt cx="4574075" cy="3479350"/>
          </a:xfrm>
        </p:grpSpPr>
        <p:sp>
          <p:nvSpPr>
            <p:cNvPr id="332" name="Google Shape;332;p44"/>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44"/>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4" name="Shape 334"/>
        <p:cNvGrpSpPr/>
        <p:nvPr/>
      </p:nvGrpSpPr>
      <p:grpSpPr>
        <a:xfrm>
          <a:off x="0" y="0"/>
          <a:ext cx="0" cy="0"/>
          <a:chOff x="0" y="0"/>
          <a:chExt cx="0" cy="0"/>
        </a:xfrm>
      </p:grpSpPr>
      <p:grpSp>
        <p:nvGrpSpPr>
          <p:cNvPr id="335" name="Google Shape;335;p45"/>
          <p:cNvGrpSpPr/>
          <p:nvPr/>
        </p:nvGrpSpPr>
        <p:grpSpPr>
          <a:xfrm>
            <a:off x="10" y="0"/>
            <a:ext cx="9143991" cy="5143500"/>
            <a:chOff x="10" y="0"/>
            <a:chExt cx="9143991" cy="5143500"/>
          </a:xfrm>
        </p:grpSpPr>
        <p:pic>
          <p:nvPicPr>
            <p:cNvPr id="336" name="Google Shape;336;p45"/>
            <p:cNvPicPr preferRelativeResize="0"/>
            <p:nvPr/>
          </p:nvPicPr>
          <p:blipFill rotWithShape="1">
            <a:blip r:embed="rId2">
              <a:alphaModFix/>
            </a:blip>
            <a:srcRect b="0" l="0" r="0" t="0"/>
            <a:stretch/>
          </p:blipFill>
          <p:spPr>
            <a:xfrm flipH="1">
              <a:off x="10" y="0"/>
              <a:ext cx="3405191" cy="5143500"/>
            </a:xfrm>
            <a:prstGeom prst="rect">
              <a:avLst/>
            </a:prstGeom>
            <a:noFill/>
            <a:ln>
              <a:noFill/>
            </a:ln>
          </p:spPr>
        </p:pic>
        <p:pic>
          <p:nvPicPr>
            <p:cNvPr id="337" name="Google Shape;337;p45"/>
            <p:cNvPicPr preferRelativeResize="0"/>
            <p:nvPr/>
          </p:nvPicPr>
          <p:blipFill rotWithShape="1">
            <a:blip r:embed="rId3">
              <a:alphaModFix/>
            </a:blip>
            <a:srcRect b="0" l="0" r="0" t="0"/>
            <a:stretch/>
          </p:blipFill>
          <p:spPr>
            <a:xfrm flipH="1">
              <a:off x="4416200" y="2886625"/>
              <a:ext cx="4727801" cy="2256875"/>
            </a:xfrm>
            <a:prstGeom prst="rect">
              <a:avLst/>
            </a:prstGeom>
            <a:noFill/>
            <a:ln>
              <a:noFill/>
            </a:ln>
          </p:spPr>
        </p:pic>
      </p:grpSp>
      <p:grpSp>
        <p:nvGrpSpPr>
          <p:cNvPr id="338" name="Google Shape;338;p45"/>
          <p:cNvGrpSpPr/>
          <p:nvPr/>
        </p:nvGrpSpPr>
        <p:grpSpPr>
          <a:xfrm rot="756538">
            <a:off x="5159567" y="-1927047"/>
            <a:ext cx="4574157" cy="3479412"/>
            <a:chOff x="1522650" y="1117750"/>
            <a:chExt cx="4574075" cy="3479350"/>
          </a:xfrm>
        </p:grpSpPr>
        <p:sp>
          <p:nvSpPr>
            <p:cNvPr id="339" name="Google Shape;339;p45"/>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45"/>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41" name="Google Shape;341;p45"/>
          <p:cNvSpPr txBox="1"/>
          <p:nvPr>
            <p:ph type="title"/>
          </p:nvPr>
        </p:nvSpPr>
        <p:spPr>
          <a:xfrm>
            <a:off x="3830000" y="1716400"/>
            <a:ext cx="4508100" cy="2529300"/>
          </a:xfrm>
          <a:prstGeom prst="rect">
            <a:avLst/>
          </a:prstGeom>
          <a:noFill/>
          <a:ln>
            <a:noFill/>
          </a:ln>
        </p:spPr>
        <p:txBody>
          <a:bodyPr anchorCtr="0" anchor="ctr" bIns="91425" lIns="91425" spcFirstLastPara="1" rIns="91425" wrap="square" tIns="91425">
            <a:noAutofit/>
          </a:bodyPr>
          <a:lstStyle>
            <a:lvl1pPr lvl="0" algn="l">
              <a:lnSpc>
                <a:spcPct val="80000"/>
              </a:lnSpc>
              <a:spcBef>
                <a:spcPts val="0"/>
              </a:spcBef>
              <a:spcAft>
                <a:spcPts val="0"/>
              </a:spcAft>
              <a:buSzPts val="6000"/>
              <a:buNone/>
              <a:defRPr sz="6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42" name="Shape 342"/>
        <p:cNvGrpSpPr/>
        <p:nvPr/>
      </p:nvGrpSpPr>
      <p:grpSpPr>
        <a:xfrm>
          <a:off x="0" y="0"/>
          <a:ext cx="0" cy="0"/>
          <a:chOff x="0" y="0"/>
          <a:chExt cx="0" cy="0"/>
        </a:xfrm>
      </p:grpSpPr>
      <p:grpSp>
        <p:nvGrpSpPr>
          <p:cNvPr id="343" name="Google Shape;343;p46"/>
          <p:cNvGrpSpPr/>
          <p:nvPr/>
        </p:nvGrpSpPr>
        <p:grpSpPr>
          <a:xfrm rot="756538">
            <a:off x="-714808" y="-2409347"/>
            <a:ext cx="4574157" cy="3479412"/>
            <a:chOff x="1522650" y="1117750"/>
            <a:chExt cx="4574075" cy="3479350"/>
          </a:xfrm>
        </p:grpSpPr>
        <p:sp>
          <p:nvSpPr>
            <p:cNvPr id="344" name="Google Shape;344;p46"/>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46"/>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6" name="Google Shape;346;p46"/>
          <p:cNvGrpSpPr/>
          <p:nvPr/>
        </p:nvGrpSpPr>
        <p:grpSpPr>
          <a:xfrm>
            <a:off x="0" y="0"/>
            <a:ext cx="9144001" cy="5143500"/>
            <a:chOff x="0" y="0"/>
            <a:chExt cx="9144001" cy="5143500"/>
          </a:xfrm>
        </p:grpSpPr>
        <p:pic>
          <p:nvPicPr>
            <p:cNvPr id="347" name="Google Shape;347;p46"/>
            <p:cNvPicPr preferRelativeResize="0"/>
            <p:nvPr/>
          </p:nvPicPr>
          <p:blipFill rotWithShape="1">
            <a:blip r:embed="rId2">
              <a:alphaModFix/>
            </a:blip>
            <a:srcRect b="0" l="0" r="0" t="0"/>
            <a:stretch/>
          </p:blipFill>
          <p:spPr>
            <a:xfrm flipH="1" rot="10800000">
              <a:off x="5738810" y="0"/>
              <a:ext cx="3405191" cy="5143500"/>
            </a:xfrm>
            <a:prstGeom prst="rect">
              <a:avLst/>
            </a:prstGeom>
            <a:noFill/>
            <a:ln>
              <a:noFill/>
            </a:ln>
          </p:spPr>
        </p:pic>
        <p:pic>
          <p:nvPicPr>
            <p:cNvPr id="348" name="Google Shape;348;p46"/>
            <p:cNvPicPr preferRelativeResize="0"/>
            <p:nvPr/>
          </p:nvPicPr>
          <p:blipFill rotWithShape="1">
            <a:blip r:embed="rId3">
              <a:alphaModFix/>
            </a:blip>
            <a:srcRect b="0" l="0" r="0" t="0"/>
            <a:stretch/>
          </p:blipFill>
          <p:spPr>
            <a:xfrm flipH="1" rot="10800000">
              <a:off x="0" y="0"/>
              <a:ext cx="4727801" cy="2256875"/>
            </a:xfrm>
            <a:prstGeom prst="rect">
              <a:avLst/>
            </a:prstGeom>
            <a:noFill/>
            <a:ln>
              <a:noFill/>
            </a:ln>
          </p:spPr>
        </p:pic>
      </p:grpSp>
      <p:sp>
        <p:nvSpPr>
          <p:cNvPr id="349" name="Google Shape;349;p46"/>
          <p:cNvSpPr txBox="1"/>
          <p:nvPr>
            <p:ph type="title"/>
          </p:nvPr>
        </p:nvSpPr>
        <p:spPr>
          <a:xfrm>
            <a:off x="713225" y="1528900"/>
            <a:ext cx="4872900" cy="1964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5000"/>
              <a:buNone/>
              <a:defRPr sz="5000"/>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350" name="Google Shape;350;p46"/>
          <p:cNvSpPr txBox="1"/>
          <p:nvPr>
            <p:ph idx="1" type="subTitle"/>
          </p:nvPr>
        </p:nvSpPr>
        <p:spPr>
          <a:xfrm>
            <a:off x="713225" y="3640050"/>
            <a:ext cx="4872900" cy="453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600"/>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51" name="Shape 351"/>
        <p:cNvGrpSpPr/>
        <p:nvPr/>
      </p:nvGrpSpPr>
      <p:grpSpPr>
        <a:xfrm>
          <a:off x="0" y="0"/>
          <a:ext cx="0" cy="0"/>
          <a:chOff x="0" y="0"/>
          <a:chExt cx="0" cy="0"/>
        </a:xfrm>
      </p:grpSpPr>
      <p:sp>
        <p:nvSpPr>
          <p:cNvPr id="352" name="Google Shape;352;p47"/>
          <p:cNvSpPr/>
          <p:nvPr>
            <p:ph idx="2" type="pic"/>
          </p:nvPr>
        </p:nvSpPr>
        <p:spPr>
          <a:xfrm>
            <a:off x="0" y="0"/>
            <a:ext cx="9144000" cy="5143500"/>
          </a:xfrm>
          <a:prstGeom prst="rect">
            <a:avLst/>
          </a:prstGeom>
          <a:noFill/>
          <a:ln>
            <a:noFill/>
          </a:ln>
        </p:spPr>
      </p:sp>
      <p:sp>
        <p:nvSpPr>
          <p:cNvPr id="353" name="Google Shape;353;p47"/>
          <p:cNvSpPr txBox="1"/>
          <p:nvPr>
            <p:ph type="title"/>
          </p:nvPr>
        </p:nvSpPr>
        <p:spPr>
          <a:xfrm>
            <a:off x="720000" y="4014450"/>
            <a:ext cx="5713200" cy="5727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grpSp>
        <p:nvGrpSpPr>
          <p:cNvPr id="354" name="Google Shape;354;p47"/>
          <p:cNvGrpSpPr/>
          <p:nvPr/>
        </p:nvGrpSpPr>
        <p:grpSpPr>
          <a:xfrm>
            <a:off x="0" y="4"/>
            <a:ext cx="9144005" cy="5143497"/>
            <a:chOff x="0" y="4"/>
            <a:chExt cx="9144005" cy="5143497"/>
          </a:xfrm>
        </p:grpSpPr>
        <p:pic>
          <p:nvPicPr>
            <p:cNvPr id="355" name="Google Shape;355;p47"/>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356" name="Google Shape;356;p47"/>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357" name="Google Shape;357;p47"/>
          <p:cNvGrpSpPr/>
          <p:nvPr/>
        </p:nvGrpSpPr>
        <p:grpSpPr>
          <a:xfrm>
            <a:off x="-896231" y="-2525369"/>
            <a:ext cx="11703669" cy="10221582"/>
            <a:chOff x="-896231" y="-2525369"/>
            <a:chExt cx="11703669" cy="10221582"/>
          </a:xfrm>
        </p:grpSpPr>
        <p:grpSp>
          <p:nvGrpSpPr>
            <p:cNvPr id="358" name="Google Shape;358;p47"/>
            <p:cNvGrpSpPr/>
            <p:nvPr/>
          </p:nvGrpSpPr>
          <p:grpSpPr>
            <a:xfrm flipH="1" rot="-10539848">
              <a:off x="6108563" y="4049075"/>
              <a:ext cx="4573901" cy="3479217"/>
              <a:chOff x="1522650" y="1117750"/>
              <a:chExt cx="4574075" cy="3479350"/>
            </a:xfrm>
          </p:grpSpPr>
          <p:sp>
            <p:nvSpPr>
              <p:cNvPr id="359" name="Google Shape;359;p4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4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61" name="Google Shape;361;p47"/>
            <p:cNvGrpSpPr/>
            <p:nvPr/>
          </p:nvGrpSpPr>
          <p:grpSpPr>
            <a:xfrm>
              <a:off x="-896231" y="-2525369"/>
              <a:ext cx="4573618" cy="3479002"/>
              <a:chOff x="1522650" y="1117750"/>
              <a:chExt cx="4574075" cy="3479350"/>
            </a:xfrm>
          </p:grpSpPr>
          <p:sp>
            <p:nvSpPr>
              <p:cNvPr id="362" name="Google Shape;362;p4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4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64" name="Shape 364"/>
        <p:cNvGrpSpPr/>
        <p:nvPr/>
      </p:nvGrpSpPr>
      <p:grpSpPr>
        <a:xfrm>
          <a:off x="0" y="0"/>
          <a:ext cx="0" cy="0"/>
          <a:chOff x="0" y="0"/>
          <a:chExt cx="0" cy="0"/>
        </a:xfrm>
      </p:grpSpPr>
      <p:sp>
        <p:nvSpPr>
          <p:cNvPr id="365" name="Google Shape;365;p48"/>
          <p:cNvSpPr txBox="1"/>
          <p:nvPr>
            <p:ph hasCustomPrompt="1" type="title"/>
          </p:nvPr>
        </p:nvSpPr>
        <p:spPr>
          <a:xfrm>
            <a:off x="4076350" y="2296400"/>
            <a:ext cx="3843300" cy="10851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9600"/>
              <a:buNone/>
              <a:defRPr sz="60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366" name="Google Shape;366;p48"/>
          <p:cNvSpPr txBox="1"/>
          <p:nvPr>
            <p:ph idx="1" type="subTitle"/>
          </p:nvPr>
        </p:nvSpPr>
        <p:spPr>
          <a:xfrm>
            <a:off x="4076350" y="3426700"/>
            <a:ext cx="3843300" cy="497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pic>
        <p:nvPicPr>
          <p:cNvPr id="367" name="Google Shape;367;p48"/>
          <p:cNvPicPr preferRelativeResize="0"/>
          <p:nvPr/>
        </p:nvPicPr>
        <p:blipFill rotWithShape="1">
          <a:blip r:embed="rId2">
            <a:alphaModFix/>
          </a:blip>
          <a:srcRect b="0" l="0" r="0" t="0"/>
          <a:stretch/>
        </p:blipFill>
        <p:spPr>
          <a:xfrm flipH="1">
            <a:off x="4416200" y="2886625"/>
            <a:ext cx="4727801" cy="2256875"/>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68" name="Shape 368"/>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369" name="Shape 369"/>
        <p:cNvGrpSpPr/>
        <p:nvPr/>
      </p:nvGrpSpPr>
      <p:grpSpPr>
        <a:xfrm>
          <a:off x="0" y="0"/>
          <a:ext cx="0" cy="0"/>
          <a:chOff x="0" y="0"/>
          <a:chExt cx="0" cy="0"/>
        </a:xfrm>
      </p:grpSpPr>
      <p:sp>
        <p:nvSpPr>
          <p:cNvPr id="370" name="Google Shape;370;p5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71" name="Google Shape;371;p50"/>
          <p:cNvSpPr txBox="1"/>
          <p:nvPr>
            <p:ph idx="2" type="title"/>
          </p:nvPr>
        </p:nvSpPr>
        <p:spPr>
          <a:xfrm>
            <a:off x="720000" y="1480883"/>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72" name="Google Shape;372;p50"/>
          <p:cNvSpPr txBox="1"/>
          <p:nvPr>
            <p:ph idx="3" type="title"/>
          </p:nvPr>
        </p:nvSpPr>
        <p:spPr>
          <a:xfrm>
            <a:off x="720000" y="2990491"/>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73" name="Google Shape;373;p50"/>
          <p:cNvSpPr txBox="1"/>
          <p:nvPr>
            <p:ph idx="4" type="title"/>
          </p:nvPr>
        </p:nvSpPr>
        <p:spPr>
          <a:xfrm>
            <a:off x="3306000" y="1480883"/>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74" name="Google Shape;374;p50"/>
          <p:cNvSpPr txBox="1"/>
          <p:nvPr>
            <p:ph idx="5" type="title"/>
          </p:nvPr>
        </p:nvSpPr>
        <p:spPr>
          <a:xfrm>
            <a:off x="3306000" y="2990491"/>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75" name="Google Shape;375;p50"/>
          <p:cNvSpPr txBox="1"/>
          <p:nvPr>
            <p:ph idx="6" type="title"/>
          </p:nvPr>
        </p:nvSpPr>
        <p:spPr>
          <a:xfrm>
            <a:off x="5892000" y="1480883"/>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76" name="Google Shape;376;p50"/>
          <p:cNvSpPr txBox="1"/>
          <p:nvPr>
            <p:ph idx="7" type="title"/>
          </p:nvPr>
        </p:nvSpPr>
        <p:spPr>
          <a:xfrm>
            <a:off x="5892000" y="2990491"/>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77" name="Google Shape;377;p50"/>
          <p:cNvSpPr txBox="1"/>
          <p:nvPr>
            <p:ph idx="1" type="subTitle"/>
          </p:nvPr>
        </p:nvSpPr>
        <p:spPr>
          <a:xfrm>
            <a:off x="720000" y="2026450"/>
            <a:ext cx="2532000" cy="502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78" name="Google Shape;378;p50"/>
          <p:cNvSpPr txBox="1"/>
          <p:nvPr>
            <p:ph idx="8" type="subTitle"/>
          </p:nvPr>
        </p:nvSpPr>
        <p:spPr>
          <a:xfrm>
            <a:off x="3306000" y="2026450"/>
            <a:ext cx="2532000" cy="502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79" name="Google Shape;379;p50"/>
          <p:cNvSpPr txBox="1"/>
          <p:nvPr>
            <p:ph idx="9" type="subTitle"/>
          </p:nvPr>
        </p:nvSpPr>
        <p:spPr>
          <a:xfrm>
            <a:off x="5892000" y="2026450"/>
            <a:ext cx="2532000" cy="502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80" name="Google Shape;380;p50"/>
          <p:cNvSpPr txBox="1"/>
          <p:nvPr>
            <p:ph idx="13" type="subTitle"/>
          </p:nvPr>
        </p:nvSpPr>
        <p:spPr>
          <a:xfrm>
            <a:off x="720000" y="3544900"/>
            <a:ext cx="2532000" cy="49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81" name="Google Shape;381;p50"/>
          <p:cNvSpPr txBox="1"/>
          <p:nvPr>
            <p:ph idx="14" type="subTitle"/>
          </p:nvPr>
        </p:nvSpPr>
        <p:spPr>
          <a:xfrm>
            <a:off x="3306000" y="3544900"/>
            <a:ext cx="2532000" cy="49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82" name="Google Shape;382;p50"/>
          <p:cNvSpPr txBox="1"/>
          <p:nvPr>
            <p:ph idx="15" type="subTitle"/>
          </p:nvPr>
        </p:nvSpPr>
        <p:spPr>
          <a:xfrm>
            <a:off x="5892000" y="3544900"/>
            <a:ext cx="2532000" cy="49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383" name="Google Shape;383;p50"/>
          <p:cNvGrpSpPr/>
          <p:nvPr/>
        </p:nvGrpSpPr>
        <p:grpSpPr>
          <a:xfrm>
            <a:off x="0" y="4"/>
            <a:ext cx="9144005" cy="5143497"/>
            <a:chOff x="0" y="4"/>
            <a:chExt cx="9144005" cy="5143497"/>
          </a:xfrm>
        </p:grpSpPr>
        <p:pic>
          <p:nvPicPr>
            <p:cNvPr id="384" name="Google Shape;384;p50"/>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385" name="Google Shape;385;p50"/>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386" name="Google Shape;386;p50"/>
          <p:cNvGrpSpPr/>
          <p:nvPr/>
        </p:nvGrpSpPr>
        <p:grpSpPr>
          <a:xfrm flipH="1" rot="-10539848">
            <a:off x="6108563" y="4049075"/>
            <a:ext cx="4573901" cy="3479217"/>
            <a:chOff x="1522650" y="1117750"/>
            <a:chExt cx="4574075" cy="3479350"/>
          </a:xfrm>
        </p:grpSpPr>
        <p:sp>
          <p:nvSpPr>
            <p:cNvPr id="387" name="Google Shape;387;p50"/>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50"/>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389" name="Shape 389"/>
        <p:cNvGrpSpPr/>
        <p:nvPr/>
      </p:nvGrpSpPr>
      <p:grpSpPr>
        <a:xfrm>
          <a:off x="0" y="0"/>
          <a:ext cx="0" cy="0"/>
          <a:chOff x="0" y="0"/>
          <a:chExt cx="0" cy="0"/>
        </a:xfrm>
      </p:grpSpPr>
      <p:grpSp>
        <p:nvGrpSpPr>
          <p:cNvPr id="390" name="Google Shape;390;p51"/>
          <p:cNvGrpSpPr/>
          <p:nvPr/>
        </p:nvGrpSpPr>
        <p:grpSpPr>
          <a:xfrm>
            <a:off x="0" y="0"/>
            <a:ext cx="9144001" cy="5143500"/>
            <a:chOff x="0" y="0"/>
            <a:chExt cx="9144001" cy="5143500"/>
          </a:xfrm>
        </p:grpSpPr>
        <p:pic>
          <p:nvPicPr>
            <p:cNvPr id="391" name="Google Shape;391;p51"/>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392" name="Google Shape;392;p51"/>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393" name="Google Shape;393;p51"/>
          <p:cNvGrpSpPr/>
          <p:nvPr/>
        </p:nvGrpSpPr>
        <p:grpSpPr>
          <a:xfrm rot="10800000">
            <a:off x="6704226" y="3811697"/>
            <a:ext cx="4574075" cy="3479350"/>
            <a:chOff x="1522650" y="1117750"/>
            <a:chExt cx="4574075" cy="3479350"/>
          </a:xfrm>
        </p:grpSpPr>
        <p:sp>
          <p:nvSpPr>
            <p:cNvPr id="394" name="Google Shape;394;p51"/>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51"/>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96" name="Google Shape;396;p5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397" name="Shape 397"/>
        <p:cNvGrpSpPr/>
        <p:nvPr/>
      </p:nvGrpSpPr>
      <p:grpSpPr>
        <a:xfrm>
          <a:off x="0" y="0"/>
          <a:ext cx="0" cy="0"/>
          <a:chOff x="0" y="0"/>
          <a:chExt cx="0" cy="0"/>
        </a:xfrm>
      </p:grpSpPr>
      <p:grpSp>
        <p:nvGrpSpPr>
          <p:cNvPr id="398" name="Google Shape;398;p52"/>
          <p:cNvGrpSpPr/>
          <p:nvPr/>
        </p:nvGrpSpPr>
        <p:grpSpPr>
          <a:xfrm>
            <a:off x="0" y="4"/>
            <a:ext cx="9144005" cy="5143497"/>
            <a:chOff x="0" y="4"/>
            <a:chExt cx="9144005" cy="5143497"/>
          </a:xfrm>
        </p:grpSpPr>
        <p:pic>
          <p:nvPicPr>
            <p:cNvPr id="399" name="Google Shape;399;p52"/>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400" name="Google Shape;400;p52"/>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401" name="Google Shape;401;p52"/>
          <p:cNvGrpSpPr/>
          <p:nvPr/>
        </p:nvGrpSpPr>
        <p:grpSpPr>
          <a:xfrm flipH="1" rot="-10539848">
            <a:off x="6108563" y="4049075"/>
            <a:ext cx="4573901" cy="3479217"/>
            <a:chOff x="1522650" y="1117750"/>
            <a:chExt cx="4574075" cy="3479350"/>
          </a:xfrm>
        </p:grpSpPr>
        <p:sp>
          <p:nvSpPr>
            <p:cNvPr id="402" name="Google Shape;402;p52"/>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52"/>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04" name="Google Shape;404;p52"/>
          <p:cNvSpPr txBox="1"/>
          <p:nvPr>
            <p:ph type="title"/>
          </p:nvPr>
        </p:nvSpPr>
        <p:spPr>
          <a:xfrm>
            <a:off x="3889175" y="1000050"/>
            <a:ext cx="3205500" cy="105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05" name="Google Shape;405;p52"/>
          <p:cNvSpPr txBox="1"/>
          <p:nvPr>
            <p:ph idx="1" type="subTitle"/>
          </p:nvPr>
        </p:nvSpPr>
        <p:spPr>
          <a:xfrm>
            <a:off x="3889175" y="2131950"/>
            <a:ext cx="4185300" cy="2011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AutoNum type="arabicPeriod"/>
              <a:defRPr/>
            </a:lvl1pPr>
            <a:lvl2pPr lvl="1" algn="ctr">
              <a:lnSpc>
                <a:spcPct val="100000"/>
              </a:lnSpc>
              <a:spcBef>
                <a:spcPts val="0"/>
              </a:spcBef>
              <a:spcAft>
                <a:spcPts val="0"/>
              </a:spcAft>
              <a:buSzPts val="1200"/>
              <a:buAutoNum type="alphaLcPeriod"/>
              <a:defRPr/>
            </a:lvl2pPr>
            <a:lvl3pPr lvl="2" algn="ctr">
              <a:lnSpc>
                <a:spcPct val="100000"/>
              </a:lnSpc>
              <a:spcBef>
                <a:spcPts val="0"/>
              </a:spcBef>
              <a:spcAft>
                <a:spcPts val="0"/>
              </a:spcAft>
              <a:buSzPts val="1200"/>
              <a:buAutoNum type="romanLcPeriod"/>
              <a:defRPr/>
            </a:lvl3pPr>
            <a:lvl4pPr lvl="3" algn="ctr">
              <a:lnSpc>
                <a:spcPct val="100000"/>
              </a:lnSpc>
              <a:spcBef>
                <a:spcPts val="0"/>
              </a:spcBef>
              <a:spcAft>
                <a:spcPts val="0"/>
              </a:spcAft>
              <a:buSzPts val="1200"/>
              <a:buAutoNum type="arabicPeriod"/>
              <a:defRPr/>
            </a:lvl4pPr>
            <a:lvl5pPr lvl="4" algn="ctr">
              <a:lnSpc>
                <a:spcPct val="100000"/>
              </a:lnSpc>
              <a:spcBef>
                <a:spcPts val="0"/>
              </a:spcBef>
              <a:spcAft>
                <a:spcPts val="0"/>
              </a:spcAft>
              <a:buSzPts val="1200"/>
              <a:buAutoNum type="alphaLcPeriod"/>
              <a:defRPr/>
            </a:lvl5pPr>
            <a:lvl6pPr lvl="5" algn="ctr">
              <a:lnSpc>
                <a:spcPct val="100000"/>
              </a:lnSpc>
              <a:spcBef>
                <a:spcPts val="0"/>
              </a:spcBef>
              <a:spcAft>
                <a:spcPts val="0"/>
              </a:spcAft>
              <a:buSzPts val="1200"/>
              <a:buAutoNum type="romanLcPeriod"/>
              <a:defRPr/>
            </a:lvl6pPr>
            <a:lvl7pPr lvl="6" algn="ctr">
              <a:lnSpc>
                <a:spcPct val="100000"/>
              </a:lnSpc>
              <a:spcBef>
                <a:spcPts val="0"/>
              </a:spcBef>
              <a:spcAft>
                <a:spcPts val="0"/>
              </a:spcAft>
              <a:buSzPts val="1200"/>
              <a:buAutoNum type="arabicPeriod"/>
              <a:defRPr/>
            </a:lvl7pPr>
            <a:lvl8pPr lvl="7" algn="ctr">
              <a:lnSpc>
                <a:spcPct val="100000"/>
              </a:lnSpc>
              <a:spcBef>
                <a:spcPts val="0"/>
              </a:spcBef>
              <a:spcAft>
                <a:spcPts val="0"/>
              </a:spcAft>
              <a:buSzPts val="1200"/>
              <a:buAutoNum type="alphaLcPeriod"/>
              <a:defRPr/>
            </a:lvl8pPr>
            <a:lvl9pPr lvl="8" algn="ctr">
              <a:lnSpc>
                <a:spcPct val="100000"/>
              </a:lnSpc>
              <a:spcBef>
                <a:spcPts val="0"/>
              </a:spcBef>
              <a:spcAft>
                <a:spcPts val="0"/>
              </a:spcAft>
              <a:buSzPts val="1200"/>
              <a:buAutoNum type="romanLcPeriod"/>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
    <p:spTree>
      <p:nvGrpSpPr>
        <p:cNvPr id="406" name="Shape 406"/>
        <p:cNvGrpSpPr/>
        <p:nvPr/>
      </p:nvGrpSpPr>
      <p:grpSpPr>
        <a:xfrm>
          <a:off x="0" y="0"/>
          <a:ext cx="0" cy="0"/>
          <a:chOff x="0" y="0"/>
          <a:chExt cx="0" cy="0"/>
        </a:xfrm>
      </p:grpSpPr>
      <p:grpSp>
        <p:nvGrpSpPr>
          <p:cNvPr id="407" name="Google Shape;407;p53"/>
          <p:cNvGrpSpPr/>
          <p:nvPr/>
        </p:nvGrpSpPr>
        <p:grpSpPr>
          <a:xfrm>
            <a:off x="0" y="0"/>
            <a:ext cx="9144001" cy="5143500"/>
            <a:chOff x="0" y="0"/>
            <a:chExt cx="9144001" cy="5143500"/>
          </a:xfrm>
        </p:grpSpPr>
        <p:pic>
          <p:nvPicPr>
            <p:cNvPr id="408" name="Google Shape;408;p53"/>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409" name="Google Shape;409;p53"/>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410" name="Google Shape;410;p53"/>
          <p:cNvGrpSpPr/>
          <p:nvPr/>
        </p:nvGrpSpPr>
        <p:grpSpPr>
          <a:xfrm rot="10800000">
            <a:off x="6704226" y="3811697"/>
            <a:ext cx="4574075" cy="3479350"/>
            <a:chOff x="1522650" y="1117750"/>
            <a:chExt cx="4574075" cy="3479350"/>
          </a:xfrm>
        </p:grpSpPr>
        <p:sp>
          <p:nvSpPr>
            <p:cNvPr id="411" name="Google Shape;411;p53"/>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53"/>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13" name="Google Shape;413;p53"/>
          <p:cNvSpPr txBox="1"/>
          <p:nvPr>
            <p:ph type="title"/>
          </p:nvPr>
        </p:nvSpPr>
        <p:spPr>
          <a:xfrm>
            <a:off x="713225" y="707075"/>
            <a:ext cx="2345400" cy="974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14" name="Google Shape;414;p53"/>
          <p:cNvSpPr txBox="1"/>
          <p:nvPr>
            <p:ph idx="1" type="subTitle"/>
          </p:nvPr>
        </p:nvSpPr>
        <p:spPr>
          <a:xfrm>
            <a:off x="713225" y="1606775"/>
            <a:ext cx="2345400" cy="1127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15" name="Google Shape;415;p53"/>
          <p:cNvSpPr/>
          <p:nvPr>
            <p:ph idx="2" type="pic"/>
          </p:nvPr>
        </p:nvSpPr>
        <p:spPr>
          <a:xfrm>
            <a:off x="5588500" y="539500"/>
            <a:ext cx="2801100" cy="4064700"/>
          </a:xfrm>
          <a:prstGeom prst="roundRect">
            <a:avLst>
              <a:gd fmla="val 16667" name="adj"/>
            </a:avLst>
          </a:prstGeom>
          <a:noFill/>
          <a:ln>
            <a:noFill/>
          </a:ln>
        </p:spPr>
      </p:sp>
      <p:sp>
        <p:nvSpPr>
          <p:cNvPr id="416" name="Google Shape;416;p53"/>
          <p:cNvSpPr/>
          <p:nvPr>
            <p:ph idx="3" type="pic"/>
          </p:nvPr>
        </p:nvSpPr>
        <p:spPr>
          <a:xfrm>
            <a:off x="3171450" y="539500"/>
            <a:ext cx="2304300" cy="2285700"/>
          </a:xfrm>
          <a:prstGeom prst="roundRect">
            <a:avLst>
              <a:gd fmla="val 16667" name="adj"/>
            </a:avLst>
          </a:prstGeom>
          <a:noFill/>
          <a:ln>
            <a:noFill/>
          </a:ln>
        </p:spPr>
      </p:sp>
      <p:sp>
        <p:nvSpPr>
          <p:cNvPr id="417" name="Google Shape;417;p53"/>
          <p:cNvSpPr/>
          <p:nvPr>
            <p:ph idx="4" type="pic"/>
          </p:nvPr>
        </p:nvSpPr>
        <p:spPr>
          <a:xfrm>
            <a:off x="3171450" y="2953775"/>
            <a:ext cx="2304300" cy="1650300"/>
          </a:xfrm>
          <a:prstGeom prst="roundRect">
            <a:avLst>
              <a:gd fmla="val 16667" name="adj"/>
            </a:avLst>
          </a:prstGeom>
          <a:noFill/>
          <a:ln>
            <a:noFill/>
          </a:ln>
        </p:spPr>
      </p:sp>
      <p:sp>
        <p:nvSpPr>
          <p:cNvPr id="418" name="Google Shape;418;p53"/>
          <p:cNvSpPr/>
          <p:nvPr>
            <p:ph idx="5" type="pic"/>
          </p:nvPr>
        </p:nvSpPr>
        <p:spPr>
          <a:xfrm>
            <a:off x="754400" y="2953775"/>
            <a:ext cx="2304300" cy="1650300"/>
          </a:xfrm>
          <a:prstGeom prst="roundRect">
            <a:avLst>
              <a:gd fmla="val 16667" name="adj"/>
            </a:avLst>
          </a:prstGeom>
          <a:noFill/>
          <a:ln>
            <a:noFill/>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2">
    <p:spTree>
      <p:nvGrpSpPr>
        <p:cNvPr id="419" name="Shape 419"/>
        <p:cNvGrpSpPr/>
        <p:nvPr/>
      </p:nvGrpSpPr>
      <p:grpSpPr>
        <a:xfrm>
          <a:off x="0" y="0"/>
          <a:ext cx="0" cy="0"/>
          <a:chOff x="0" y="0"/>
          <a:chExt cx="0" cy="0"/>
        </a:xfrm>
      </p:grpSpPr>
      <p:grpSp>
        <p:nvGrpSpPr>
          <p:cNvPr id="420" name="Google Shape;420;p54"/>
          <p:cNvGrpSpPr/>
          <p:nvPr/>
        </p:nvGrpSpPr>
        <p:grpSpPr>
          <a:xfrm>
            <a:off x="0" y="4"/>
            <a:ext cx="9144005" cy="5143497"/>
            <a:chOff x="0" y="4"/>
            <a:chExt cx="9144005" cy="5143497"/>
          </a:xfrm>
        </p:grpSpPr>
        <p:pic>
          <p:nvPicPr>
            <p:cNvPr id="421" name="Google Shape;421;p54"/>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422" name="Google Shape;422;p54"/>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423" name="Google Shape;423;p54"/>
          <p:cNvGrpSpPr/>
          <p:nvPr/>
        </p:nvGrpSpPr>
        <p:grpSpPr>
          <a:xfrm flipH="1" rot="-10539848">
            <a:off x="6108563" y="4049075"/>
            <a:ext cx="4573901" cy="3479217"/>
            <a:chOff x="1522650" y="1117750"/>
            <a:chExt cx="4574075" cy="3479350"/>
          </a:xfrm>
        </p:grpSpPr>
        <p:sp>
          <p:nvSpPr>
            <p:cNvPr id="424" name="Google Shape;424;p54"/>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54"/>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26" name="Google Shape;426;p5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27" name="Google Shape;427;p54"/>
          <p:cNvSpPr txBox="1"/>
          <p:nvPr>
            <p:ph idx="1" type="subTitle"/>
          </p:nvPr>
        </p:nvSpPr>
        <p:spPr>
          <a:xfrm>
            <a:off x="719975" y="1164450"/>
            <a:ext cx="3748800" cy="1188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1200"/>
              <a:buChar char="●"/>
              <a:defRPr/>
            </a:lvl1pPr>
            <a:lvl2pPr lvl="1" algn="l">
              <a:lnSpc>
                <a:spcPct val="100000"/>
              </a:lnSpc>
              <a:spcBef>
                <a:spcPts val="0"/>
              </a:spcBef>
              <a:spcAft>
                <a:spcPts val="0"/>
              </a:spcAft>
              <a:buSzPts val="1200"/>
              <a:buChar char="○"/>
              <a:defRPr/>
            </a:lvl2pPr>
            <a:lvl3pPr lvl="2" algn="l">
              <a:lnSpc>
                <a:spcPct val="100000"/>
              </a:lnSpc>
              <a:spcBef>
                <a:spcPts val="0"/>
              </a:spcBef>
              <a:spcAft>
                <a:spcPts val="0"/>
              </a:spcAft>
              <a:buSzPts val="1200"/>
              <a:buChar char="■"/>
              <a:defRPr/>
            </a:lvl3pPr>
            <a:lvl4pPr lvl="3" algn="l">
              <a:lnSpc>
                <a:spcPct val="100000"/>
              </a:lnSpc>
              <a:spcBef>
                <a:spcPts val="0"/>
              </a:spcBef>
              <a:spcAft>
                <a:spcPts val="0"/>
              </a:spcAft>
              <a:buSzPts val="1200"/>
              <a:buChar char="●"/>
              <a:defRPr/>
            </a:lvl4pPr>
            <a:lvl5pPr lvl="4" algn="l">
              <a:lnSpc>
                <a:spcPct val="100000"/>
              </a:lnSpc>
              <a:spcBef>
                <a:spcPts val="0"/>
              </a:spcBef>
              <a:spcAft>
                <a:spcPts val="0"/>
              </a:spcAft>
              <a:buSzPts val="1200"/>
              <a:buChar char="○"/>
              <a:defRPr/>
            </a:lvl5pPr>
            <a:lvl6pPr lvl="5" algn="l">
              <a:lnSpc>
                <a:spcPct val="100000"/>
              </a:lnSpc>
              <a:spcBef>
                <a:spcPts val="0"/>
              </a:spcBef>
              <a:spcAft>
                <a:spcPts val="0"/>
              </a:spcAft>
              <a:buSzPts val="1200"/>
              <a:buChar char="■"/>
              <a:defRPr/>
            </a:lvl6pPr>
            <a:lvl7pPr lvl="6" algn="l">
              <a:lnSpc>
                <a:spcPct val="100000"/>
              </a:lnSpc>
              <a:spcBef>
                <a:spcPts val="0"/>
              </a:spcBef>
              <a:spcAft>
                <a:spcPts val="0"/>
              </a:spcAft>
              <a:buSzPts val="1200"/>
              <a:buChar char="●"/>
              <a:defRPr/>
            </a:lvl7pPr>
            <a:lvl8pPr lvl="7" algn="l">
              <a:lnSpc>
                <a:spcPct val="100000"/>
              </a:lnSpc>
              <a:spcBef>
                <a:spcPts val="0"/>
              </a:spcBef>
              <a:spcAft>
                <a:spcPts val="0"/>
              </a:spcAft>
              <a:buSzPts val="1200"/>
              <a:buChar char="○"/>
              <a:defRPr/>
            </a:lvl8pPr>
            <a:lvl9pPr lvl="8" algn="l">
              <a:lnSpc>
                <a:spcPct val="100000"/>
              </a:lnSpc>
              <a:spcBef>
                <a:spcPts val="0"/>
              </a:spcBef>
              <a:spcAft>
                <a:spcPts val="0"/>
              </a:spcAft>
              <a:buSzPts val="12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3">
    <p:spTree>
      <p:nvGrpSpPr>
        <p:cNvPr id="428" name="Shape 428"/>
        <p:cNvGrpSpPr/>
        <p:nvPr/>
      </p:nvGrpSpPr>
      <p:grpSpPr>
        <a:xfrm>
          <a:off x="0" y="0"/>
          <a:ext cx="0" cy="0"/>
          <a:chOff x="0" y="0"/>
          <a:chExt cx="0" cy="0"/>
        </a:xfrm>
      </p:grpSpPr>
      <p:grpSp>
        <p:nvGrpSpPr>
          <p:cNvPr id="429" name="Google Shape;429;p55"/>
          <p:cNvGrpSpPr/>
          <p:nvPr/>
        </p:nvGrpSpPr>
        <p:grpSpPr>
          <a:xfrm>
            <a:off x="0" y="0"/>
            <a:ext cx="9144001" cy="5143500"/>
            <a:chOff x="0" y="0"/>
            <a:chExt cx="9144001" cy="5143500"/>
          </a:xfrm>
        </p:grpSpPr>
        <p:pic>
          <p:nvPicPr>
            <p:cNvPr id="430" name="Google Shape;430;p55"/>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431" name="Google Shape;431;p55"/>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432" name="Google Shape;432;p55"/>
          <p:cNvGrpSpPr/>
          <p:nvPr/>
        </p:nvGrpSpPr>
        <p:grpSpPr>
          <a:xfrm rot="10800000">
            <a:off x="6704226" y="3811697"/>
            <a:ext cx="4574075" cy="3479350"/>
            <a:chOff x="1522650" y="1117750"/>
            <a:chExt cx="4574075" cy="3479350"/>
          </a:xfrm>
        </p:grpSpPr>
        <p:sp>
          <p:nvSpPr>
            <p:cNvPr id="433" name="Google Shape;433;p55"/>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55"/>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35" name="Google Shape;435;p55"/>
          <p:cNvSpPr txBox="1"/>
          <p:nvPr>
            <p:ph idx="1" type="subTitle"/>
          </p:nvPr>
        </p:nvSpPr>
        <p:spPr>
          <a:xfrm>
            <a:off x="719975" y="1393800"/>
            <a:ext cx="5015400" cy="2203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1200"/>
              <a:buChar char="●"/>
              <a:defRPr/>
            </a:lvl1pPr>
            <a:lvl2pPr lvl="1" algn="l">
              <a:lnSpc>
                <a:spcPct val="100000"/>
              </a:lnSpc>
              <a:spcBef>
                <a:spcPts val="0"/>
              </a:spcBef>
              <a:spcAft>
                <a:spcPts val="0"/>
              </a:spcAft>
              <a:buSzPts val="1200"/>
              <a:buChar char="○"/>
              <a:defRPr/>
            </a:lvl2pPr>
            <a:lvl3pPr lvl="2" algn="l">
              <a:lnSpc>
                <a:spcPct val="100000"/>
              </a:lnSpc>
              <a:spcBef>
                <a:spcPts val="0"/>
              </a:spcBef>
              <a:spcAft>
                <a:spcPts val="0"/>
              </a:spcAft>
              <a:buSzPts val="1200"/>
              <a:buChar char="■"/>
              <a:defRPr/>
            </a:lvl3pPr>
            <a:lvl4pPr lvl="3" algn="l">
              <a:lnSpc>
                <a:spcPct val="100000"/>
              </a:lnSpc>
              <a:spcBef>
                <a:spcPts val="0"/>
              </a:spcBef>
              <a:spcAft>
                <a:spcPts val="0"/>
              </a:spcAft>
              <a:buSzPts val="1200"/>
              <a:buChar char="●"/>
              <a:defRPr/>
            </a:lvl4pPr>
            <a:lvl5pPr lvl="4" algn="l">
              <a:lnSpc>
                <a:spcPct val="100000"/>
              </a:lnSpc>
              <a:spcBef>
                <a:spcPts val="0"/>
              </a:spcBef>
              <a:spcAft>
                <a:spcPts val="0"/>
              </a:spcAft>
              <a:buSzPts val="1200"/>
              <a:buChar char="○"/>
              <a:defRPr/>
            </a:lvl5pPr>
            <a:lvl6pPr lvl="5" algn="l">
              <a:lnSpc>
                <a:spcPct val="100000"/>
              </a:lnSpc>
              <a:spcBef>
                <a:spcPts val="0"/>
              </a:spcBef>
              <a:spcAft>
                <a:spcPts val="0"/>
              </a:spcAft>
              <a:buSzPts val="1200"/>
              <a:buChar char="■"/>
              <a:defRPr/>
            </a:lvl6pPr>
            <a:lvl7pPr lvl="6" algn="l">
              <a:lnSpc>
                <a:spcPct val="100000"/>
              </a:lnSpc>
              <a:spcBef>
                <a:spcPts val="0"/>
              </a:spcBef>
              <a:spcAft>
                <a:spcPts val="0"/>
              </a:spcAft>
              <a:buSzPts val="1200"/>
              <a:buChar char="●"/>
              <a:defRPr/>
            </a:lvl7pPr>
            <a:lvl8pPr lvl="7" algn="l">
              <a:lnSpc>
                <a:spcPct val="100000"/>
              </a:lnSpc>
              <a:spcBef>
                <a:spcPts val="0"/>
              </a:spcBef>
              <a:spcAft>
                <a:spcPts val="0"/>
              </a:spcAft>
              <a:buSzPts val="1200"/>
              <a:buChar char="○"/>
              <a:defRPr/>
            </a:lvl8pPr>
            <a:lvl9pPr lvl="8" algn="l">
              <a:lnSpc>
                <a:spcPct val="100000"/>
              </a:lnSpc>
              <a:spcBef>
                <a:spcPts val="0"/>
              </a:spcBef>
              <a:spcAft>
                <a:spcPts val="0"/>
              </a:spcAft>
              <a:buSzPts val="1200"/>
              <a:buChar char="■"/>
              <a:defRPr/>
            </a:lvl9pPr>
          </a:lstStyle>
          <a:p/>
        </p:txBody>
      </p:sp>
      <p:sp>
        <p:nvSpPr>
          <p:cNvPr id="436" name="Google Shape;436;p5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437" name="Shape 437"/>
        <p:cNvGrpSpPr/>
        <p:nvPr/>
      </p:nvGrpSpPr>
      <p:grpSpPr>
        <a:xfrm>
          <a:off x="0" y="0"/>
          <a:ext cx="0" cy="0"/>
          <a:chOff x="0" y="0"/>
          <a:chExt cx="0" cy="0"/>
        </a:xfrm>
      </p:grpSpPr>
      <p:grpSp>
        <p:nvGrpSpPr>
          <p:cNvPr id="438" name="Google Shape;438;p56"/>
          <p:cNvGrpSpPr/>
          <p:nvPr/>
        </p:nvGrpSpPr>
        <p:grpSpPr>
          <a:xfrm>
            <a:off x="0" y="0"/>
            <a:ext cx="9144001" cy="5143500"/>
            <a:chOff x="0" y="0"/>
            <a:chExt cx="9144001" cy="5143500"/>
          </a:xfrm>
        </p:grpSpPr>
        <p:pic>
          <p:nvPicPr>
            <p:cNvPr id="439" name="Google Shape;439;p56"/>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440" name="Google Shape;440;p56"/>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441" name="Google Shape;441;p56"/>
          <p:cNvGrpSpPr/>
          <p:nvPr/>
        </p:nvGrpSpPr>
        <p:grpSpPr>
          <a:xfrm rot="10800000">
            <a:off x="6704226" y="3811697"/>
            <a:ext cx="4574075" cy="3479350"/>
            <a:chOff x="1522650" y="1117750"/>
            <a:chExt cx="4574075" cy="3479350"/>
          </a:xfrm>
        </p:grpSpPr>
        <p:sp>
          <p:nvSpPr>
            <p:cNvPr id="442" name="Google Shape;442;p56"/>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56"/>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44" name="Google Shape;444;p5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45" name="Google Shape;445;p56"/>
          <p:cNvSpPr txBox="1"/>
          <p:nvPr>
            <p:ph idx="1" type="subTitle"/>
          </p:nvPr>
        </p:nvSpPr>
        <p:spPr>
          <a:xfrm>
            <a:off x="865525" y="2741725"/>
            <a:ext cx="2189400" cy="186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46" name="Google Shape;446;p56"/>
          <p:cNvSpPr txBox="1"/>
          <p:nvPr>
            <p:ph idx="2" type="subTitle"/>
          </p:nvPr>
        </p:nvSpPr>
        <p:spPr>
          <a:xfrm>
            <a:off x="3433873" y="2741725"/>
            <a:ext cx="2189400" cy="186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47" name="Google Shape;447;p56"/>
          <p:cNvSpPr txBox="1"/>
          <p:nvPr>
            <p:ph idx="3" type="subTitle"/>
          </p:nvPr>
        </p:nvSpPr>
        <p:spPr>
          <a:xfrm>
            <a:off x="6002228" y="2741725"/>
            <a:ext cx="2189400" cy="186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48" name="Google Shape;448;p56"/>
          <p:cNvSpPr txBox="1"/>
          <p:nvPr>
            <p:ph idx="4" type="subTitle"/>
          </p:nvPr>
        </p:nvSpPr>
        <p:spPr>
          <a:xfrm>
            <a:off x="865525" y="2046500"/>
            <a:ext cx="2189400" cy="708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49" name="Google Shape;449;p56"/>
          <p:cNvSpPr txBox="1"/>
          <p:nvPr>
            <p:ph idx="5" type="subTitle"/>
          </p:nvPr>
        </p:nvSpPr>
        <p:spPr>
          <a:xfrm>
            <a:off x="3433878" y="2046500"/>
            <a:ext cx="2189400" cy="708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50" name="Google Shape;450;p56"/>
          <p:cNvSpPr txBox="1"/>
          <p:nvPr>
            <p:ph idx="6" type="subTitle"/>
          </p:nvPr>
        </p:nvSpPr>
        <p:spPr>
          <a:xfrm>
            <a:off x="6002231" y="2046500"/>
            <a:ext cx="2189400" cy="708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451" name="Shape 451"/>
        <p:cNvGrpSpPr/>
        <p:nvPr/>
      </p:nvGrpSpPr>
      <p:grpSpPr>
        <a:xfrm>
          <a:off x="0" y="0"/>
          <a:ext cx="0" cy="0"/>
          <a:chOff x="0" y="0"/>
          <a:chExt cx="0" cy="0"/>
        </a:xfrm>
      </p:grpSpPr>
      <p:grpSp>
        <p:nvGrpSpPr>
          <p:cNvPr id="452" name="Google Shape;452;p57"/>
          <p:cNvGrpSpPr/>
          <p:nvPr/>
        </p:nvGrpSpPr>
        <p:grpSpPr>
          <a:xfrm>
            <a:off x="0" y="4"/>
            <a:ext cx="9144005" cy="5143497"/>
            <a:chOff x="0" y="4"/>
            <a:chExt cx="9144005" cy="5143497"/>
          </a:xfrm>
        </p:grpSpPr>
        <p:pic>
          <p:nvPicPr>
            <p:cNvPr id="453" name="Google Shape;453;p57"/>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454" name="Google Shape;454;p57"/>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455" name="Google Shape;455;p57"/>
          <p:cNvGrpSpPr/>
          <p:nvPr/>
        </p:nvGrpSpPr>
        <p:grpSpPr>
          <a:xfrm flipH="1" rot="-10539848">
            <a:off x="6108563" y="4049075"/>
            <a:ext cx="4573901" cy="3479217"/>
            <a:chOff x="1522650" y="1117750"/>
            <a:chExt cx="4574075" cy="3479350"/>
          </a:xfrm>
        </p:grpSpPr>
        <p:sp>
          <p:nvSpPr>
            <p:cNvPr id="456" name="Google Shape;456;p5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5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8" name="Google Shape;458;p5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59" name="Google Shape;459;p57"/>
          <p:cNvSpPr txBox="1"/>
          <p:nvPr>
            <p:ph idx="1" type="subTitle"/>
          </p:nvPr>
        </p:nvSpPr>
        <p:spPr>
          <a:xfrm>
            <a:off x="1225674" y="1659425"/>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60" name="Google Shape;460;p57"/>
          <p:cNvSpPr txBox="1"/>
          <p:nvPr>
            <p:ph idx="2" type="subTitle"/>
          </p:nvPr>
        </p:nvSpPr>
        <p:spPr>
          <a:xfrm>
            <a:off x="5052125" y="1659425"/>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61" name="Google Shape;461;p57"/>
          <p:cNvSpPr txBox="1"/>
          <p:nvPr>
            <p:ph idx="3" type="subTitle"/>
          </p:nvPr>
        </p:nvSpPr>
        <p:spPr>
          <a:xfrm>
            <a:off x="1225674" y="3320000"/>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62" name="Google Shape;462;p57"/>
          <p:cNvSpPr txBox="1"/>
          <p:nvPr>
            <p:ph idx="4" type="subTitle"/>
          </p:nvPr>
        </p:nvSpPr>
        <p:spPr>
          <a:xfrm>
            <a:off x="5052125" y="3320000"/>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63" name="Google Shape;463;p57"/>
          <p:cNvSpPr txBox="1"/>
          <p:nvPr>
            <p:ph idx="5" type="subTitle"/>
          </p:nvPr>
        </p:nvSpPr>
        <p:spPr>
          <a:xfrm>
            <a:off x="1225675" y="13316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64" name="Google Shape;464;p57"/>
          <p:cNvSpPr txBox="1"/>
          <p:nvPr>
            <p:ph idx="6" type="subTitle"/>
          </p:nvPr>
        </p:nvSpPr>
        <p:spPr>
          <a:xfrm>
            <a:off x="1225675" y="29922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65" name="Google Shape;465;p57"/>
          <p:cNvSpPr txBox="1"/>
          <p:nvPr>
            <p:ph idx="7" type="subTitle"/>
          </p:nvPr>
        </p:nvSpPr>
        <p:spPr>
          <a:xfrm>
            <a:off x="5052099" y="13316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66" name="Google Shape;466;p57"/>
          <p:cNvSpPr txBox="1"/>
          <p:nvPr>
            <p:ph idx="8" type="subTitle"/>
          </p:nvPr>
        </p:nvSpPr>
        <p:spPr>
          <a:xfrm>
            <a:off x="5052099" y="29922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467" name="Shape 467"/>
        <p:cNvGrpSpPr/>
        <p:nvPr/>
      </p:nvGrpSpPr>
      <p:grpSpPr>
        <a:xfrm>
          <a:off x="0" y="0"/>
          <a:ext cx="0" cy="0"/>
          <a:chOff x="0" y="0"/>
          <a:chExt cx="0" cy="0"/>
        </a:xfrm>
      </p:grpSpPr>
      <p:grpSp>
        <p:nvGrpSpPr>
          <p:cNvPr id="468" name="Google Shape;468;p58"/>
          <p:cNvGrpSpPr/>
          <p:nvPr/>
        </p:nvGrpSpPr>
        <p:grpSpPr>
          <a:xfrm>
            <a:off x="0" y="0"/>
            <a:ext cx="9144001" cy="5143500"/>
            <a:chOff x="0" y="0"/>
            <a:chExt cx="9144001" cy="5143500"/>
          </a:xfrm>
        </p:grpSpPr>
        <p:pic>
          <p:nvPicPr>
            <p:cNvPr id="469" name="Google Shape;469;p58"/>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470" name="Google Shape;470;p58"/>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471" name="Google Shape;471;p58"/>
          <p:cNvGrpSpPr/>
          <p:nvPr/>
        </p:nvGrpSpPr>
        <p:grpSpPr>
          <a:xfrm rot="10800000">
            <a:off x="6704226" y="3811697"/>
            <a:ext cx="4574075" cy="3479350"/>
            <a:chOff x="1522650" y="1117750"/>
            <a:chExt cx="4574075" cy="3479350"/>
          </a:xfrm>
        </p:grpSpPr>
        <p:sp>
          <p:nvSpPr>
            <p:cNvPr id="472" name="Google Shape;472;p58"/>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58"/>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74" name="Google Shape;474;p5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75" name="Google Shape;475;p58"/>
          <p:cNvSpPr txBox="1"/>
          <p:nvPr>
            <p:ph idx="1" type="subTitle"/>
          </p:nvPr>
        </p:nvSpPr>
        <p:spPr>
          <a:xfrm>
            <a:off x="1162025" y="1656927"/>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76" name="Google Shape;476;p58"/>
          <p:cNvSpPr txBox="1"/>
          <p:nvPr>
            <p:ph idx="2" type="subTitle"/>
          </p:nvPr>
        </p:nvSpPr>
        <p:spPr>
          <a:xfrm>
            <a:off x="3782975" y="1656925"/>
            <a:ext cx="1972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77" name="Google Shape;477;p58"/>
          <p:cNvSpPr txBox="1"/>
          <p:nvPr>
            <p:ph idx="3" type="subTitle"/>
          </p:nvPr>
        </p:nvSpPr>
        <p:spPr>
          <a:xfrm>
            <a:off x="1162025" y="3387221"/>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78" name="Google Shape;478;p58"/>
          <p:cNvSpPr txBox="1"/>
          <p:nvPr>
            <p:ph idx="4" type="subTitle"/>
          </p:nvPr>
        </p:nvSpPr>
        <p:spPr>
          <a:xfrm>
            <a:off x="3782975" y="3387221"/>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79" name="Google Shape;479;p58"/>
          <p:cNvSpPr txBox="1"/>
          <p:nvPr>
            <p:ph idx="5" type="subTitle"/>
          </p:nvPr>
        </p:nvSpPr>
        <p:spPr>
          <a:xfrm>
            <a:off x="6403925" y="1656927"/>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80" name="Google Shape;480;p58"/>
          <p:cNvSpPr txBox="1"/>
          <p:nvPr>
            <p:ph idx="6" type="subTitle"/>
          </p:nvPr>
        </p:nvSpPr>
        <p:spPr>
          <a:xfrm>
            <a:off x="6403925" y="3387221"/>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81" name="Google Shape;481;p58"/>
          <p:cNvSpPr txBox="1"/>
          <p:nvPr>
            <p:ph idx="7" type="subTitle"/>
          </p:nvPr>
        </p:nvSpPr>
        <p:spPr>
          <a:xfrm>
            <a:off x="1162025" y="1359241"/>
            <a:ext cx="1975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82" name="Google Shape;482;p58"/>
          <p:cNvSpPr txBox="1"/>
          <p:nvPr>
            <p:ph idx="8" type="subTitle"/>
          </p:nvPr>
        </p:nvSpPr>
        <p:spPr>
          <a:xfrm>
            <a:off x="3782975" y="1359241"/>
            <a:ext cx="1972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83" name="Google Shape;483;p58"/>
          <p:cNvSpPr txBox="1"/>
          <p:nvPr>
            <p:ph idx="9" type="subTitle"/>
          </p:nvPr>
        </p:nvSpPr>
        <p:spPr>
          <a:xfrm>
            <a:off x="6403925" y="1359241"/>
            <a:ext cx="19728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84" name="Google Shape;484;p58"/>
          <p:cNvSpPr txBox="1"/>
          <p:nvPr>
            <p:ph idx="13" type="subTitle"/>
          </p:nvPr>
        </p:nvSpPr>
        <p:spPr>
          <a:xfrm>
            <a:off x="1162025" y="3086317"/>
            <a:ext cx="1975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85" name="Google Shape;485;p58"/>
          <p:cNvSpPr txBox="1"/>
          <p:nvPr>
            <p:ph idx="14" type="subTitle"/>
          </p:nvPr>
        </p:nvSpPr>
        <p:spPr>
          <a:xfrm>
            <a:off x="3782975" y="3086317"/>
            <a:ext cx="1972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86" name="Google Shape;486;p58"/>
          <p:cNvSpPr txBox="1"/>
          <p:nvPr>
            <p:ph idx="15" type="subTitle"/>
          </p:nvPr>
        </p:nvSpPr>
        <p:spPr>
          <a:xfrm>
            <a:off x="6403925" y="3086317"/>
            <a:ext cx="19728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487" name="Shape 487"/>
        <p:cNvGrpSpPr/>
        <p:nvPr/>
      </p:nvGrpSpPr>
      <p:grpSpPr>
        <a:xfrm>
          <a:off x="0" y="0"/>
          <a:ext cx="0" cy="0"/>
          <a:chOff x="0" y="0"/>
          <a:chExt cx="0" cy="0"/>
        </a:xfrm>
      </p:grpSpPr>
      <p:sp>
        <p:nvSpPr>
          <p:cNvPr id="488" name="Google Shape;488;p59"/>
          <p:cNvSpPr txBox="1"/>
          <p:nvPr>
            <p:ph type="title"/>
          </p:nvPr>
        </p:nvSpPr>
        <p:spPr>
          <a:xfrm>
            <a:off x="1200575" y="2266166"/>
            <a:ext cx="2739300" cy="6675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41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489" name="Google Shape;489;p59"/>
          <p:cNvSpPr txBox="1"/>
          <p:nvPr>
            <p:ph idx="1" type="subTitle"/>
          </p:nvPr>
        </p:nvSpPr>
        <p:spPr>
          <a:xfrm>
            <a:off x="1200575" y="2948884"/>
            <a:ext cx="2739300" cy="365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490" name="Google Shape;490;p59"/>
          <p:cNvSpPr txBox="1"/>
          <p:nvPr>
            <p:ph idx="2" type="title"/>
          </p:nvPr>
        </p:nvSpPr>
        <p:spPr>
          <a:xfrm>
            <a:off x="1200575" y="977950"/>
            <a:ext cx="2739300" cy="6663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41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491" name="Google Shape;491;p59"/>
          <p:cNvSpPr txBox="1"/>
          <p:nvPr>
            <p:ph idx="3" type="subTitle"/>
          </p:nvPr>
        </p:nvSpPr>
        <p:spPr>
          <a:xfrm>
            <a:off x="1200575" y="1669422"/>
            <a:ext cx="2739300" cy="36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492" name="Google Shape;492;p59"/>
          <p:cNvSpPr txBox="1"/>
          <p:nvPr>
            <p:ph idx="4" type="title"/>
          </p:nvPr>
        </p:nvSpPr>
        <p:spPr>
          <a:xfrm>
            <a:off x="1200575" y="3555582"/>
            <a:ext cx="2739300" cy="6675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41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493" name="Google Shape;493;p59"/>
          <p:cNvSpPr txBox="1"/>
          <p:nvPr>
            <p:ph idx="5" type="subTitle"/>
          </p:nvPr>
        </p:nvSpPr>
        <p:spPr>
          <a:xfrm>
            <a:off x="1200575" y="4238300"/>
            <a:ext cx="2739300" cy="365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pic>
        <p:nvPicPr>
          <p:cNvPr id="494" name="Google Shape;494;p59"/>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495" name="Shape 495"/>
        <p:cNvGrpSpPr/>
        <p:nvPr/>
      </p:nvGrpSpPr>
      <p:grpSpPr>
        <a:xfrm>
          <a:off x="0" y="0"/>
          <a:ext cx="0" cy="0"/>
          <a:chOff x="0" y="0"/>
          <a:chExt cx="0" cy="0"/>
        </a:xfrm>
      </p:grpSpPr>
      <p:sp>
        <p:nvSpPr>
          <p:cNvPr id="496" name="Google Shape;496;p60"/>
          <p:cNvSpPr txBox="1"/>
          <p:nvPr>
            <p:ph type="title"/>
          </p:nvPr>
        </p:nvSpPr>
        <p:spPr>
          <a:xfrm>
            <a:off x="713225" y="747263"/>
            <a:ext cx="3281700" cy="953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60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97" name="Google Shape;497;p60"/>
          <p:cNvSpPr txBox="1"/>
          <p:nvPr>
            <p:ph idx="1" type="subTitle"/>
          </p:nvPr>
        </p:nvSpPr>
        <p:spPr>
          <a:xfrm>
            <a:off x="713225" y="1584449"/>
            <a:ext cx="3281700" cy="895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pic>
        <p:nvPicPr>
          <p:cNvPr id="498" name="Google Shape;498;p60"/>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sp>
        <p:nvSpPr>
          <p:cNvPr id="499" name="Google Shape;499;p60"/>
          <p:cNvSpPr txBox="1"/>
          <p:nvPr/>
        </p:nvSpPr>
        <p:spPr>
          <a:xfrm>
            <a:off x="713225" y="3410538"/>
            <a:ext cx="3278700" cy="72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300"/>
              </a:spcBef>
              <a:spcAft>
                <a:spcPts val="0"/>
              </a:spcAft>
              <a:buClr>
                <a:srgbClr val="000000"/>
              </a:buClr>
              <a:buSzPts val="1000"/>
              <a:buFont typeface="Arial"/>
              <a:buNone/>
            </a:pPr>
            <a:r>
              <a:rPr b="1" i="0" lang="en" sz="1000" u="none" cap="none" strike="noStrike">
                <a:solidFill>
                  <a:schemeClr val="dk1"/>
                </a:solidFill>
                <a:latin typeface="Cairo"/>
                <a:ea typeface="Cairo"/>
                <a:cs typeface="Cairo"/>
                <a:sym typeface="Cairo"/>
              </a:rPr>
              <a:t>CREDITS:</a:t>
            </a:r>
            <a:r>
              <a:rPr b="0" i="0" lang="en" sz="1000" u="none" cap="none" strike="noStrike">
                <a:solidFill>
                  <a:schemeClr val="dk1"/>
                </a:solidFill>
                <a:latin typeface="Cairo"/>
                <a:ea typeface="Cairo"/>
                <a:cs typeface="Cairo"/>
                <a:sym typeface="Cairo"/>
              </a:rPr>
              <a:t> This presentation template was created by </a:t>
            </a:r>
            <a:r>
              <a:rPr b="1" i="0" lang="en" sz="1000" u="sng" cap="none" strike="noStrike">
                <a:solidFill>
                  <a:schemeClr val="hlink"/>
                </a:solidFill>
                <a:latin typeface="Cairo"/>
                <a:ea typeface="Cairo"/>
                <a:cs typeface="Cairo"/>
                <a:sym typeface="Cairo"/>
                <a:hlinkClick r:id="rId3"/>
              </a:rPr>
              <a:t>Slidesgo</a:t>
            </a:r>
            <a:r>
              <a:rPr b="0" i="0" lang="en" sz="1000" u="none" cap="none" strike="noStrike">
                <a:solidFill>
                  <a:schemeClr val="dk1"/>
                </a:solidFill>
                <a:latin typeface="Cairo"/>
                <a:ea typeface="Cairo"/>
                <a:cs typeface="Cairo"/>
                <a:sym typeface="Cairo"/>
              </a:rPr>
              <a:t>, and includes icons by </a:t>
            </a:r>
            <a:r>
              <a:rPr b="1" i="0" lang="en" sz="1000" u="sng" cap="none" strike="noStrike">
                <a:solidFill>
                  <a:schemeClr val="hlink"/>
                </a:solidFill>
                <a:latin typeface="Cairo"/>
                <a:ea typeface="Cairo"/>
                <a:cs typeface="Cairo"/>
                <a:sym typeface="Cairo"/>
                <a:hlinkClick r:id="rId4"/>
              </a:rPr>
              <a:t>Flaticon</a:t>
            </a:r>
            <a:r>
              <a:rPr b="0" i="0" lang="en" sz="1000" u="none" cap="none" strike="noStrike">
                <a:solidFill>
                  <a:schemeClr val="dk1"/>
                </a:solidFill>
                <a:latin typeface="Cairo"/>
                <a:ea typeface="Cairo"/>
                <a:cs typeface="Cairo"/>
                <a:sym typeface="Cairo"/>
              </a:rPr>
              <a:t>, and infographics &amp; images by </a:t>
            </a:r>
            <a:r>
              <a:rPr b="1" i="0" lang="en" sz="1000" u="sng" cap="none" strike="noStrike">
                <a:solidFill>
                  <a:schemeClr val="hlink"/>
                </a:solidFill>
                <a:latin typeface="Cairo"/>
                <a:ea typeface="Cairo"/>
                <a:cs typeface="Cairo"/>
                <a:sym typeface="Cairo"/>
                <a:hlinkClick r:id="rId5"/>
              </a:rPr>
              <a:t>Freepik</a:t>
            </a:r>
            <a:r>
              <a:rPr b="1" i="0" lang="en" sz="1000" u="sng" cap="none" strike="noStrike">
                <a:solidFill>
                  <a:schemeClr val="dk1"/>
                </a:solidFill>
                <a:latin typeface="Cairo"/>
                <a:ea typeface="Cairo"/>
                <a:cs typeface="Cairo"/>
                <a:sym typeface="Cairo"/>
              </a:rPr>
              <a:t> </a:t>
            </a:r>
            <a:endParaRPr b="1" i="0" sz="1000" u="sng" cap="none" strike="noStrike">
              <a:solidFill>
                <a:schemeClr val="dk1"/>
              </a:solidFill>
              <a:latin typeface="Cairo"/>
              <a:ea typeface="Cairo"/>
              <a:cs typeface="Cairo"/>
              <a:sym typeface="Cairo"/>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500" name="Shape 500"/>
        <p:cNvGrpSpPr/>
        <p:nvPr/>
      </p:nvGrpSpPr>
      <p:grpSpPr>
        <a:xfrm>
          <a:off x="0" y="0"/>
          <a:ext cx="0" cy="0"/>
          <a:chOff x="0" y="0"/>
          <a:chExt cx="0" cy="0"/>
        </a:xfrm>
      </p:grpSpPr>
      <p:grpSp>
        <p:nvGrpSpPr>
          <p:cNvPr id="501" name="Google Shape;501;p61"/>
          <p:cNvGrpSpPr/>
          <p:nvPr/>
        </p:nvGrpSpPr>
        <p:grpSpPr>
          <a:xfrm>
            <a:off x="0" y="0"/>
            <a:ext cx="9144001" cy="5143500"/>
            <a:chOff x="0" y="0"/>
            <a:chExt cx="9144001" cy="5143500"/>
          </a:xfrm>
        </p:grpSpPr>
        <p:pic>
          <p:nvPicPr>
            <p:cNvPr id="502" name="Google Shape;502;p61"/>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pic>
          <p:nvPicPr>
            <p:cNvPr id="503" name="Google Shape;503;p61"/>
            <p:cNvPicPr preferRelativeResize="0"/>
            <p:nvPr/>
          </p:nvPicPr>
          <p:blipFill rotWithShape="1">
            <a:blip r:embed="rId3">
              <a:alphaModFix/>
            </a:blip>
            <a:srcRect b="0" l="0" r="0" t="0"/>
            <a:stretch/>
          </p:blipFill>
          <p:spPr>
            <a:xfrm flipH="1" rot="10800000">
              <a:off x="5738810" y="0"/>
              <a:ext cx="3405191" cy="5143500"/>
            </a:xfrm>
            <a:prstGeom prst="rect">
              <a:avLst/>
            </a:prstGeom>
            <a:noFill/>
            <a:ln>
              <a:noFill/>
            </a:ln>
          </p:spPr>
        </p:pic>
      </p:grpSp>
      <p:grpSp>
        <p:nvGrpSpPr>
          <p:cNvPr id="504" name="Google Shape;504;p61"/>
          <p:cNvGrpSpPr/>
          <p:nvPr/>
        </p:nvGrpSpPr>
        <p:grpSpPr>
          <a:xfrm rot="756538">
            <a:off x="-1069833" y="-1842572"/>
            <a:ext cx="4574157" cy="3479412"/>
            <a:chOff x="1522650" y="1117750"/>
            <a:chExt cx="4574075" cy="3479350"/>
          </a:xfrm>
        </p:grpSpPr>
        <p:sp>
          <p:nvSpPr>
            <p:cNvPr id="505" name="Google Shape;505;p61"/>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61"/>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507" name="Shape 507"/>
        <p:cNvGrpSpPr/>
        <p:nvPr/>
      </p:nvGrpSpPr>
      <p:grpSpPr>
        <a:xfrm>
          <a:off x="0" y="0"/>
          <a:ext cx="0" cy="0"/>
          <a:chOff x="0" y="0"/>
          <a:chExt cx="0" cy="0"/>
        </a:xfrm>
      </p:grpSpPr>
      <p:grpSp>
        <p:nvGrpSpPr>
          <p:cNvPr id="508" name="Google Shape;508;p62"/>
          <p:cNvGrpSpPr/>
          <p:nvPr/>
        </p:nvGrpSpPr>
        <p:grpSpPr>
          <a:xfrm>
            <a:off x="0" y="0"/>
            <a:ext cx="9144001" cy="5143500"/>
            <a:chOff x="0" y="0"/>
            <a:chExt cx="9144001" cy="5143500"/>
          </a:xfrm>
        </p:grpSpPr>
        <p:pic>
          <p:nvPicPr>
            <p:cNvPr id="509" name="Google Shape;509;p62"/>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510" name="Google Shape;510;p62"/>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511" name="Google Shape;511;p62"/>
          <p:cNvGrpSpPr/>
          <p:nvPr/>
        </p:nvGrpSpPr>
        <p:grpSpPr>
          <a:xfrm>
            <a:off x="-1845124" y="-2180828"/>
            <a:ext cx="12652562" cy="9877041"/>
            <a:chOff x="-1845124" y="-2180828"/>
            <a:chExt cx="12652562" cy="9877041"/>
          </a:xfrm>
        </p:grpSpPr>
        <p:grpSp>
          <p:nvGrpSpPr>
            <p:cNvPr id="512" name="Google Shape;512;p62"/>
            <p:cNvGrpSpPr/>
            <p:nvPr/>
          </p:nvGrpSpPr>
          <p:grpSpPr>
            <a:xfrm>
              <a:off x="-1845124" y="-2180828"/>
              <a:ext cx="4574075" cy="3479350"/>
              <a:chOff x="1522650" y="1117750"/>
              <a:chExt cx="4574075" cy="3479350"/>
            </a:xfrm>
          </p:grpSpPr>
          <p:sp>
            <p:nvSpPr>
              <p:cNvPr id="513" name="Google Shape;513;p62"/>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62"/>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15" name="Google Shape;515;p62"/>
            <p:cNvGrpSpPr/>
            <p:nvPr/>
          </p:nvGrpSpPr>
          <p:grpSpPr>
            <a:xfrm flipH="1" rot="-10539848">
              <a:off x="6108563" y="4049075"/>
              <a:ext cx="4573901" cy="3479217"/>
              <a:chOff x="1522650" y="1117750"/>
              <a:chExt cx="4574075" cy="3479350"/>
            </a:xfrm>
          </p:grpSpPr>
          <p:sp>
            <p:nvSpPr>
              <p:cNvPr id="516" name="Google Shape;516;p62"/>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62"/>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21" name="Shape 521"/>
        <p:cNvGrpSpPr/>
        <p:nvPr/>
      </p:nvGrpSpPr>
      <p:grpSpPr>
        <a:xfrm>
          <a:off x="0" y="0"/>
          <a:ext cx="0" cy="0"/>
          <a:chOff x="0" y="0"/>
          <a:chExt cx="0" cy="0"/>
        </a:xfrm>
      </p:grpSpPr>
      <p:grpSp>
        <p:nvGrpSpPr>
          <p:cNvPr id="522" name="Google Shape;522;p64"/>
          <p:cNvGrpSpPr/>
          <p:nvPr/>
        </p:nvGrpSpPr>
        <p:grpSpPr>
          <a:xfrm>
            <a:off x="0" y="0"/>
            <a:ext cx="9144001" cy="5143500"/>
            <a:chOff x="0" y="0"/>
            <a:chExt cx="9144001" cy="5143500"/>
          </a:xfrm>
        </p:grpSpPr>
        <p:pic>
          <p:nvPicPr>
            <p:cNvPr id="523" name="Google Shape;523;p64"/>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524" name="Google Shape;524;p64"/>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sp>
        <p:nvSpPr>
          <p:cNvPr id="525" name="Google Shape;525;p6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26" name="Google Shape;526;p64"/>
          <p:cNvSpPr txBox="1"/>
          <p:nvPr>
            <p:ph idx="1" type="body"/>
          </p:nvPr>
        </p:nvSpPr>
        <p:spPr>
          <a:xfrm>
            <a:off x="720000" y="1090229"/>
            <a:ext cx="7704000" cy="3486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Font typeface="Nunito Light"/>
              <a:buChar char="●"/>
              <a:defRPr/>
            </a:lvl1pPr>
            <a:lvl2pPr indent="-304800" lvl="1" marL="914400" algn="l">
              <a:lnSpc>
                <a:spcPct val="100000"/>
              </a:lnSpc>
              <a:spcBef>
                <a:spcPts val="0"/>
              </a:spcBef>
              <a:spcAft>
                <a:spcPts val="0"/>
              </a:spcAft>
              <a:buSzPts val="1200"/>
              <a:buFont typeface="Nunito Light"/>
              <a:buChar char="○"/>
              <a:defRPr/>
            </a:lvl2pPr>
            <a:lvl3pPr indent="-304800" lvl="2" marL="1371600" algn="l">
              <a:lnSpc>
                <a:spcPct val="100000"/>
              </a:lnSpc>
              <a:spcBef>
                <a:spcPts val="0"/>
              </a:spcBef>
              <a:spcAft>
                <a:spcPts val="0"/>
              </a:spcAft>
              <a:buSzPts val="1200"/>
              <a:buFont typeface="Nunito Light"/>
              <a:buChar char="■"/>
              <a:defRPr/>
            </a:lvl3pPr>
            <a:lvl4pPr indent="-304800" lvl="3" marL="1828800" algn="l">
              <a:lnSpc>
                <a:spcPct val="100000"/>
              </a:lnSpc>
              <a:spcBef>
                <a:spcPts val="0"/>
              </a:spcBef>
              <a:spcAft>
                <a:spcPts val="0"/>
              </a:spcAft>
              <a:buSzPts val="1200"/>
              <a:buFont typeface="Nunito Light"/>
              <a:buChar char="●"/>
              <a:defRPr/>
            </a:lvl4pPr>
            <a:lvl5pPr indent="-304800" lvl="4" marL="2286000" algn="l">
              <a:lnSpc>
                <a:spcPct val="100000"/>
              </a:lnSpc>
              <a:spcBef>
                <a:spcPts val="0"/>
              </a:spcBef>
              <a:spcAft>
                <a:spcPts val="0"/>
              </a:spcAft>
              <a:buSzPts val="1200"/>
              <a:buFont typeface="Nunito Light"/>
              <a:buChar char="○"/>
              <a:defRPr/>
            </a:lvl5pPr>
            <a:lvl6pPr indent="-304800" lvl="5" marL="2743200" algn="l">
              <a:lnSpc>
                <a:spcPct val="100000"/>
              </a:lnSpc>
              <a:spcBef>
                <a:spcPts val="0"/>
              </a:spcBef>
              <a:spcAft>
                <a:spcPts val="0"/>
              </a:spcAft>
              <a:buSzPts val="1200"/>
              <a:buFont typeface="Nunito Light"/>
              <a:buChar char="■"/>
              <a:defRPr/>
            </a:lvl6pPr>
            <a:lvl7pPr indent="-304800" lvl="6" marL="3200400" algn="l">
              <a:lnSpc>
                <a:spcPct val="100000"/>
              </a:lnSpc>
              <a:spcBef>
                <a:spcPts val="0"/>
              </a:spcBef>
              <a:spcAft>
                <a:spcPts val="0"/>
              </a:spcAft>
              <a:buSzPts val="1200"/>
              <a:buFont typeface="Nunito Light"/>
              <a:buChar char="●"/>
              <a:defRPr/>
            </a:lvl7pPr>
            <a:lvl8pPr indent="-304800" lvl="7" marL="3657600" algn="l">
              <a:lnSpc>
                <a:spcPct val="100000"/>
              </a:lnSpc>
              <a:spcBef>
                <a:spcPts val="0"/>
              </a:spcBef>
              <a:spcAft>
                <a:spcPts val="0"/>
              </a:spcAft>
              <a:buSzPts val="1200"/>
              <a:buFont typeface="Nunito Light"/>
              <a:buChar char="○"/>
              <a:defRPr/>
            </a:lvl8pPr>
            <a:lvl9pPr indent="-304800" lvl="8" marL="4114800" algn="l">
              <a:lnSpc>
                <a:spcPct val="100000"/>
              </a:lnSpc>
              <a:spcBef>
                <a:spcPts val="0"/>
              </a:spcBef>
              <a:spcAft>
                <a:spcPts val="0"/>
              </a:spcAft>
              <a:buSzPts val="1200"/>
              <a:buFont typeface="Nunito Light"/>
              <a:buChar char="■"/>
              <a:defRPr/>
            </a:lvl9pPr>
          </a:lstStyle>
          <a:p/>
        </p:txBody>
      </p:sp>
      <p:grpSp>
        <p:nvGrpSpPr>
          <p:cNvPr id="527" name="Google Shape;527;p64"/>
          <p:cNvGrpSpPr/>
          <p:nvPr/>
        </p:nvGrpSpPr>
        <p:grpSpPr>
          <a:xfrm rot="10800000">
            <a:off x="6704226" y="3811697"/>
            <a:ext cx="4574075" cy="3479350"/>
            <a:chOff x="1522650" y="1117750"/>
            <a:chExt cx="4574075" cy="3479350"/>
          </a:xfrm>
        </p:grpSpPr>
        <p:sp>
          <p:nvSpPr>
            <p:cNvPr id="528" name="Google Shape;528;p64"/>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64"/>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0" name="Shape 530"/>
        <p:cNvGrpSpPr/>
        <p:nvPr/>
      </p:nvGrpSpPr>
      <p:grpSpPr>
        <a:xfrm>
          <a:off x="0" y="0"/>
          <a:ext cx="0" cy="0"/>
          <a:chOff x="0" y="0"/>
          <a:chExt cx="0" cy="0"/>
        </a:xfrm>
      </p:grpSpPr>
      <p:sp>
        <p:nvSpPr>
          <p:cNvPr id="531" name="Google Shape;531;p6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532" name="Google Shape;532;p65"/>
          <p:cNvGrpSpPr/>
          <p:nvPr/>
        </p:nvGrpSpPr>
        <p:grpSpPr>
          <a:xfrm>
            <a:off x="0" y="4"/>
            <a:ext cx="9144005" cy="5143496"/>
            <a:chOff x="0" y="4"/>
            <a:chExt cx="9144005" cy="5143496"/>
          </a:xfrm>
        </p:grpSpPr>
        <p:pic>
          <p:nvPicPr>
            <p:cNvPr id="533" name="Google Shape;533;p65"/>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534" name="Google Shape;534;p65"/>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535" name="Google Shape;535;p65"/>
          <p:cNvGrpSpPr/>
          <p:nvPr/>
        </p:nvGrpSpPr>
        <p:grpSpPr>
          <a:xfrm flipH="1" rot="-10539848">
            <a:off x="6108563" y="4049074"/>
            <a:ext cx="4573901" cy="3479217"/>
            <a:chOff x="1522650" y="1117750"/>
            <a:chExt cx="4574075" cy="3479350"/>
          </a:xfrm>
        </p:grpSpPr>
        <p:sp>
          <p:nvSpPr>
            <p:cNvPr id="536" name="Google Shape;536;p65"/>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65"/>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38" name="Shape 538"/>
        <p:cNvGrpSpPr/>
        <p:nvPr/>
      </p:nvGrpSpPr>
      <p:grpSpPr>
        <a:xfrm>
          <a:off x="0" y="0"/>
          <a:ext cx="0" cy="0"/>
          <a:chOff x="0" y="0"/>
          <a:chExt cx="0" cy="0"/>
        </a:xfrm>
      </p:grpSpPr>
      <p:sp>
        <p:nvSpPr>
          <p:cNvPr id="539" name="Google Shape;539;p66"/>
          <p:cNvSpPr txBox="1"/>
          <p:nvPr>
            <p:ph type="ctrTitle"/>
          </p:nvPr>
        </p:nvSpPr>
        <p:spPr>
          <a:xfrm>
            <a:off x="713225" y="2205375"/>
            <a:ext cx="5257800" cy="1614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191919"/>
              </a:buClr>
              <a:buSzPts val="5200"/>
              <a:buNone/>
              <a:defRPr sz="4800">
                <a:solidFill>
                  <a:srgbClr val="241160"/>
                </a:solidFill>
              </a:defRPr>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540" name="Google Shape;540;p66"/>
          <p:cNvSpPr txBox="1"/>
          <p:nvPr>
            <p:ph idx="1" type="subTitle"/>
          </p:nvPr>
        </p:nvSpPr>
        <p:spPr>
          <a:xfrm>
            <a:off x="713225" y="3885650"/>
            <a:ext cx="3690600" cy="468600"/>
          </a:xfrm>
          <a:prstGeom prst="rect">
            <a:avLst/>
          </a:prstGeom>
          <a:solidFill>
            <a:schemeClr val="dk2"/>
          </a:solid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pic>
        <p:nvPicPr>
          <p:cNvPr id="541" name="Google Shape;541;p66"/>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42" name="Shape 542"/>
        <p:cNvGrpSpPr/>
        <p:nvPr/>
      </p:nvGrpSpPr>
      <p:grpSpPr>
        <a:xfrm>
          <a:off x="0" y="0"/>
          <a:ext cx="0" cy="0"/>
          <a:chOff x="0" y="0"/>
          <a:chExt cx="0" cy="0"/>
        </a:xfrm>
      </p:grpSpPr>
      <p:sp>
        <p:nvSpPr>
          <p:cNvPr id="543" name="Google Shape;543;p67"/>
          <p:cNvSpPr txBox="1"/>
          <p:nvPr>
            <p:ph type="title"/>
          </p:nvPr>
        </p:nvSpPr>
        <p:spPr>
          <a:xfrm>
            <a:off x="4047175" y="2388500"/>
            <a:ext cx="4383600" cy="1626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sz="48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544" name="Google Shape;544;p67"/>
          <p:cNvSpPr txBox="1"/>
          <p:nvPr>
            <p:ph idx="2" type="title"/>
          </p:nvPr>
        </p:nvSpPr>
        <p:spPr>
          <a:xfrm>
            <a:off x="4047175" y="1438750"/>
            <a:ext cx="1230300" cy="8814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60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pic>
        <p:nvPicPr>
          <p:cNvPr id="545" name="Google Shape;545;p67"/>
          <p:cNvPicPr preferRelativeResize="0"/>
          <p:nvPr/>
        </p:nvPicPr>
        <p:blipFill rotWithShape="1">
          <a:blip r:embed="rId2">
            <a:alphaModFix/>
          </a:blip>
          <a:srcRect b="0" l="0" r="0" t="0"/>
          <a:stretch/>
        </p:blipFill>
        <p:spPr>
          <a:xfrm flipH="1">
            <a:off x="4416200" y="2886625"/>
            <a:ext cx="4727801" cy="2256875"/>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46" name="Shape 546"/>
        <p:cNvGrpSpPr/>
        <p:nvPr/>
      </p:nvGrpSpPr>
      <p:grpSpPr>
        <a:xfrm>
          <a:off x="0" y="0"/>
          <a:ext cx="0" cy="0"/>
          <a:chOff x="0" y="0"/>
          <a:chExt cx="0" cy="0"/>
        </a:xfrm>
      </p:grpSpPr>
      <p:sp>
        <p:nvSpPr>
          <p:cNvPr id="547" name="Google Shape;547;p6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48" name="Google Shape;548;p68"/>
          <p:cNvSpPr txBox="1"/>
          <p:nvPr>
            <p:ph idx="1" type="subTitle"/>
          </p:nvPr>
        </p:nvSpPr>
        <p:spPr>
          <a:xfrm>
            <a:off x="4911639" y="2679824"/>
            <a:ext cx="2424300" cy="1526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549" name="Google Shape;549;p68"/>
          <p:cNvSpPr txBox="1"/>
          <p:nvPr>
            <p:ph idx="2" type="subTitle"/>
          </p:nvPr>
        </p:nvSpPr>
        <p:spPr>
          <a:xfrm>
            <a:off x="1808050" y="2679824"/>
            <a:ext cx="2424300" cy="1526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550" name="Google Shape;550;p68"/>
          <p:cNvSpPr txBox="1"/>
          <p:nvPr>
            <p:ph idx="3" type="subTitle"/>
          </p:nvPr>
        </p:nvSpPr>
        <p:spPr>
          <a:xfrm>
            <a:off x="1808050" y="2244217"/>
            <a:ext cx="2424300" cy="449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551" name="Google Shape;551;p68"/>
          <p:cNvSpPr txBox="1"/>
          <p:nvPr>
            <p:ph idx="4" type="subTitle"/>
          </p:nvPr>
        </p:nvSpPr>
        <p:spPr>
          <a:xfrm>
            <a:off x="4911639" y="2244217"/>
            <a:ext cx="2424300" cy="449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552" name="Google Shape;552;p68"/>
          <p:cNvGrpSpPr/>
          <p:nvPr/>
        </p:nvGrpSpPr>
        <p:grpSpPr>
          <a:xfrm>
            <a:off x="0" y="4"/>
            <a:ext cx="9144005" cy="5143496"/>
            <a:chOff x="0" y="4"/>
            <a:chExt cx="9144005" cy="5143496"/>
          </a:xfrm>
        </p:grpSpPr>
        <p:pic>
          <p:nvPicPr>
            <p:cNvPr id="553" name="Google Shape;553;p68"/>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554" name="Google Shape;554;p68"/>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555" name="Google Shape;555;p68"/>
          <p:cNvGrpSpPr/>
          <p:nvPr/>
        </p:nvGrpSpPr>
        <p:grpSpPr>
          <a:xfrm flipH="1" rot="-10539848">
            <a:off x="6108563" y="4049074"/>
            <a:ext cx="4573901" cy="3479217"/>
            <a:chOff x="1522650" y="1117750"/>
            <a:chExt cx="4574075" cy="3479350"/>
          </a:xfrm>
        </p:grpSpPr>
        <p:sp>
          <p:nvSpPr>
            <p:cNvPr id="556" name="Google Shape;556;p68"/>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68"/>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58" name="Shape 558"/>
        <p:cNvGrpSpPr/>
        <p:nvPr/>
      </p:nvGrpSpPr>
      <p:grpSpPr>
        <a:xfrm>
          <a:off x="0" y="0"/>
          <a:ext cx="0" cy="0"/>
          <a:chOff x="0" y="0"/>
          <a:chExt cx="0" cy="0"/>
        </a:xfrm>
      </p:grpSpPr>
      <p:sp>
        <p:nvSpPr>
          <p:cNvPr id="559" name="Google Shape;559;p69"/>
          <p:cNvSpPr txBox="1"/>
          <p:nvPr>
            <p:ph type="title"/>
          </p:nvPr>
        </p:nvSpPr>
        <p:spPr>
          <a:xfrm>
            <a:off x="811975" y="829350"/>
            <a:ext cx="3993300" cy="989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60" name="Google Shape;560;p69"/>
          <p:cNvSpPr txBox="1"/>
          <p:nvPr>
            <p:ph idx="1" type="subTitle"/>
          </p:nvPr>
        </p:nvSpPr>
        <p:spPr>
          <a:xfrm>
            <a:off x="811975" y="1878550"/>
            <a:ext cx="3993300" cy="2298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Font typeface="Open Sans"/>
              <a:buAutoNum type="arabicPeriod"/>
              <a:defRPr/>
            </a:lvl1pPr>
            <a:lvl2pPr lvl="1" algn="ctr">
              <a:lnSpc>
                <a:spcPct val="100000"/>
              </a:lnSpc>
              <a:spcBef>
                <a:spcPts val="1000"/>
              </a:spcBef>
              <a:spcAft>
                <a:spcPts val="0"/>
              </a:spcAft>
              <a:buClr>
                <a:srgbClr val="E76A28"/>
              </a:buClr>
              <a:buSzPts val="1200"/>
              <a:buFont typeface="Nunito Light"/>
              <a:buAutoNum type="alphaLcPeriod"/>
              <a:defRPr/>
            </a:lvl2pPr>
            <a:lvl3pPr lvl="2" algn="ctr">
              <a:lnSpc>
                <a:spcPct val="100000"/>
              </a:lnSpc>
              <a:spcBef>
                <a:spcPts val="0"/>
              </a:spcBef>
              <a:spcAft>
                <a:spcPts val="0"/>
              </a:spcAft>
              <a:buClr>
                <a:srgbClr val="E76A28"/>
              </a:buClr>
              <a:buSzPts val="1200"/>
              <a:buFont typeface="Nunito Light"/>
              <a:buAutoNum type="romanLcPeriod"/>
              <a:defRPr/>
            </a:lvl3pPr>
            <a:lvl4pPr lvl="3" algn="ctr">
              <a:lnSpc>
                <a:spcPct val="100000"/>
              </a:lnSpc>
              <a:spcBef>
                <a:spcPts val="0"/>
              </a:spcBef>
              <a:spcAft>
                <a:spcPts val="0"/>
              </a:spcAft>
              <a:buClr>
                <a:srgbClr val="E76A28"/>
              </a:buClr>
              <a:buSzPts val="1200"/>
              <a:buFont typeface="Nunito Light"/>
              <a:buAutoNum type="arabicPeriod"/>
              <a:defRPr/>
            </a:lvl4pPr>
            <a:lvl5pPr lvl="4" algn="ctr">
              <a:lnSpc>
                <a:spcPct val="100000"/>
              </a:lnSpc>
              <a:spcBef>
                <a:spcPts val="0"/>
              </a:spcBef>
              <a:spcAft>
                <a:spcPts val="0"/>
              </a:spcAft>
              <a:buClr>
                <a:srgbClr val="E76A28"/>
              </a:buClr>
              <a:buSzPts val="1200"/>
              <a:buFont typeface="Nunito Light"/>
              <a:buAutoNum type="alphaLcPeriod"/>
              <a:defRPr/>
            </a:lvl5pPr>
            <a:lvl6pPr lvl="5" algn="ctr">
              <a:lnSpc>
                <a:spcPct val="100000"/>
              </a:lnSpc>
              <a:spcBef>
                <a:spcPts val="0"/>
              </a:spcBef>
              <a:spcAft>
                <a:spcPts val="0"/>
              </a:spcAft>
              <a:buClr>
                <a:srgbClr val="999999"/>
              </a:buClr>
              <a:buSzPts val="1200"/>
              <a:buFont typeface="Nunito Light"/>
              <a:buAutoNum type="romanLcPeriod"/>
              <a:defRPr/>
            </a:lvl6pPr>
            <a:lvl7pPr lvl="6" algn="ctr">
              <a:lnSpc>
                <a:spcPct val="100000"/>
              </a:lnSpc>
              <a:spcBef>
                <a:spcPts val="0"/>
              </a:spcBef>
              <a:spcAft>
                <a:spcPts val="0"/>
              </a:spcAft>
              <a:buClr>
                <a:srgbClr val="999999"/>
              </a:buClr>
              <a:buSzPts val="1200"/>
              <a:buFont typeface="Nunito Light"/>
              <a:buAutoNum type="arabicPeriod"/>
              <a:defRPr/>
            </a:lvl7pPr>
            <a:lvl8pPr lvl="7" algn="ctr">
              <a:lnSpc>
                <a:spcPct val="100000"/>
              </a:lnSpc>
              <a:spcBef>
                <a:spcPts val="0"/>
              </a:spcBef>
              <a:spcAft>
                <a:spcPts val="0"/>
              </a:spcAft>
              <a:buClr>
                <a:srgbClr val="999999"/>
              </a:buClr>
              <a:buSzPts val="1200"/>
              <a:buFont typeface="Nunito Light"/>
              <a:buAutoNum type="alphaLcPeriod"/>
              <a:defRPr/>
            </a:lvl8pPr>
            <a:lvl9pPr lvl="8" algn="ctr">
              <a:lnSpc>
                <a:spcPct val="100000"/>
              </a:lnSpc>
              <a:spcBef>
                <a:spcPts val="0"/>
              </a:spcBef>
              <a:spcAft>
                <a:spcPts val="0"/>
              </a:spcAft>
              <a:buClr>
                <a:srgbClr val="999999"/>
              </a:buClr>
              <a:buSzPts val="1200"/>
              <a:buFont typeface="Nunito Light"/>
              <a:buAutoNum type="romanLcPeriod"/>
              <a:defRPr/>
            </a:lvl9pPr>
          </a:lstStyle>
          <a:p/>
        </p:txBody>
      </p:sp>
      <p:sp>
        <p:nvSpPr>
          <p:cNvPr id="561" name="Google Shape;561;p69"/>
          <p:cNvSpPr/>
          <p:nvPr>
            <p:ph idx="2" type="pic"/>
          </p:nvPr>
        </p:nvSpPr>
        <p:spPr>
          <a:xfrm>
            <a:off x="5088475" y="770400"/>
            <a:ext cx="3081600" cy="3602700"/>
          </a:xfrm>
          <a:prstGeom prst="roundRect">
            <a:avLst>
              <a:gd fmla="val 16667" name="adj"/>
            </a:avLst>
          </a:prstGeom>
          <a:noFill/>
          <a:ln>
            <a:noFill/>
          </a:ln>
        </p:spPr>
      </p:sp>
      <p:grpSp>
        <p:nvGrpSpPr>
          <p:cNvPr id="562" name="Google Shape;562;p69"/>
          <p:cNvGrpSpPr/>
          <p:nvPr/>
        </p:nvGrpSpPr>
        <p:grpSpPr>
          <a:xfrm>
            <a:off x="0" y="0"/>
            <a:ext cx="9144001" cy="5143500"/>
            <a:chOff x="0" y="0"/>
            <a:chExt cx="9144001" cy="5143500"/>
          </a:xfrm>
        </p:grpSpPr>
        <p:pic>
          <p:nvPicPr>
            <p:cNvPr id="563" name="Google Shape;563;p69"/>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564" name="Google Shape;564;p69"/>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565" name="Google Shape;565;p69"/>
          <p:cNvGrpSpPr/>
          <p:nvPr/>
        </p:nvGrpSpPr>
        <p:grpSpPr>
          <a:xfrm rot="10800000">
            <a:off x="6704226" y="3811697"/>
            <a:ext cx="4574075" cy="3479350"/>
            <a:chOff x="1522650" y="1117750"/>
            <a:chExt cx="4574075" cy="3479350"/>
          </a:xfrm>
        </p:grpSpPr>
        <p:sp>
          <p:nvSpPr>
            <p:cNvPr id="566" name="Google Shape;566;p69"/>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69"/>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68" name="Shape 568"/>
        <p:cNvGrpSpPr/>
        <p:nvPr/>
      </p:nvGrpSpPr>
      <p:grpSpPr>
        <a:xfrm>
          <a:off x="0" y="0"/>
          <a:ext cx="0" cy="0"/>
          <a:chOff x="0" y="0"/>
          <a:chExt cx="0" cy="0"/>
        </a:xfrm>
      </p:grpSpPr>
      <p:grpSp>
        <p:nvGrpSpPr>
          <p:cNvPr id="569" name="Google Shape;569;p70"/>
          <p:cNvGrpSpPr/>
          <p:nvPr/>
        </p:nvGrpSpPr>
        <p:grpSpPr>
          <a:xfrm>
            <a:off x="10" y="0"/>
            <a:ext cx="9143991" cy="5143500"/>
            <a:chOff x="10" y="0"/>
            <a:chExt cx="9143991" cy="5143500"/>
          </a:xfrm>
        </p:grpSpPr>
        <p:pic>
          <p:nvPicPr>
            <p:cNvPr id="570" name="Google Shape;570;p70"/>
            <p:cNvPicPr preferRelativeResize="0"/>
            <p:nvPr/>
          </p:nvPicPr>
          <p:blipFill rotWithShape="1">
            <a:blip r:embed="rId2">
              <a:alphaModFix/>
            </a:blip>
            <a:srcRect b="0" l="0" r="0" t="0"/>
            <a:stretch/>
          </p:blipFill>
          <p:spPr>
            <a:xfrm flipH="1">
              <a:off x="10" y="0"/>
              <a:ext cx="3405191" cy="5143500"/>
            </a:xfrm>
            <a:prstGeom prst="rect">
              <a:avLst/>
            </a:prstGeom>
            <a:noFill/>
            <a:ln>
              <a:noFill/>
            </a:ln>
          </p:spPr>
        </p:pic>
        <p:pic>
          <p:nvPicPr>
            <p:cNvPr id="571" name="Google Shape;571;p70"/>
            <p:cNvPicPr preferRelativeResize="0"/>
            <p:nvPr/>
          </p:nvPicPr>
          <p:blipFill rotWithShape="1">
            <a:blip r:embed="rId3">
              <a:alphaModFix/>
            </a:blip>
            <a:srcRect b="0" l="0" r="0" t="0"/>
            <a:stretch/>
          </p:blipFill>
          <p:spPr>
            <a:xfrm flipH="1">
              <a:off x="4416200" y="2886625"/>
              <a:ext cx="4727801" cy="2256875"/>
            </a:xfrm>
            <a:prstGeom prst="rect">
              <a:avLst/>
            </a:prstGeom>
            <a:noFill/>
            <a:ln>
              <a:noFill/>
            </a:ln>
          </p:spPr>
        </p:pic>
      </p:grpSp>
      <p:grpSp>
        <p:nvGrpSpPr>
          <p:cNvPr id="572" name="Google Shape;572;p70"/>
          <p:cNvGrpSpPr/>
          <p:nvPr/>
        </p:nvGrpSpPr>
        <p:grpSpPr>
          <a:xfrm rot="756538">
            <a:off x="5159566" y="-1927047"/>
            <a:ext cx="4574157" cy="3479412"/>
            <a:chOff x="1522650" y="1117750"/>
            <a:chExt cx="4574075" cy="3479350"/>
          </a:xfrm>
        </p:grpSpPr>
        <p:sp>
          <p:nvSpPr>
            <p:cNvPr id="573" name="Google Shape;573;p70"/>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70"/>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75" name="Google Shape;575;p70"/>
          <p:cNvSpPr txBox="1"/>
          <p:nvPr>
            <p:ph type="title"/>
          </p:nvPr>
        </p:nvSpPr>
        <p:spPr>
          <a:xfrm>
            <a:off x="3830000" y="1716400"/>
            <a:ext cx="4508100" cy="2529300"/>
          </a:xfrm>
          <a:prstGeom prst="rect">
            <a:avLst/>
          </a:prstGeom>
          <a:noFill/>
          <a:ln>
            <a:noFill/>
          </a:ln>
        </p:spPr>
        <p:txBody>
          <a:bodyPr anchorCtr="0" anchor="ctr" bIns="91425" lIns="91425" spcFirstLastPara="1" rIns="91425" wrap="square" tIns="91425">
            <a:noAutofit/>
          </a:bodyPr>
          <a:lstStyle>
            <a:lvl1pPr lvl="0" algn="l">
              <a:lnSpc>
                <a:spcPct val="80000"/>
              </a:lnSpc>
              <a:spcBef>
                <a:spcPts val="0"/>
              </a:spcBef>
              <a:spcAft>
                <a:spcPts val="0"/>
              </a:spcAft>
              <a:buSzPts val="6000"/>
              <a:buNone/>
              <a:defRPr sz="6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76" name="Shape 576"/>
        <p:cNvGrpSpPr/>
        <p:nvPr/>
      </p:nvGrpSpPr>
      <p:grpSpPr>
        <a:xfrm>
          <a:off x="0" y="0"/>
          <a:ext cx="0" cy="0"/>
          <a:chOff x="0" y="0"/>
          <a:chExt cx="0" cy="0"/>
        </a:xfrm>
      </p:grpSpPr>
      <p:grpSp>
        <p:nvGrpSpPr>
          <p:cNvPr id="577" name="Google Shape;577;p71"/>
          <p:cNvGrpSpPr/>
          <p:nvPr/>
        </p:nvGrpSpPr>
        <p:grpSpPr>
          <a:xfrm rot="756538">
            <a:off x="-714809" y="-2409347"/>
            <a:ext cx="4574157" cy="3479412"/>
            <a:chOff x="1522650" y="1117750"/>
            <a:chExt cx="4574075" cy="3479350"/>
          </a:xfrm>
        </p:grpSpPr>
        <p:sp>
          <p:nvSpPr>
            <p:cNvPr id="578" name="Google Shape;578;p71"/>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71"/>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80" name="Google Shape;580;p71"/>
          <p:cNvGrpSpPr/>
          <p:nvPr/>
        </p:nvGrpSpPr>
        <p:grpSpPr>
          <a:xfrm>
            <a:off x="0" y="0"/>
            <a:ext cx="9144001" cy="5143500"/>
            <a:chOff x="0" y="0"/>
            <a:chExt cx="9144001" cy="5143500"/>
          </a:xfrm>
        </p:grpSpPr>
        <p:pic>
          <p:nvPicPr>
            <p:cNvPr id="581" name="Google Shape;581;p71"/>
            <p:cNvPicPr preferRelativeResize="0"/>
            <p:nvPr/>
          </p:nvPicPr>
          <p:blipFill rotWithShape="1">
            <a:blip r:embed="rId2">
              <a:alphaModFix/>
            </a:blip>
            <a:srcRect b="0" l="0" r="0" t="0"/>
            <a:stretch/>
          </p:blipFill>
          <p:spPr>
            <a:xfrm flipH="1" rot="10800000">
              <a:off x="5738810" y="0"/>
              <a:ext cx="3405191" cy="5143500"/>
            </a:xfrm>
            <a:prstGeom prst="rect">
              <a:avLst/>
            </a:prstGeom>
            <a:noFill/>
            <a:ln>
              <a:noFill/>
            </a:ln>
          </p:spPr>
        </p:pic>
        <p:pic>
          <p:nvPicPr>
            <p:cNvPr id="582" name="Google Shape;582;p71"/>
            <p:cNvPicPr preferRelativeResize="0"/>
            <p:nvPr/>
          </p:nvPicPr>
          <p:blipFill rotWithShape="1">
            <a:blip r:embed="rId3">
              <a:alphaModFix/>
            </a:blip>
            <a:srcRect b="0" l="0" r="0" t="0"/>
            <a:stretch/>
          </p:blipFill>
          <p:spPr>
            <a:xfrm flipH="1" rot="10800000">
              <a:off x="0" y="0"/>
              <a:ext cx="4727801" cy="2256875"/>
            </a:xfrm>
            <a:prstGeom prst="rect">
              <a:avLst/>
            </a:prstGeom>
            <a:noFill/>
            <a:ln>
              <a:noFill/>
            </a:ln>
          </p:spPr>
        </p:pic>
      </p:grpSp>
      <p:sp>
        <p:nvSpPr>
          <p:cNvPr id="583" name="Google Shape;583;p71"/>
          <p:cNvSpPr txBox="1"/>
          <p:nvPr>
            <p:ph type="title"/>
          </p:nvPr>
        </p:nvSpPr>
        <p:spPr>
          <a:xfrm>
            <a:off x="713225" y="1528900"/>
            <a:ext cx="4872900" cy="1964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5000"/>
              <a:buNone/>
              <a:defRPr sz="5000"/>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584" name="Google Shape;584;p71"/>
          <p:cNvSpPr txBox="1"/>
          <p:nvPr>
            <p:ph idx="1" type="subTitle"/>
          </p:nvPr>
        </p:nvSpPr>
        <p:spPr>
          <a:xfrm>
            <a:off x="713225" y="3640050"/>
            <a:ext cx="4872900" cy="453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600"/>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85" name="Shape 585"/>
        <p:cNvGrpSpPr/>
        <p:nvPr/>
      </p:nvGrpSpPr>
      <p:grpSpPr>
        <a:xfrm>
          <a:off x="0" y="0"/>
          <a:ext cx="0" cy="0"/>
          <a:chOff x="0" y="0"/>
          <a:chExt cx="0" cy="0"/>
        </a:xfrm>
      </p:grpSpPr>
      <p:sp>
        <p:nvSpPr>
          <p:cNvPr id="586" name="Google Shape;586;p72"/>
          <p:cNvSpPr/>
          <p:nvPr>
            <p:ph idx="2" type="pic"/>
          </p:nvPr>
        </p:nvSpPr>
        <p:spPr>
          <a:xfrm>
            <a:off x="0" y="0"/>
            <a:ext cx="9144000" cy="5143500"/>
          </a:xfrm>
          <a:prstGeom prst="rect">
            <a:avLst/>
          </a:prstGeom>
          <a:noFill/>
          <a:ln>
            <a:noFill/>
          </a:ln>
        </p:spPr>
      </p:sp>
      <p:sp>
        <p:nvSpPr>
          <p:cNvPr id="587" name="Google Shape;587;p72"/>
          <p:cNvSpPr txBox="1"/>
          <p:nvPr>
            <p:ph type="title"/>
          </p:nvPr>
        </p:nvSpPr>
        <p:spPr>
          <a:xfrm>
            <a:off x="720000" y="4014450"/>
            <a:ext cx="5713200" cy="5727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grpSp>
        <p:nvGrpSpPr>
          <p:cNvPr id="588" name="Google Shape;588;p72"/>
          <p:cNvGrpSpPr/>
          <p:nvPr/>
        </p:nvGrpSpPr>
        <p:grpSpPr>
          <a:xfrm>
            <a:off x="0" y="4"/>
            <a:ext cx="9144005" cy="5143496"/>
            <a:chOff x="0" y="4"/>
            <a:chExt cx="9144005" cy="5143496"/>
          </a:xfrm>
        </p:grpSpPr>
        <p:pic>
          <p:nvPicPr>
            <p:cNvPr id="589" name="Google Shape;589;p72"/>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590" name="Google Shape;590;p72"/>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591" name="Google Shape;591;p72"/>
          <p:cNvGrpSpPr/>
          <p:nvPr/>
        </p:nvGrpSpPr>
        <p:grpSpPr>
          <a:xfrm>
            <a:off x="-896231" y="-2525369"/>
            <a:ext cx="11703669" cy="10221582"/>
            <a:chOff x="-896231" y="-2525369"/>
            <a:chExt cx="11703669" cy="10221582"/>
          </a:xfrm>
        </p:grpSpPr>
        <p:grpSp>
          <p:nvGrpSpPr>
            <p:cNvPr id="592" name="Google Shape;592;p72"/>
            <p:cNvGrpSpPr/>
            <p:nvPr/>
          </p:nvGrpSpPr>
          <p:grpSpPr>
            <a:xfrm flipH="1" rot="-10539848">
              <a:off x="6108563" y="4049074"/>
              <a:ext cx="4573901" cy="3479217"/>
              <a:chOff x="1522650" y="1117750"/>
              <a:chExt cx="4574075" cy="3479350"/>
            </a:xfrm>
          </p:grpSpPr>
          <p:sp>
            <p:nvSpPr>
              <p:cNvPr id="593" name="Google Shape;593;p72"/>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72"/>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95" name="Google Shape;595;p72"/>
            <p:cNvGrpSpPr/>
            <p:nvPr/>
          </p:nvGrpSpPr>
          <p:grpSpPr>
            <a:xfrm>
              <a:off x="-896231" y="-2525369"/>
              <a:ext cx="4573618" cy="3479002"/>
              <a:chOff x="1522650" y="1117750"/>
              <a:chExt cx="4574075" cy="3479350"/>
            </a:xfrm>
          </p:grpSpPr>
          <p:sp>
            <p:nvSpPr>
              <p:cNvPr id="596" name="Google Shape;596;p72"/>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72"/>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98" name="Shape 598"/>
        <p:cNvGrpSpPr/>
        <p:nvPr/>
      </p:nvGrpSpPr>
      <p:grpSpPr>
        <a:xfrm>
          <a:off x="0" y="0"/>
          <a:ext cx="0" cy="0"/>
          <a:chOff x="0" y="0"/>
          <a:chExt cx="0" cy="0"/>
        </a:xfrm>
      </p:grpSpPr>
      <p:sp>
        <p:nvSpPr>
          <p:cNvPr id="599" name="Google Shape;599;p73"/>
          <p:cNvSpPr txBox="1"/>
          <p:nvPr>
            <p:ph hasCustomPrompt="1" type="title"/>
          </p:nvPr>
        </p:nvSpPr>
        <p:spPr>
          <a:xfrm>
            <a:off x="4076350" y="2296400"/>
            <a:ext cx="3843300" cy="10851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9600"/>
              <a:buNone/>
              <a:defRPr sz="60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600" name="Google Shape;600;p73"/>
          <p:cNvSpPr txBox="1"/>
          <p:nvPr>
            <p:ph idx="1" type="subTitle"/>
          </p:nvPr>
        </p:nvSpPr>
        <p:spPr>
          <a:xfrm>
            <a:off x="4076350" y="3426700"/>
            <a:ext cx="3843300" cy="497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pic>
        <p:nvPicPr>
          <p:cNvPr id="601" name="Google Shape;601;p73"/>
          <p:cNvPicPr preferRelativeResize="0"/>
          <p:nvPr/>
        </p:nvPicPr>
        <p:blipFill rotWithShape="1">
          <a:blip r:embed="rId2">
            <a:alphaModFix/>
          </a:blip>
          <a:srcRect b="0" l="0" r="0" t="0"/>
          <a:stretch/>
        </p:blipFill>
        <p:spPr>
          <a:xfrm flipH="1">
            <a:off x="4416200" y="2886625"/>
            <a:ext cx="4727801" cy="2256875"/>
          </a:xfrm>
          <a:prstGeom prst="rect">
            <a:avLst/>
          </a:prstGeom>
          <a:noFill/>
          <a:ln>
            <a:noFill/>
          </a:ln>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2" name="Shape 602"/>
        <p:cNvGrpSpPr/>
        <p:nvPr/>
      </p:nvGrpSpPr>
      <p:grpSpPr>
        <a:xfrm>
          <a:off x="0" y="0"/>
          <a:ext cx="0" cy="0"/>
          <a:chOff x="0" y="0"/>
          <a:chExt cx="0" cy="0"/>
        </a:xfrm>
      </p:grpSpPr>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603" name="Shape 603"/>
        <p:cNvGrpSpPr/>
        <p:nvPr/>
      </p:nvGrpSpPr>
      <p:grpSpPr>
        <a:xfrm>
          <a:off x="0" y="0"/>
          <a:ext cx="0" cy="0"/>
          <a:chOff x="0" y="0"/>
          <a:chExt cx="0" cy="0"/>
        </a:xfrm>
      </p:grpSpPr>
      <p:sp>
        <p:nvSpPr>
          <p:cNvPr id="604" name="Google Shape;604;p7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05" name="Google Shape;605;p75"/>
          <p:cNvSpPr txBox="1"/>
          <p:nvPr>
            <p:ph idx="2" type="title"/>
          </p:nvPr>
        </p:nvSpPr>
        <p:spPr>
          <a:xfrm>
            <a:off x="720000" y="1480883"/>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06" name="Google Shape;606;p75"/>
          <p:cNvSpPr txBox="1"/>
          <p:nvPr>
            <p:ph idx="3" type="title"/>
          </p:nvPr>
        </p:nvSpPr>
        <p:spPr>
          <a:xfrm>
            <a:off x="720000" y="2990491"/>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07" name="Google Shape;607;p75"/>
          <p:cNvSpPr txBox="1"/>
          <p:nvPr>
            <p:ph idx="4" type="title"/>
          </p:nvPr>
        </p:nvSpPr>
        <p:spPr>
          <a:xfrm>
            <a:off x="3306000" y="1480883"/>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08" name="Google Shape;608;p75"/>
          <p:cNvSpPr txBox="1"/>
          <p:nvPr>
            <p:ph idx="5" type="title"/>
          </p:nvPr>
        </p:nvSpPr>
        <p:spPr>
          <a:xfrm>
            <a:off x="3306000" y="2990491"/>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09" name="Google Shape;609;p75"/>
          <p:cNvSpPr txBox="1"/>
          <p:nvPr>
            <p:ph idx="6" type="title"/>
          </p:nvPr>
        </p:nvSpPr>
        <p:spPr>
          <a:xfrm>
            <a:off x="5892000" y="1480883"/>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10" name="Google Shape;610;p75"/>
          <p:cNvSpPr txBox="1"/>
          <p:nvPr>
            <p:ph idx="7" type="title"/>
          </p:nvPr>
        </p:nvSpPr>
        <p:spPr>
          <a:xfrm>
            <a:off x="5892000" y="2990491"/>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11" name="Google Shape;611;p75"/>
          <p:cNvSpPr txBox="1"/>
          <p:nvPr>
            <p:ph idx="1" type="subTitle"/>
          </p:nvPr>
        </p:nvSpPr>
        <p:spPr>
          <a:xfrm>
            <a:off x="720000" y="2026450"/>
            <a:ext cx="2532000" cy="502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12" name="Google Shape;612;p75"/>
          <p:cNvSpPr txBox="1"/>
          <p:nvPr>
            <p:ph idx="8" type="subTitle"/>
          </p:nvPr>
        </p:nvSpPr>
        <p:spPr>
          <a:xfrm>
            <a:off x="3306000" y="2026450"/>
            <a:ext cx="2532000" cy="502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13" name="Google Shape;613;p75"/>
          <p:cNvSpPr txBox="1"/>
          <p:nvPr>
            <p:ph idx="9" type="subTitle"/>
          </p:nvPr>
        </p:nvSpPr>
        <p:spPr>
          <a:xfrm>
            <a:off x="5892000" y="2026450"/>
            <a:ext cx="2532000" cy="502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14" name="Google Shape;614;p75"/>
          <p:cNvSpPr txBox="1"/>
          <p:nvPr>
            <p:ph idx="13" type="subTitle"/>
          </p:nvPr>
        </p:nvSpPr>
        <p:spPr>
          <a:xfrm>
            <a:off x="720000" y="3544900"/>
            <a:ext cx="2532000" cy="49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15" name="Google Shape;615;p75"/>
          <p:cNvSpPr txBox="1"/>
          <p:nvPr>
            <p:ph idx="14" type="subTitle"/>
          </p:nvPr>
        </p:nvSpPr>
        <p:spPr>
          <a:xfrm>
            <a:off x="3306000" y="3544900"/>
            <a:ext cx="2532000" cy="49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16" name="Google Shape;616;p75"/>
          <p:cNvSpPr txBox="1"/>
          <p:nvPr>
            <p:ph idx="15" type="subTitle"/>
          </p:nvPr>
        </p:nvSpPr>
        <p:spPr>
          <a:xfrm>
            <a:off x="5892000" y="3544900"/>
            <a:ext cx="2532000" cy="49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617" name="Google Shape;617;p75"/>
          <p:cNvGrpSpPr/>
          <p:nvPr/>
        </p:nvGrpSpPr>
        <p:grpSpPr>
          <a:xfrm>
            <a:off x="0" y="4"/>
            <a:ext cx="9144005" cy="5143496"/>
            <a:chOff x="0" y="4"/>
            <a:chExt cx="9144005" cy="5143496"/>
          </a:xfrm>
        </p:grpSpPr>
        <p:pic>
          <p:nvPicPr>
            <p:cNvPr id="618" name="Google Shape;618;p75"/>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619" name="Google Shape;619;p75"/>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620" name="Google Shape;620;p75"/>
          <p:cNvGrpSpPr/>
          <p:nvPr/>
        </p:nvGrpSpPr>
        <p:grpSpPr>
          <a:xfrm flipH="1" rot="-10539848">
            <a:off x="6108563" y="4049074"/>
            <a:ext cx="4573901" cy="3479217"/>
            <a:chOff x="1522650" y="1117750"/>
            <a:chExt cx="4574075" cy="3479350"/>
          </a:xfrm>
        </p:grpSpPr>
        <p:sp>
          <p:nvSpPr>
            <p:cNvPr id="621" name="Google Shape;621;p75"/>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75"/>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623" name="Shape 623"/>
        <p:cNvGrpSpPr/>
        <p:nvPr/>
      </p:nvGrpSpPr>
      <p:grpSpPr>
        <a:xfrm>
          <a:off x="0" y="0"/>
          <a:ext cx="0" cy="0"/>
          <a:chOff x="0" y="0"/>
          <a:chExt cx="0" cy="0"/>
        </a:xfrm>
      </p:grpSpPr>
      <p:grpSp>
        <p:nvGrpSpPr>
          <p:cNvPr id="624" name="Google Shape;624;p76"/>
          <p:cNvGrpSpPr/>
          <p:nvPr/>
        </p:nvGrpSpPr>
        <p:grpSpPr>
          <a:xfrm>
            <a:off x="0" y="0"/>
            <a:ext cx="9144001" cy="5143500"/>
            <a:chOff x="0" y="0"/>
            <a:chExt cx="9144001" cy="5143500"/>
          </a:xfrm>
        </p:grpSpPr>
        <p:pic>
          <p:nvPicPr>
            <p:cNvPr id="625" name="Google Shape;625;p76"/>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626" name="Google Shape;626;p76"/>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627" name="Google Shape;627;p76"/>
          <p:cNvGrpSpPr/>
          <p:nvPr/>
        </p:nvGrpSpPr>
        <p:grpSpPr>
          <a:xfrm rot="10800000">
            <a:off x="6704226" y="3811697"/>
            <a:ext cx="4574075" cy="3479350"/>
            <a:chOff x="1522650" y="1117750"/>
            <a:chExt cx="4574075" cy="3479350"/>
          </a:xfrm>
        </p:grpSpPr>
        <p:sp>
          <p:nvSpPr>
            <p:cNvPr id="628" name="Google Shape;628;p76"/>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76"/>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30" name="Google Shape;630;p7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631" name="Shape 631"/>
        <p:cNvGrpSpPr/>
        <p:nvPr/>
      </p:nvGrpSpPr>
      <p:grpSpPr>
        <a:xfrm>
          <a:off x="0" y="0"/>
          <a:ext cx="0" cy="0"/>
          <a:chOff x="0" y="0"/>
          <a:chExt cx="0" cy="0"/>
        </a:xfrm>
      </p:grpSpPr>
      <p:grpSp>
        <p:nvGrpSpPr>
          <p:cNvPr id="632" name="Google Shape;632;p77"/>
          <p:cNvGrpSpPr/>
          <p:nvPr/>
        </p:nvGrpSpPr>
        <p:grpSpPr>
          <a:xfrm>
            <a:off x="0" y="4"/>
            <a:ext cx="9144005" cy="5143496"/>
            <a:chOff x="0" y="4"/>
            <a:chExt cx="9144005" cy="5143496"/>
          </a:xfrm>
        </p:grpSpPr>
        <p:pic>
          <p:nvPicPr>
            <p:cNvPr id="633" name="Google Shape;633;p77"/>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634" name="Google Shape;634;p77"/>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635" name="Google Shape;635;p77"/>
          <p:cNvGrpSpPr/>
          <p:nvPr/>
        </p:nvGrpSpPr>
        <p:grpSpPr>
          <a:xfrm flipH="1" rot="-10539848">
            <a:off x="6108563" y="4049074"/>
            <a:ext cx="4573901" cy="3479217"/>
            <a:chOff x="1522650" y="1117750"/>
            <a:chExt cx="4574075" cy="3479350"/>
          </a:xfrm>
        </p:grpSpPr>
        <p:sp>
          <p:nvSpPr>
            <p:cNvPr id="636" name="Google Shape;636;p7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7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38" name="Google Shape;638;p77"/>
          <p:cNvSpPr txBox="1"/>
          <p:nvPr>
            <p:ph type="title"/>
          </p:nvPr>
        </p:nvSpPr>
        <p:spPr>
          <a:xfrm>
            <a:off x="3889175" y="1000050"/>
            <a:ext cx="3205500" cy="105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39" name="Google Shape;639;p77"/>
          <p:cNvSpPr txBox="1"/>
          <p:nvPr>
            <p:ph idx="1" type="subTitle"/>
          </p:nvPr>
        </p:nvSpPr>
        <p:spPr>
          <a:xfrm>
            <a:off x="3889175" y="2131950"/>
            <a:ext cx="4185300" cy="2011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AutoNum type="arabicPeriod"/>
              <a:defRPr/>
            </a:lvl1pPr>
            <a:lvl2pPr lvl="1" algn="ctr">
              <a:lnSpc>
                <a:spcPct val="100000"/>
              </a:lnSpc>
              <a:spcBef>
                <a:spcPts val="0"/>
              </a:spcBef>
              <a:spcAft>
                <a:spcPts val="0"/>
              </a:spcAft>
              <a:buSzPts val="1200"/>
              <a:buAutoNum type="alphaLcPeriod"/>
              <a:defRPr/>
            </a:lvl2pPr>
            <a:lvl3pPr lvl="2" algn="ctr">
              <a:lnSpc>
                <a:spcPct val="100000"/>
              </a:lnSpc>
              <a:spcBef>
                <a:spcPts val="0"/>
              </a:spcBef>
              <a:spcAft>
                <a:spcPts val="0"/>
              </a:spcAft>
              <a:buSzPts val="1200"/>
              <a:buAutoNum type="romanLcPeriod"/>
              <a:defRPr/>
            </a:lvl3pPr>
            <a:lvl4pPr lvl="3" algn="ctr">
              <a:lnSpc>
                <a:spcPct val="100000"/>
              </a:lnSpc>
              <a:spcBef>
                <a:spcPts val="0"/>
              </a:spcBef>
              <a:spcAft>
                <a:spcPts val="0"/>
              </a:spcAft>
              <a:buSzPts val="1200"/>
              <a:buAutoNum type="arabicPeriod"/>
              <a:defRPr/>
            </a:lvl4pPr>
            <a:lvl5pPr lvl="4" algn="ctr">
              <a:lnSpc>
                <a:spcPct val="100000"/>
              </a:lnSpc>
              <a:spcBef>
                <a:spcPts val="0"/>
              </a:spcBef>
              <a:spcAft>
                <a:spcPts val="0"/>
              </a:spcAft>
              <a:buSzPts val="1200"/>
              <a:buAutoNum type="alphaLcPeriod"/>
              <a:defRPr/>
            </a:lvl5pPr>
            <a:lvl6pPr lvl="5" algn="ctr">
              <a:lnSpc>
                <a:spcPct val="100000"/>
              </a:lnSpc>
              <a:spcBef>
                <a:spcPts val="0"/>
              </a:spcBef>
              <a:spcAft>
                <a:spcPts val="0"/>
              </a:spcAft>
              <a:buSzPts val="1200"/>
              <a:buAutoNum type="romanLcPeriod"/>
              <a:defRPr/>
            </a:lvl6pPr>
            <a:lvl7pPr lvl="6" algn="ctr">
              <a:lnSpc>
                <a:spcPct val="100000"/>
              </a:lnSpc>
              <a:spcBef>
                <a:spcPts val="0"/>
              </a:spcBef>
              <a:spcAft>
                <a:spcPts val="0"/>
              </a:spcAft>
              <a:buSzPts val="1200"/>
              <a:buAutoNum type="arabicPeriod"/>
              <a:defRPr/>
            </a:lvl7pPr>
            <a:lvl8pPr lvl="7" algn="ctr">
              <a:lnSpc>
                <a:spcPct val="100000"/>
              </a:lnSpc>
              <a:spcBef>
                <a:spcPts val="0"/>
              </a:spcBef>
              <a:spcAft>
                <a:spcPts val="0"/>
              </a:spcAft>
              <a:buSzPts val="1200"/>
              <a:buAutoNum type="alphaLcPeriod"/>
              <a:defRPr/>
            </a:lvl8pPr>
            <a:lvl9pPr lvl="8" algn="ctr">
              <a:lnSpc>
                <a:spcPct val="100000"/>
              </a:lnSpc>
              <a:spcBef>
                <a:spcPts val="0"/>
              </a:spcBef>
              <a:spcAft>
                <a:spcPts val="0"/>
              </a:spcAft>
              <a:buSzPts val="1200"/>
              <a:buAutoNum type="romanLcPeriod"/>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
    <p:spTree>
      <p:nvGrpSpPr>
        <p:cNvPr id="640" name="Shape 640"/>
        <p:cNvGrpSpPr/>
        <p:nvPr/>
      </p:nvGrpSpPr>
      <p:grpSpPr>
        <a:xfrm>
          <a:off x="0" y="0"/>
          <a:ext cx="0" cy="0"/>
          <a:chOff x="0" y="0"/>
          <a:chExt cx="0" cy="0"/>
        </a:xfrm>
      </p:grpSpPr>
      <p:grpSp>
        <p:nvGrpSpPr>
          <p:cNvPr id="641" name="Google Shape;641;p78"/>
          <p:cNvGrpSpPr/>
          <p:nvPr/>
        </p:nvGrpSpPr>
        <p:grpSpPr>
          <a:xfrm>
            <a:off x="0" y="0"/>
            <a:ext cx="9144001" cy="5143500"/>
            <a:chOff x="0" y="0"/>
            <a:chExt cx="9144001" cy="5143500"/>
          </a:xfrm>
        </p:grpSpPr>
        <p:pic>
          <p:nvPicPr>
            <p:cNvPr id="642" name="Google Shape;642;p78"/>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643" name="Google Shape;643;p78"/>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644" name="Google Shape;644;p78"/>
          <p:cNvGrpSpPr/>
          <p:nvPr/>
        </p:nvGrpSpPr>
        <p:grpSpPr>
          <a:xfrm rot="10800000">
            <a:off x="6704226" y="3811697"/>
            <a:ext cx="4574075" cy="3479350"/>
            <a:chOff x="1522650" y="1117750"/>
            <a:chExt cx="4574075" cy="3479350"/>
          </a:xfrm>
        </p:grpSpPr>
        <p:sp>
          <p:nvSpPr>
            <p:cNvPr id="645" name="Google Shape;645;p78"/>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p78"/>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47" name="Google Shape;647;p78"/>
          <p:cNvSpPr txBox="1"/>
          <p:nvPr>
            <p:ph type="title"/>
          </p:nvPr>
        </p:nvSpPr>
        <p:spPr>
          <a:xfrm>
            <a:off x="713225" y="707075"/>
            <a:ext cx="2345400" cy="974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48" name="Google Shape;648;p78"/>
          <p:cNvSpPr txBox="1"/>
          <p:nvPr>
            <p:ph idx="1" type="subTitle"/>
          </p:nvPr>
        </p:nvSpPr>
        <p:spPr>
          <a:xfrm>
            <a:off x="713225" y="1606775"/>
            <a:ext cx="2345400" cy="1127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49" name="Google Shape;649;p78"/>
          <p:cNvSpPr/>
          <p:nvPr>
            <p:ph idx="2" type="pic"/>
          </p:nvPr>
        </p:nvSpPr>
        <p:spPr>
          <a:xfrm>
            <a:off x="5588500" y="539500"/>
            <a:ext cx="2801100" cy="4064700"/>
          </a:xfrm>
          <a:prstGeom prst="roundRect">
            <a:avLst>
              <a:gd fmla="val 16667" name="adj"/>
            </a:avLst>
          </a:prstGeom>
          <a:noFill/>
          <a:ln>
            <a:noFill/>
          </a:ln>
        </p:spPr>
      </p:sp>
      <p:sp>
        <p:nvSpPr>
          <p:cNvPr id="650" name="Google Shape;650;p78"/>
          <p:cNvSpPr/>
          <p:nvPr>
            <p:ph idx="3" type="pic"/>
          </p:nvPr>
        </p:nvSpPr>
        <p:spPr>
          <a:xfrm>
            <a:off x="3171450" y="539500"/>
            <a:ext cx="2304300" cy="2285700"/>
          </a:xfrm>
          <a:prstGeom prst="roundRect">
            <a:avLst>
              <a:gd fmla="val 16667" name="adj"/>
            </a:avLst>
          </a:prstGeom>
          <a:noFill/>
          <a:ln>
            <a:noFill/>
          </a:ln>
        </p:spPr>
      </p:sp>
      <p:sp>
        <p:nvSpPr>
          <p:cNvPr id="651" name="Google Shape;651;p78"/>
          <p:cNvSpPr/>
          <p:nvPr>
            <p:ph idx="4" type="pic"/>
          </p:nvPr>
        </p:nvSpPr>
        <p:spPr>
          <a:xfrm>
            <a:off x="3171450" y="2953775"/>
            <a:ext cx="2304300" cy="1650300"/>
          </a:xfrm>
          <a:prstGeom prst="roundRect">
            <a:avLst>
              <a:gd fmla="val 16667" name="adj"/>
            </a:avLst>
          </a:prstGeom>
          <a:noFill/>
          <a:ln>
            <a:noFill/>
          </a:ln>
        </p:spPr>
      </p:sp>
      <p:sp>
        <p:nvSpPr>
          <p:cNvPr id="652" name="Google Shape;652;p78"/>
          <p:cNvSpPr/>
          <p:nvPr>
            <p:ph idx="5" type="pic"/>
          </p:nvPr>
        </p:nvSpPr>
        <p:spPr>
          <a:xfrm>
            <a:off x="754400" y="2953775"/>
            <a:ext cx="2304300" cy="1650300"/>
          </a:xfrm>
          <a:prstGeom prst="roundRect">
            <a:avLst>
              <a:gd fmla="val 16667" name="adj"/>
            </a:avLst>
          </a:prstGeom>
          <a:noFill/>
          <a:ln>
            <a:noFill/>
          </a:ln>
        </p:spPr>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2">
    <p:spTree>
      <p:nvGrpSpPr>
        <p:cNvPr id="653" name="Shape 653"/>
        <p:cNvGrpSpPr/>
        <p:nvPr/>
      </p:nvGrpSpPr>
      <p:grpSpPr>
        <a:xfrm>
          <a:off x="0" y="0"/>
          <a:ext cx="0" cy="0"/>
          <a:chOff x="0" y="0"/>
          <a:chExt cx="0" cy="0"/>
        </a:xfrm>
      </p:grpSpPr>
      <p:grpSp>
        <p:nvGrpSpPr>
          <p:cNvPr id="654" name="Google Shape;654;p79"/>
          <p:cNvGrpSpPr/>
          <p:nvPr/>
        </p:nvGrpSpPr>
        <p:grpSpPr>
          <a:xfrm>
            <a:off x="0" y="4"/>
            <a:ext cx="9144005" cy="5143496"/>
            <a:chOff x="0" y="4"/>
            <a:chExt cx="9144005" cy="5143496"/>
          </a:xfrm>
        </p:grpSpPr>
        <p:pic>
          <p:nvPicPr>
            <p:cNvPr id="655" name="Google Shape;655;p79"/>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656" name="Google Shape;656;p79"/>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657" name="Google Shape;657;p79"/>
          <p:cNvGrpSpPr/>
          <p:nvPr/>
        </p:nvGrpSpPr>
        <p:grpSpPr>
          <a:xfrm flipH="1" rot="-10539848">
            <a:off x="6108563" y="4049074"/>
            <a:ext cx="4573901" cy="3479217"/>
            <a:chOff x="1522650" y="1117750"/>
            <a:chExt cx="4574075" cy="3479350"/>
          </a:xfrm>
        </p:grpSpPr>
        <p:sp>
          <p:nvSpPr>
            <p:cNvPr id="658" name="Google Shape;658;p79"/>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p79"/>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60" name="Google Shape;660;p7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61" name="Google Shape;661;p79"/>
          <p:cNvSpPr txBox="1"/>
          <p:nvPr>
            <p:ph idx="1" type="subTitle"/>
          </p:nvPr>
        </p:nvSpPr>
        <p:spPr>
          <a:xfrm>
            <a:off x="719975" y="1164450"/>
            <a:ext cx="3748800" cy="1188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1200"/>
              <a:buChar char="●"/>
              <a:defRPr/>
            </a:lvl1pPr>
            <a:lvl2pPr lvl="1" algn="l">
              <a:lnSpc>
                <a:spcPct val="100000"/>
              </a:lnSpc>
              <a:spcBef>
                <a:spcPts val="0"/>
              </a:spcBef>
              <a:spcAft>
                <a:spcPts val="0"/>
              </a:spcAft>
              <a:buSzPts val="1200"/>
              <a:buChar char="○"/>
              <a:defRPr/>
            </a:lvl2pPr>
            <a:lvl3pPr lvl="2" algn="l">
              <a:lnSpc>
                <a:spcPct val="100000"/>
              </a:lnSpc>
              <a:spcBef>
                <a:spcPts val="0"/>
              </a:spcBef>
              <a:spcAft>
                <a:spcPts val="0"/>
              </a:spcAft>
              <a:buSzPts val="1200"/>
              <a:buChar char="■"/>
              <a:defRPr/>
            </a:lvl3pPr>
            <a:lvl4pPr lvl="3" algn="l">
              <a:lnSpc>
                <a:spcPct val="100000"/>
              </a:lnSpc>
              <a:spcBef>
                <a:spcPts val="0"/>
              </a:spcBef>
              <a:spcAft>
                <a:spcPts val="0"/>
              </a:spcAft>
              <a:buSzPts val="1200"/>
              <a:buChar char="●"/>
              <a:defRPr/>
            </a:lvl4pPr>
            <a:lvl5pPr lvl="4" algn="l">
              <a:lnSpc>
                <a:spcPct val="100000"/>
              </a:lnSpc>
              <a:spcBef>
                <a:spcPts val="0"/>
              </a:spcBef>
              <a:spcAft>
                <a:spcPts val="0"/>
              </a:spcAft>
              <a:buSzPts val="1200"/>
              <a:buChar char="○"/>
              <a:defRPr/>
            </a:lvl5pPr>
            <a:lvl6pPr lvl="5" algn="l">
              <a:lnSpc>
                <a:spcPct val="100000"/>
              </a:lnSpc>
              <a:spcBef>
                <a:spcPts val="0"/>
              </a:spcBef>
              <a:spcAft>
                <a:spcPts val="0"/>
              </a:spcAft>
              <a:buSzPts val="1200"/>
              <a:buChar char="■"/>
              <a:defRPr/>
            </a:lvl6pPr>
            <a:lvl7pPr lvl="6" algn="l">
              <a:lnSpc>
                <a:spcPct val="100000"/>
              </a:lnSpc>
              <a:spcBef>
                <a:spcPts val="0"/>
              </a:spcBef>
              <a:spcAft>
                <a:spcPts val="0"/>
              </a:spcAft>
              <a:buSzPts val="1200"/>
              <a:buChar char="●"/>
              <a:defRPr/>
            </a:lvl7pPr>
            <a:lvl8pPr lvl="7" algn="l">
              <a:lnSpc>
                <a:spcPct val="100000"/>
              </a:lnSpc>
              <a:spcBef>
                <a:spcPts val="0"/>
              </a:spcBef>
              <a:spcAft>
                <a:spcPts val="0"/>
              </a:spcAft>
              <a:buSzPts val="1200"/>
              <a:buChar char="○"/>
              <a:defRPr/>
            </a:lvl8pPr>
            <a:lvl9pPr lvl="8" algn="l">
              <a:lnSpc>
                <a:spcPct val="100000"/>
              </a:lnSpc>
              <a:spcBef>
                <a:spcPts val="0"/>
              </a:spcBef>
              <a:spcAft>
                <a:spcPts val="0"/>
              </a:spcAft>
              <a:buSzPts val="1200"/>
              <a:buChar char="■"/>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3">
    <p:spTree>
      <p:nvGrpSpPr>
        <p:cNvPr id="662" name="Shape 662"/>
        <p:cNvGrpSpPr/>
        <p:nvPr/>
      </p:nvGrpSpPr>
      <p:grpSpPr>
        <a:xfrm>
          <a:off x="0" y="0"/>
          <a:ext cx="0" cy="0"/>
          <a:chOff x="0" y="0"/>
          <a:chExt cx="0" cy="0"/>
        </a:xfrm>
      </p:grpSpPr>
      <p:grpSp>
        <p:nvGrpSpPr>
          <p:cNvPr id="663" name="Google Shape;663;p80"/>
          <p:cNvGrpSpPr/>
          <p:nvPr/>
        </p:nvGrpSpPr>
        <p:grpSpPr>
          <a:xfrm>
            <a:off x="0" y="0"/>
            <a:ext cx="9144001" cy="5143500"/>
            <a:chOff x="0" y="0"/>
            <a:chExt cx="9144001" cy="5143500"/>
          </a:xfrm>
        </p:grpSpPr>
        <p:pic>
          <p:nvPicPr>
            <p:cNvPr id="664" name="Google Shape;664;p80"/>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665" name="Google Shape;665;p80"/>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666" name="Google Shape;666;p80"/>
          <p:cNvGrpSpPr/>
          <p:nvPr/>
        </p:nvGrpSpPr>
        <p:grpSpPr>
          <a:xfrm rot="10800000">
            <a:off x="6704226" y="3811697"/>
            <a:ext cx="4574075" cy="3479350"/>
            <a:chOff x="1522650" y="1117750"/>
            <a:chExt cx="4574075" cy="3479350"/>
          </a:xfrm>
        </p:grpSpPr>
        <p:sp>
          <p:nvSpPr>
            <p:cNvPr id="667" name="Google Shape;667;p80"/>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8" name="Google Shape;668;p80"/>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69" name="Google Shape;669;p80"/>
          <p:cNvSpPr txBox="1"/>
          <p:nvPr>
            <p:ph idx="1" type="subTitle"/>
          </p:nvPr>
        </p:nvSpPr>
        <p:spPr>
          <a:xfrm>
            <a:off x="719975" y="1393800"/>
            <a:ext cx="5015400" cy="2203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1200"/>
              <a:buChar char="●"/>
              <a:defRPr/>
            </a:lvl1pPr>
            <a:lvl2pPr lvl="1" algn="l">
              <a:lnSpc>
                <a:spcPct val="100000"/>
              </a:lnSpc>
              <a:spcBef>
                <a:spcPts val="0"/>
              </a:spcBef>
              <a:spcAft>
                <a:spcPts val="0"/>
              </a:spcAft>
              <a:buSzPts val="1200"/>
              <a:buChar char="○"/>
              <a:defRPr/>
            </a:lvl2pPr>
            <a:lvl3pPr lvl="2" algn="l">
              <a:lnSpc>
                <a:spcPct val="100000"/>
              </a:lnSpc>
              <a:spcBef>
                <a:spcPts val="0"/>
              </a:spcBef>
              <a:spcAft>
                <a:spcPts val="0"/>
              </a:spcAft>
              <a:buSzPts val="1200"/>
              <a:buChar char="■"/>
              <a:defRPr/>
            </a:lvl3pPr>
            <a:lvl4pPr lvl="3" algn="l">
              <a:lnSpc>
                <a:spcPct val="100000"/>
              </a:lnSpc>
              <a:spcBef>
                <a:spcPts val="0"/>
              </a:spcBef>
              <a:spcAft>
                <a:spcPts val="0"/>
              </a:spcAft>
              <a:buSzPts val="1200"/>
              <a:buChar char="●"/>
              <a:defRPr/>
            </a:lvl4pPr>
            <a:lvl5pPr lvl="4" algn="l">
              <a:lnSpc>
                <a:spcPct val="100000"/>
              </a:lnSpc>
              <a:spcBef>
                <a:spcPts val="0"/>
              </a:spcBef>
              <a:spcAft>
                <a:spcPts val="0"/>
              </a:spcAft>
              <a:buSzPts val="1200"/>
              <a:buChar char="○"/>
              <a:defRPr/>
            </a:lvl5pPr>
            <a:lvl6pPr lvl="5" algn="l">
              <a:lnSpc>
                <a:spcPct val="100000"/>
              </a:lnSpc>
              <a:spcBef>
                <a:spcPts val="0"/>
              </a:spcBef>
              <a:spcAft>
                <a:spcPts val="0"/>
              </a:spcAft>
              <a:buSzPts val="1200"/>
              <a:buChar char="■"/>
              <a:defRPr/>
            </a:lvl6pPr>
            <a:lvl7pPr lvl="6" algn="l">
              <a:lnSpc>
                <a:spcPct val="100000"/>
              </a:lnSpc>
              <a:spcBef>
                <a:spcPts val="0"/>
              </a:spcBef>
              <a:spcAft>
                <a:spcPts val="0"/>
              </a:spcAft>
              <a:buSzPts val="1200"/>
              <a:buChar char="●"/>
              <a:defRPr/>
            </a:lvl7pPr>
            <a:lvl8pPr lvl="7" algn="l">
              <a:lnSpc>
                <a:spcPct val="100000"/>
              </a:lnSpc>
              <a:spcBef>
                <a:spcPts val="0"/>
              </a:spcBef>
              <a:spcAft>
                <a:spcPts val="0"/>
              </a:spcAft>
              <a:buSzPts val="1200"/>
              <a:buChar char="○"/>
              <a:defRPr/>
            </a:lvl8pPr>
            <a:lvl9pPr lvl="8" algn="l">
              <a:lnSpc>
                <a:spcPct val="100000"/>
              </a:lnSpc>
              <a:spcBef>
                <a:spcPts val="0"/>
              </a:spcBef>
              <a:spcAft>
                <a:spcPts val="0"/>
              </a:spcAft>
              <a:buSzPts val="1200"/>
              <a:buChar char="■"/>
              <a:defRPr/>
            </a:lvl9pPr>
          </a:lstStyle>
          <a:p/>
        </p:txBody>
      </p:sp>
      <p:sp>
        <p:nvSpPr>
          <p:cNvPr id="670" name="Google Shape;670;p8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671" name="Shape 671"/>
        <p:cNvGrpSpPr/>
        <p:nvPr/>
      </p:nvGrpSpPr>
      <p:grpSpPr>
        <a:xfrm>
          <a:off x="0" y="0"/>
          <a:ext cx="0" cy="0"/>
          <a:chOff x="0" y="0"/>
          <a:chExt cx="0" cy="0"/>
        </a:xfrm>
      </p:grpSpPr>
      <p:grpSp>
        <p:nvGrpSpPr>
          <p:cNvPr id="672" name="Google Shape;672;p81"/>
          <p:cNvGrpSpPr/>
          <p:nvPr/>
        </p:nvGrpSpPr>
        <p:grpSpPr>
          <a:xfrm>
            <a:off x="0" y="0"/>
            <a:ext cx="9144001" cy="5143500"/>
            <a:chOff x="0" y="0"/>
            <a:chExt cx="9144001" cy="5143500"/>
          </a:xfrm>
        </p:grpSpPr>
        <p:pic>
          <p:nvPicPr>
            <p:cNvPr id="673" name="Google Shape;673;p81"/>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674" name="Google Shape;674;p81"/>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675" name="Google Shape;675;p81"/>
          <p:cNvGrpSpPr/>
          <p:nvPr/>
        </p:nvGrpSpPr>
        <p:grpSpPr>
          <a:xfrm rot="10800000">
            <a:off x="6704226" y="3811697"/>
            <a:ext cx="4574075" cy="3479350"/>
            <a:chOff x="1522650" y="1117750"/>
            <a:chExt cx="4574075" cy="3479350"/>
          </a:xfrm>
        </p:grpSpPr>
        <p:sp>
          <p:nvSpPr>
            <p:cNvPr id="676" name="Google Shape;676;p81"/>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p81"/>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78" name="Google Shape;678;p8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79" name="Google Shape;679;p81"/>
          <p:cNvSpPr txBox="1"/>
          <p:nvPr>
            <p:ph idx="1" type="subTitle"/>
          </p:nvPr>
        </p:nvSpPr>
        <p:spPr>
          <a:xfrm>
            <a:off x="865525" y="2741725"/>
            <a:ext cx="2189400" cy="186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80" name="Google Shape;680;p81"/>
          <p:cNvSpPr txBox="1"/>
          <p:nvPr>
            <p:ph idx="2" type="subTitle"/>
          </p:nvPr>
        </p:nvSpPr>
        <p:spPr>
          <a:xfrm>
            <a:off x="3433873" y="2741725"/>
            <a:ext cx="2189400" cy="186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81" name="Google Shape;681;p81"/>
          <p:cNvSpPr txBox="1"/>
          <p:nvPr>
            <p:ph idx="3" type="subTitle"/>
          </p:nvPr>
        </p:nvSpPr>
        <p:spPr>
          <a:xfrm>
            <a:off x="6002228" y="2741725"/>
            <a:ext cx="2189400" cy="186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82" name="Google Shape;682;p81"/>
          <p:cNvSpPr txBox="1"/>
          <p:nvPr>
            <p:ph idx="4" type="subTitle"/>
          </p:nvPr>
        </p:nvSpPr>
        <p:spPr>
          <a:xfrm>
            <a:off x="865525" y="2046500"/>
            <a:ext cx="2189400" cy="708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83" name="Google Shape;683;p81"/>
          <p:cNvSpPr txBox="1"/>
          <p:nvPr>
            <p:ph idx="5" type="subTitle"/>
          </p:nvPr>
        </p:nvSpPr>
        <p:spPr>
          <a:xfrm>
            <a:off x="3433878" y="2046500"/>
            <a:ext cx="2189400" cy="708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84" name="Google Shape;684;p81"/>
          <p:cNvSpPr txBox="1"/>
          <p:nvPr>
            <p:ph idx="6" type="subTitle"/>
          </p:nvPr>
        </p:nvSpPr>
        <p:spPr>
          <a:xfrm>
            <a:off x="6002231" y="2046500"/>
            <a:ext cx="2189400" cy="708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685" name="Shape 685"/>
        <p:cNvGrpSpPr/>
        <p:nvPr/>
      </p:nvGrpSpPr>
      <p:grpSpPr>
        <a:xfrm>
          <a:off x="0" y="0"/>
          <a:ext cx="0" cy="0"/>
          <a:chOff x="0" y="0"/>
          <a:chExt cx="0" cy="0"/>
        </a:xfrm>
      </p:grpSpPr>
      <p:grpSp>
        <p:nvGrpSpPr>
          <p:cNvPr id="686" name="Google Shape;686;p82"/>
          <p:cNvGrpSpPr/>
          <p:nvPr/>
        </p:nvGrpSpPr>
        <p:grpSpPr>
          <a:xfrm>
            <a:off x="0" y="4"/>
            <a:ext cx="9144005" cy="5143496"/>
            <a:chOff x="0" y="4"/>
            <a:chExt cx="9144005" cy="5143496"/>
          </a:xfrm>
        </p:grpSpPr>
        <p:pic>
          <p:nvPicPr>
            <p:cNvPr id="687" name="Google Shape;687;p82"/>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688" name="Google Shape;688;p82"/>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689" name="Google Shape;689;p82"/>
          <p:cNvGrpSpPr/>
          <p:nvPr/>
        </p:nvGrpSpPr>
        <p:grpSpPr>
          <a:xfrm flipH="1" rot="-10539848">
            <a:off x="6108563" y="4049074"/>
            <a:ext cx="4573901" cy="3479217"/>
            <a:chOff x="1522650" y="1117750"/>
            <a:chExt cx="4574075" cy="3479350"/>
          </a:xfrm>
        </p:grpSpPr>
        <p:sp>
          <p:nvSpPr>
            <p:cNvPr id="690" name="Google Shape;690;p82"/>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82"/>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92" name="Google Shape;692;p8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93" name="Google Shape;693;p82"/>
          <p:cNvSpPr txBox="1"/>
          <p:nvPr>
            <p:ph idx="1" type="subTitle"/>
          </p:nvPr>
        </p:nvSpPr>
        <p:spPr>
          <a:xfrm>
            <a:off x="1225674" y="1659425"/>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94" name="Google Shape;694;p82"/>
          <p:cNvSpPr txBox="1"/>
          <p:nvPr>
            <p:ph idx="2" type="subTitle"/>
          </p:nvPr>
        </p:nvSpPr>
        <p:spPr>
          <a:xfrm>
            <a:off x="5052125" y="1659425"/>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95" name="Google Shape;695;p82"/>
          <p:cNvSpPr txBox="1"/>
          <p:nvPr>
            <p:ph idx="3" type="subTitle"/>
          </p:nvPr>
        </p:nvSpPr>
        <p:spPr>
          <a:xfrm>
            <a:off x="1225674" y="3320000"/>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96" name="Google Shape;696;p82"/>
          <p:cNvSpPr txBox="1"/>
          <p:nvPr>
            <p:ph idx="4" type="subTitle"/>
          </p:nvPr>
        </p:nvSpPr>
        <p:spPr>
          <a:xfrm>
            <a:off x="5052125" y="3320000"/>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97" name="Google Shape;697;p82"/>
          <p:cNvSpPr txBox="1"/>
          <p:nvPr>
            <p:ph idx="5" type="subTitle"/>
          </p:nvPr>
        </p:nvSpPr>
        <p:spPr>
          <a:xfrm>
            <a:off x="1225675" y="13316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98" name="Google Shape;698;p82"/>
          <p:cNvSpPr txBox="1"/>
          <p:nvPr>
            <p:ph idx="6" type="subTitle"/>
          </p:nvPr>
        </p:nvSpPr>
        <p:spPr>
          <a:xfrm>
            <a:off x="1225675" y="29922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99" name="Google Shape;699;p82"/>
          <p:cNvSpPr txBox="1"/>
          <p:nvPr>
            <p:ph idx="7" type="subTitle"/>
          </p:nvPr>
        </p:nvSpPr>
        <p:spPr>
          <a:xfrm>
            <a:off x="5052099" y="13316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00" name="Google Shape;700;p82"/>
          <p:cNvSpPr txBox="1"/>
          <p:nvPr>
            <p:ph idx="8" type="subTitle"/>
          </p:nvPr>
        </p:nvSpPr>
        <p:spPr>
          <a:xfrm>
            <a:off x="5052099" y="29922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701" name="Shape 701"/>
        <p:cNvGrpSpPr/>
        <p:nvPr/>
      </p:nvGrpSpPr>
      <p:grpSpPr>
        <a:xfrm>
          <a:off x="0" y="0"/>
          <a:ext cx="0" cy="0"/>
          <a:chOff x="0" y="0"/>
          <a:chExt cx="0" cy="0"/>
        </a:xfrm>
      </p:grpSpPr>
      <p:grpSp>
        <p:nvGrpSpPr>
          <p:cNvPr id="702" name="Google Shape;702;p83"/>
          <p:cNvGrpSpPr/>
          <p:nvPr/>
        </p:nvGrpSpPr>
        <p:grpSpPr>
          <a:xfrm>
            <a:off x="0" y="0"/>
            <a:ext cx="9144001" cy="5143500"/>
            <a:chOff x="0" y="0"/>
            <a:chExt cx="9144001" cy="5143500"/>
          </a:xfrm>
        </p:grpSpPr>
        <p:pic>
          <p:nvPicPr>
            <p:cNvPr id="703" name="Google Shape;703;p83"/>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704" name="Google Shape;704;p83"/>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705" name="Google Shape;705;p83"/>
          <p:cNvGrpSpPr/>
          <p:nvPr/>
        </p:nvGrpSpPr>
        <p:grpSpPr>
          <a:xfrm rot="10800000">
            <a:off x="6704226" y="3811697"/>
            <a:ext cx="4574075" cy="3479350"/>
            <a:chOff x="1522650" y="1117750"/>
            <a:chExt cx="4574075" cy="3479350"/>
          </a:xfrm>
        </p:grpSpPr>
        <p:sp>
          <p:nvSpPr>
            <p:cNvPr id="706" name="Google Shape;706;p83"/>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83"/>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08" name="Google Shape;708;p8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09" name="Google Shape;709;p83"/>
          <p:cNvSpPr txBox="1"/>
          <p:nvPr>
            <p:ph idx="1" type="subTitle"/>
          </p:nvPr>
        </p:nvSpPr>
        <p:spPr>
          <a:xfrm>
            <a:off x="1162025" y="1656927"/>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10" name="Google Shape;710;p83"/>
          <p:cNvSpPr txBox="1"/>
          <p:nvPr>
            <p:ph idx="2" type="subTitle"/>
          </p:nvPr>
        </p:nvSpPr>
        <p:spPr>
          <a:xfrm>
            <a:off x="3782975" y="1656925"/>
            <a:ext cx="1972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11" name="Google Shape;711;p83"/>
          <p:cNvSpPr txBox="1"/>
          <p:nvPr>
            <p:ph idx="3" type="subTitle"/>
          </p:nvPr>
        </p:nvSpPr>
        <p:spPr>
          <a:xfrm>
            <a:off x="1162025" y="3387221"/>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12" name="Google Shape;712;p83"/>
          <p:cNvSpPr txBox="1"/>
          <p:nvPr>
            <p:ph idx="4" type="subTitle"/>
          </p:nvPr>
        </p:nvSpPr>
        <p:spPr>
          <a:xfrm>
            <a:off x="3782975" y="3387221"/>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13" name="Google Shape;713;p83"/>
          <p:cNvSpPr txBox="1"/>
          <p:nvPr>
            <p:ph idx="5" type="subTitle"/>
          </p:nvPr>
        </p:nvSpPr>
        <p:spPr>
          <a:xfrm>
            <a:off x="6403925" y="1656927"/>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14" name="Google Shape;714;p83"/>
          <p:cNvSpPr txBox="1"/>
          <p:nvPr>
            <p:ph idx="6" type="subTitle"/>
          </p:nvPr>
        </p:nvSpPr>
        <p:spPr>
          <a:xfrm>
            <a:off x="6403925" y="3387221"/>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15" name="Google Shape;715;p83"/>
          <p:cNvSpPr txBox="1"/>
          <p:nvPr>
            <p:ph idx="7" type="subTitle"/>
          </p:nvPr>
        </p:nvSpPr>
        <p:spPr>
          <a:xfrm>
            <a:off x="1162025" y="1359241"/>
            <a:ext cx="1975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16" name="Google Shape;716;p83"/>
          <p:cNvSpPr txBox="1"/>
          <p:nvPr>
            <p:ph idx="8" type="subTitle"/>
          </p:nvPr>
        </p:nvSpPr>
        <p:spPr>
          <a:xfrm>
            <a:off x="3782975" y="1359241"/>
            <a:ext cx="1972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17" name="Google Shape;717;p83"/>
          <p:cNvSpPr txBox="1"/>
          <p:nvPr>
            <p:ph idx="9" type="subTitle"/>
          </p:nvPr>
        </p:nvSpPr>
        <p:spPr>
          <a:xfrm>
            <a:off x="6403925" y="1359241"/>
            <a:ext cx="19728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18" name="Google Shape;718;p83"/>
          <p:cNvSpPr txBox="1"/>
          <p:nvPr>
            <p:ph idx="13" type="subTitle"/>
          </p:nvPr>
        </p:nvSpPr>
        <p:spPr>
          <a:xfrm>
            <a:off x="1162025" y="3086317"/>
            <a:ext cx="1975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19" name="Google Shape;719;p83"/>
          <p:cNvSpPr txBox="1"/>
          <p:nvPr>
            <p:ph idx="14" type="subTitle"/>
          </p:nvPr>
        </p:nvSpPr>
        <p:spPr>
          <a:xfrm>
            <a:off x="3782975" y="3086317"/>
            <a:ext cx="1972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20" name="Google Shape;720;p83"/>
          <p:cNvSpPr txBox="1"/>
          <p:nvPr>
            <p:ph idx="15" type="subTitle"/>
          </p:nvPr>
        </p:nvSpPr>
        <p:spPr>
          <a:xfrm>
            <a:off x="6403925" y="3086317"/>
            <a:ext cx="19728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721" name="Shape 721"/>
        <p:cNvGrpSpPr/>
        <p:nvPr/>
      </p:nvGrpSpPr>
      <p:grpSpPr>
        <a:xfrm>
          <a:off x="0" y="0"/>
          <a:ext cx="0" cy="0"/>
          <a:chOff x="0" y="0"/>
          <a:chExt cx="0" cy="0"/>
        </a:xfrm>
      </p:grpSpPr>
      <p:sp>
        <p:nvSpPr>
          <p:cNvPr id="722" name="Google Shape;722;p84"/>
          <p:cNvSpPr txBox="1"/>
          <p:nvPr>
            <p:ph type="title"/>
          </p:nvPr>
        </p:nvSpPr>
        <p:spPr>
          <a:xfrm>
            <a:off x="1200575" y="2266166"/>
            <a:ext cx="2739300" cy="6675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41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723" name="Google Shape;723;p84"/>
          <p:cNvSpPr txBox="1"/>
          <p:nvPr>
            <p:ph idx="1" type="subTitle"/>
          </p:nvPr>
        </p:nvSpPr>
        <p:spPr>
          <a:xfrm>
            <a:off x="1200575" y="2948884"/>
            <a:ext cx="2739300" cy="365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724" name="Google Shape;724;p84"/>
          <p:cNvSpPr txBox="1"/>
          <p:nvPr>
            <p:ph idx="2" type="title"/>
          </p:nvPr>
        </p:nvSpPr>
        <p:spPr>
          <a:xfrm>
            <a:off x="1200575" y="977950"/>
            <a:ext cx="2739300" cy="6663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41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725" name="Google Shape;725;p84"/>
          <p:cNvSpPr txBox="1"/>
          <p:nvPr>
            <p:ph idx="3" type="subTitle"/>
          </p:nvPr>
        </p:nvSpPr>
        <p:spPr>
          <a:xfrm>
            <a:off x="1200575" y="1669422"/>
            <a:ext cx="2739300" cy="36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726" name="Google Shape;726;p84"/>
          <p:cNvSpPr txBox="1"/>
          <p:nvPr>
            <p:ph idx="4" type="title"/>
          </p:nvPr>
        </p:nvSpPr>
        <p:spPr>
          <a:xfrm>
            <a:off x="1200575" y="3555582"/>
            <a:ext cx="2739300" cy="6675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41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727" name="Google Shape;727;p84"/>
          <p:cNvSpPr txBox="1"/>
          <p:nvPr>
            <p:ph idx="5" type="subTitle"/>
          </p:nvPr>
        </p:nvSpPr>
        <p:spPr>
          <a:xfrm>
            <a:off x="1200575" y="4238300"/>
            <a:ext cx="2739300" cy="365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pic>
        <p:nvPicPr>
          <p:cNvPr id="728" name="Google Shape;728;p84"/>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729" name="Shape 729"/>
        <p:cNvGrpSpPr/>
        <p:nvPr/>
      </p:nvGrpSpPr>
      <p:grpSpPr>
        <a:xfrm>
          <a:off x="0" y="0"/>
          <a:ext cx="0" cy="0"/>
          <a:chOff x="0" y="0"/>
          <a:chExt cx="0" cy="0"/>
        </a:xfrm>
      </p:grpSpPr>
      <p:sp>
        <p:nvSpPr>
          <p:cNvPr id="730" name="Google Shape;730;p85"/>
          <p:cNvSpPr txBox="1"/>
          <p:nvPr>
            <p:ph type="title"/>
          </p:nvPr>
        </p:nvSpPr>
        <p:spPr>
          <a:xfrm>
            <a:off x="713225" y="747263"/>
            <a:ext cx="3281700" cy="953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60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31" name="Google Shape;731;p85"/>
          <p:cNvSpPr txBox="1"/>
          <p:nvPr>
            <p:ph idx="1" type="subTitle"/>
          </p:nvPr>
        </p:nvSpPr>
        <p:spPr>
          <a:xfrm>
            <a:off x="713225" y="1584449"/>
            <a:ext cx="3281700" cy="895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pic>
        <p:nvPicPr>
          <p:cNvPr id="732" name="Google Shape;732;p85"/>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sp>
        <p:nvSpPr>
          <p:cNvPr id="733" name="Google Shape;733;p85"/>
          <p:cNvSpPr txBox="1"/>
          <p:nvPr/>
        </p:nvSpPr>
        <p:spPr>
          <a:xfrm>
            <a:off x="713225" y="3410538"/>
            <a:ext cx="3278700" cy="72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300"/>
              </a:spcBef>
              <a:spcAft>
                <a:spcPts val="0"/>
              </a:spcAft>
              <a:buClr>
                <a:srgbClr val="000000"/>
              </a:buClr>
              <a:buSzPts val="1000"/>
              <a:buFont typeface="Arial"/>
              <a:buNone/>
            </a:pPr>
            <a:r>
              <a:rPr b="1" i="0" lang="en" sz="1000" u="none" cap="none" strike="noStrike">
                <a:solidFill>
                  <a:schemeClr val="dk1"/>
                </a:solidFill>
                <a:latin typeface="Cairo"/>
                <a:ea typeface="Cairo"/>
                <a:cs typeface="Cairo"/>
                <a:sym typeface="Cairo"/>
              </a:rPr>
              <a:t>CREDITS:</a:t>
            </a:r>
            <a:r>
              <a:rPr b="0" i="0" lang="en" sz="1000" u="none" cap="none" strike="noStrike">
                <a:solidFill>
                  <a:schemeClr val="dk1"/>
                </a:solidFill>
                <a:latin typeface="Cairo"/>
                <a:ea typeface="Cairo"/>
                <a:cs typeface="Cairo"/>
                <a:sym typeface="Cairo"/>
              </a:rPr>
              <a:t> This presentation template was created by </a:t>
            </a:r>
            <a:r>
              <a:rPr b="1" i="0" lang="en" sz="1000" u="sng" cap="none" strike="noStrike">
                <a:solidFill>
                  <a:schemeClr val="hlink"/>
                </a:solidFill>
                <a:latin typeface="Cairo"/>
                <a:ea typeface="Cairo"/>
                <a:cs typeface="Cairo"/>
                <a:sym typeface="Cairo"/>
                <a:hlinkClick r:id="rId3"/>
              </a:rPr>
              <a:t>Slidesgo</a:t>
            </a:r>
            <a:r>
              <a:rPr b="0" i="0" lang="en" sz="1000" u="none" cap="none" strike="noStrike">
                <a:solidFill>
                  <a:schemeClr val="dk1"/>
                </a:solidFill>
                <a:latin typeface="Cairo"/>
                <a:ea typeface="Cairo"/>
                <a:cs typeface="Cairo"/>
                <a:sym typeface="Cairo"/>
              </a:rPr>
              <a:t>, and includes icons by </a:t>
            </a:r>
            <a:r>
              <a:rPr b="1" i="0" lang="en" sz="1000" u="sng" cap="none" strike="noStrike">
                <a:solidFill>
                  <a:schemeClr val="hlink"/>
                </a:solidFill>
                <a:latin typeface="Cairo"/>
                <a:ea typeface="Cairo"/>
                <a:cs typeface="Cairo"/>
                <a:sym typeface="Cairo"/>
                <a:hlinkClick r:id="rId4"/>
              </a:rPr>
              <a:t>Flaticon</a:t>
            </a:r>
            <a:r>
              <a:rPr b="0" i="0" lang="en" sz="1000" u="none" cap="none" strike="noStrike">
                <a:solidFill>
                  <a:schemeClr val="dk1"/>
                </a:solidFill>
                <a:latin typeface="Cairo"/>
                <a:ea typeface="Cairo"/>
                <a:cs typeface="Cairo"/>
                <a:sym typeface="Cairo"/>
              </a:rPr>
              <a:t>, and infographics &amp; images by </a:t>
            </a:r>
            <a:r>
              <a:rPr b="1" i="0" lang="en" sz="1000" u="sng" cap="none" strike="noStrike">
                <a:solidFill>
                  <a:schemeClr val="hlink"/>
                </a:solidFill>
                <a:latin typeface="Cairo"/>
                <a:ea typeface="Cairo"/>
                <a:cs typeface="Cairo"/>
                <a:sym typeface="Cairo"/>
                <a:hlinkClick r:id="rId5"/>
              </a:rPr>
              <a:t>Freepik</a:t>
            </a:r>
            <a:r>
              <a:rPr b="1" i="0" lang="en" sz="1000" u="sng" cap="none" strike="noStrike">
                <a:solidFill>
                  <a:schemeClr val="dk1"/>
                </a:solidFill>
                <a:latin typeface="Cairo"/>
                <a:ea typeface="Cairo"/>
                <a:cs typeface="Cairo"/>
                <a:sym typeface="Cairo"/>
              </a:rPr>
              <a:t> </a:t>
            </a:r>
            <a:endParaRPr b="1" i="0" sz="1000" u="sng" cap="none" strike="noStrike">
              <a:solidFill>
                <a:schemeClr val="dk1"/>
              </a:solidFill>
              <a:latin typeface="Cairo"/>
              <a:ea typeface="Cairo"/>
              <a:cs typeface="Cairo"/>
              <a:sym typeface="Cairo"/>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734" name="Shape 734"/>
        <p:cNvGrpSpPr/>
        <p:nvPr/>
      </p:nvGrpSpPr>
      <p:grpSpPr>
        <a:xfrm>
          <a:off x="0" y="0"/>
          <a:ext cx="0" cy="0"/>
          <a:chOff x="0" y="0"/>
          <a:chExt cx="0" cy="0"/>
        </a:xfrm>
      </p:grpSpPr>
      <p:grpSp>
        <p:nvGrpSpPr>
          <p:cNvPr id="735" name="Google Shape;735;p86"/>
          <p:cNvGrpSpPr/>
          <p:nvPr/>
        </p:nvGrpSpPr>
        <p:grpSpPr>
          <a:xfrm>
            <a:off x="0" y="0"/>
            <a:ext cx="9144001" cy="5143500"/>
            <a:chOff x="0" y="0"/>
            <a:chExt cx="9144001" cy="5143500"/>
          </a:xfrm>
        </p:grpSpPr>
        <p:pic>
          <p:nvPicPr>
            <p:cNvPr id="736" name="Google Shape;736;p86"/>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pic>
          <p:nvPicPr>
            <p:cNvPr id="737" name="Google Shape;737;p86"/>
            <p:cNvPicPr preferRelativeResize="0"/>
            <p:nvPr/>
          </p:nvPicPr>
          <p:blipFill rotWithShape="1">
            <a:blip r:embed="rId3">
              <a:alphaModFix/>
            </a:blip>
            <a:srcRect b="0" l="0" r="0" t="0"/>
            <a:stretch/>
          </p:blipFill>
          <p:spPr>
            <a:xfrm flipH="1" rot="10800000">
              <a:off x="5738810" y="0"/>
              <a:ext cx="3405191" cy="5143500"/>
            </a:xfrm>
            <a:prstGeom prst="rect">
              <a:avLst/>
            </a:prstGeom>
            <a:noFill/>
            <a:ln>
              <a:noFill/>
            </a:ln>
          </p:spPr>
        </p:pic>
      </p:grpSp>
      <p:grpSp>
        <p:nvGrpSpPr>
          <p:cNvPr id="738" name="Google Shape;738;p86"/>
          <p:cNvGrpSpPr/>
          <p:nvPr/>
        </p:nvGrpSpPr>
        <p:grpSpPr>
          <a:xfrm rot="756538">
            <a:off x="-1069834" y="-1842572"/>
            <a:ext cx="4574157" cy="3479412"/>
            <a:chOff x="1522650" y="1117750"/>
            <a:chExt cx="4574075" cy="3479350"/>
          </a:xfrm>
        </p:grpSpPr>
        <p:sp>
          <p:nvSpPr>
            <p:cNvPr id="739" name="Google Shape;739;p86"/>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0" name="Google Shape;740;p86"/>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741" name="Shape 741"/>
        <p:cNvGrpSpPr/>
        <p:nvPr/>
      </p:nvGrpSpPr>
      <p:grpSpPr>
        <a:xfrm>
          <a:off x="0" y="0"/>
          <a:ext cx="0" cy="0"/>
          <a:chOff x="0" y="0"/>
          <a:chExt cx="0" cy="0"/>
        </a:xfrm>
      </p:grpSpPr>
      <p:grpSp>
        <p:nvGrpSpPr>
          <p:cNvPr id="742" name="Google Shape;742;p87"/>
          <p:cNvGrpSpPr/>
          <p:nvPr/>
        </p:nvGrpSpPr>
        <p:grpSpPr>
          <a:xfrm>
            <a:off x="0" y="0"/>
            <a:ext cx="9144001" cy="5143500"/>
            <a:chOff x="0" y="0"/>
            <a:chExt cx="9144001" cy="5143500"/>
          </a:xfrm>
        </p:grpSpPr>
        <p:pic>
          <p:nvPicPr>
            <p:cNvPr id="743" name="Google Shape;743;p87"/>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744" name="Google Shape;744;p87"/>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745" name="Google Shape;745;p87"/>
          <p:cNvGrpSpPr/>
          <p:nvPr/>
        </p:nvGrpSpPr>
        <p:grpSpPr>
          <a:xfrm>
            <a:off x="-1845124" y="-2180828"/>
            <a:ext cx="12652562" cy="9877041"/>
            <a:chOff x="-1845124" y="-2180828"/>
            <a:chExt cx="12652562" cy="9877041"/>
          </a:xfrm>
        </p:grpSpPr>
        <p:grpSp>
          <p:nvGrpSpPr>
            <p:cNvPr id="746" name="Google Shape;746;p87"/>
            <p:cNvGrpSpPr/>
            <p:nvPr/>
          </p:nvGrpSpPr>
          <p:grpSpPr>
            <a:xfrm>
              <a:off x="-1845124" y="-2180828"/>
              <a:ext cx="4574075" cy="3479350"/>
              <a:chOff x="1522650" y="1117750"/>
              <a:chExt cx="4574075" cy="3479350"/>
            </a:xfrm>
          </p:grpSpPr>
          <p:sp>
            <p:nvSpPr>
              <p:cNvPr id="747" name="Google Shape;747;p8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8" name="Google Shape;748;p8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49" name="Google Shape;749;p87"/>
            <p:cNvGrpSpPr/>
            <p:nvPr/>
          </p:nvGrpSpPr>
          <p:grpSpPr>
            <a:xfrm flipH="1" rot="-10539848">
              <a:off x="6108563" y="4049074"/>
              <a:ext cx="4573901" cy="3479217"/>
              <a:chOff x="1522650" y="1117750"/>
              <a:chExt cx="4574075" cy="3479350"/>
            </a:xfrm>
          </p:grpSpPr>
          <p:sp>
            <p:nvSpPr>
              <p:cNvPr id="750" name="Google Shape;750;p8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1" name="Google Shape;751;p8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h280a00827098bea9_9_0)">
    <p:spTree>
      <p:nvGrpSpPr>
        <p:cNvPr id="752" name="Shape 752"/>
        <p:cNvGrpSpPr/>
        <p:nvPr/>
      </p:nvGrpSpPr>
      <p:grpSpPr>
        <a:xfrm>
          <a:off x="0" y="0"/>
          <a:ext cx="0" cy="0"/>
          <a:chOff x="0" y="0"/>
          <a:chExt cx="0" cy="0"/>
        </a:xfrm>
      </p:grpSpPr>
      <p:sp>
        <p:nvSpPr>
          <p:cNvPr id="753" name="Google Shape;753;p8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54" name="Google Shape;754;p88"/>
          <p:cNvSpPr txBox="1"/>
          <p:nvPr>
            <p:ph idx="1" type="body"/>
          </p:nvPr>
        </p:nvSpPr>
        <p:spPr>
          <a:xfrm>
            <a:off x="720000" y="1090229"/>
            <a:ext cx="7704000" cy="3486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Font typeface="Nunito Light"/>
              <a:buChar char="●"/>
              <a:defRPr/>
            </a:lvl1pPr>
            <a:lvl2pPr indent="-304800" lvl="1" marL="914400" algn="l">
              <a:lnSpc>
                <a:spcPct val="100000"/>
              </a:lnSpc>
              <a:spcBef>
                <a:spcPts val="0"/>
              </a:spcBef>
              <a:spcAft>
                <a:spcPts val="0"/>
              </a:spcAft>
              <a:buSzPts val="1200"/>
              <a:buFont typeface="Nunito Light"/>
              <a:buChar char="○"/>
              <a:defRPr/>
            </a:lvl2pPr>
            <a:lvl3pPr indent="-304800" lvl="2" marL="1371600" algn="l">
              <a:lnSpc>
                <a:spcPct val="100000"/>
              </a:lnSpc>
              <a:spcBef>
                <a:spcPts val="0"/>
              </a:spcBef>
              <a:spcAft>
                <a:spcPts val="0"/>
              </a:spcAft>
              <a:buSzPts val="1200"/>
              <a:buFont typeface="Nunito Light"/>
              <a:buChar char="■"/>
              <a:defRPr/>
            </a:lvl3pPr>
            <a:lvl4pPr indent="-304800" lvl="3" marL="1828800" algn="l">
              <a:lnSpc>
                <a:spcPct val="100000"/>
              </a:lnSpc>
              <a:spcBef>
                <a:spcPts val="0"/>
              </a:spcBef>
              <a:spcAft>
                <a:spcPts val="0"/>
              </a:spcAft>
              <a:buSzPts val="1200"/>
              <a:buFont typeface="Nunito Light"/>
              <a:buChar char="●"/>
              <a:defRPr/>
            </a:lvl4pPr>
            <a:lvl5pPr indent="-304800" lvl="4" marL="2286000" algn="l">
              <a:lnSpc>
                <a:spcPct val="100000"/>
              </a:lnSpc>
              <a:spcBef>
                <a:spcPts val="0"/>
              </a:spcBef>
              <a:spcAft>
                <a:spcPts val="0"/>
              </a:spcAft>
              <a:buSzPts val="1200"/>
              <a:buFont typeface="Nunito Light"/>
              <a:buChar char="○"/>
              <a:defRPr/>
            </a:lvl5pPr>
            <a:lvl6pPr indent="-304800" lvl="5" marL="2743200" algn="l">
              <a:lnSpc>
                <a:spcPct val="100000"/>
              </a:lnSpc>
              <a:spcBef>
                <a:spcPts val="0"/>
              </a:spcBef>
              <a:spcAft>
                <a:spcPts val="0"/>
              </a:spcAft>
              <a:buSzPts val="1200"/>
              <a:buFont typeface="Nunito Light"/>
              <a:buChar char="■"/>
              <a:defRPr/>
            </a:lvl6pPr>
            <a:lvl7pPr indent="-304800" lvl="6" marL="3200400" algn="l">
              <a:lnSpc>
                <a:spcPct val="100000"/>
              </a:lnSpc>
              <a:spcBef>
                <a:spcPts val="0"/>
              </a:spcBef>
              <a:spcAft>
                <a:spcPts val="0"/>
              </a:spcAft>
              <a:buSzPts val="1200"/>
              <a:buFont typeface="Nunito Light"/>
              <a:buChar char="●"/>
              <a:defRPr/>
            </a:lvl7pPr>
            <a:lvl8pPr indent="-304800" lvl="7" marL="3657600" algn="l">
              <a:lnSpc>
                <a:spcPct val="100000"/>
              </a:lnSpc>
              <a:spcBef>
                <a:spcPts val="0"/>
              </a:spcBef>
              <a:spcAft>
                <a:spcPts val="0"/>
              </a:spcAft>
              <a:buSzPts val="1200"/>
              <a:buFont typeface="Nunito Light"/>
              <a:buChar char="○"/>
              <a:defRPr/>
            </a:lvl8pPr>
            <a:lvl9pPr indent="-304800" lvl="8" marL="4114800" algn="l">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58" name="Shape 758"/>
        <p:cNvGrpSpPr/>
        <p:nvPr/>
      </p:nvGrpSpPr>
      <p:grpSpPr>
        <a:xfrm>
          <a:off x="0" y="0"/>
          <a:ext cx="0" cy="0"/>
          <a:chOff x="0" y="0"/>
          <a:chExt cx="0" cy="0"/>
        </a:xfrm>
      </p:grpSpPr>
      <p:grpSp>
        <p:nvGrpSpPr>
          <p:cNvPr id="759" name="Google Shape;759;p90"/>
          <p:cNvGrpSpPr/>
          <p:nvPr/>
        </p:nvGrpSpPr>
        <p:grpSpPr>
          <a:xfrm>
            <a:off x="0" y="0"/>
            <a:ext cx="9144001" cy="5143500"/>
            <a:chOff x="0" y="0"/>
            <a:chExt cx="9144001" cy="5143500"/>
          </a:xfrm>
        </p:grpSpPr>
        <p:pic>
          <p:nvPicPr>
            <p:cNvPr id="760" name="Google Shape;760;p90"/>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761" name="Google Shape;761;p90"/>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sp>
        <p:nvSpPr>
          <p:cNvPr id="762" name="Google Shape;762;p9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63" name="Google Shape;763;p90"/>
          <p:cNvSpPr txBox="1"/>
          <p:nvPr>
            <p:ph idx="1" type="body"/>
          </p:nvPr>
        </p:nvSpPr>
        <p:spPr>
          <a:xfrm>
            <a:off x="720000" y="1090229"/>
            <a:ext cx="7704000" cy="3486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Font typeface="Nunito Light"/>
              <a:buChar char="●"/>
              <a:defRPr/>
            </a:lvl1pPr>
            <a:lvl2pPr indent="-304800" lvl="1" marL="914400" algn="l">
              <a:lnSpc>
                <a:spcPct val="100000"/>
              </a:lnSpc>
              <a:spcBef>
                <a:spcPts val="0"/>
              </a:spcBef>
              <a:spcAft>
                <a:spcPts val="0"/>
              </a:spcAft>
              <a:buSzPts val="1200"/>
              <a:buFont typeface="Nunito Light"/>
              <a:buChar char="○"/>
              <a:defRPr/>
            </a:lvl2pPr>
            <a:lvl3pPr indent="-304800" lvl="2" marL="1371600" algn="l">
              <a:lnSpc>
                <a:spcPct val="100000"/>
              </a:lnSpc>
              <a:spcBef>
                <a:spcPts val="0"/>
              </a:spcBef>
              <a:spcAft>
                <a:spcPts val="0"/>
              </a:spcAft>
              <a:buSzPts val="1200"/>
              <a:buFont typeface="Nunito Light"/>
              <a:buChar char="■"/>
              <a:defRPr/>
            </a:lvl3pPr>
            <a:lvl4pPr indent="-304800" lvl="3" marL="1828800" algn="l">
              <a:lnSpc>
                <a:spcPct val="100000"/>
              </a:lnSpc>
              <a:spcBef>
                <a:spcPts val="0"/>
              </a:spcBef>
              <a:spcAft>
                <a:spcPts val="0"/>
              </a:spcAft>
              <a:buSzPts val="1200"/>
              <a:buFont typeface="Nunito Light"/>
              <a:buChar char="●"/>
              <a:defRPr/>
            </a:lvl4pPr>
            <a:lvl5pPr indent="-304800" lvl="4" marL="2286000" algn="l">
              <a:lnSpc>
                <a:spcPct val="100000"/>
              </a:lnSpc>
              <a:spcBef>
                <a:spcPts val="0"/>
              </a:spcBef>
              <a:spcAft>
                <a:spcPts val="0"/>
              </a:spcAft>
              <a:buSzPts val="1200"/>
              <a:buFont typeface="Nunito Light"/>
              <a:buChar char="○"/>
              <a:defRPr/>
            </a:lvl5pPr>
            <a:lvl6pPr indent="-304800" lvl="5" marL="2743200" algn="l">
              <a:lnSpc>
                <a:spcPct val="100000"/>
              </a:lnSpc>
              <a:spcBef>
                <a:spcPts val="0"/>
              </a:spcBef>
              <a:spcAft>
                <a:spcPts val="0"/>
              </a:spcAft>
              <a:buSzPts val="1200"/>
              <a:buFont typeface="Nunito Light"/>
              <a:buChar char="■"/>
              <a:defRPr/>
            </a:lvl6pPr>
            <a:lvl7pPr indent="-304800" lvl="6" marL="3200400" algn="l">
              <a:lnSpc>
                <a:spcPct val="100000"/>
              </a:lnSpc>
              <a:spcBef>
                <a:spcPts val="0"/>
              </a:spcBef>
              <a:spcAft>
                <a:spcPts val="0"/>
              </a:spcAft>
              <a:buSzPts val="1200"/>
              <a:buFont typeface="Nunito Light"/>
              <a:buChar char="●"/>
              <a:defRPr/>
            </a:lvl7pPr>
            <a:lvl8pPr indent="-304800" lvl="7" marL="3657600" algn="l">
              <a:lnSpc>
                <a:spcPct val="100000"/>
              </a:lnSpc>
              <a:spcBef>
                <a:spcPts val="0"/>
              </a:spcBef>
              <a:spcAft>
                <a:spcPts val="0"/>
              </a:spcAft>
              <a:buSzPts val="1200"/>
              <a:buFont typeface="Nunito Light"/>
              <a:buChar char="○"/>
              <a:defRPr/>
            </a:lvl8pPr>
            <a:lvl9pPr indent="-304800" lvl="8" marL="4114800" algn="l">
              <a:lnSpc>
                <a:spcPct val="100000"/>
              </a:lnSpc>
              <a:spcBef>
                <a:spcPts val="0"/>
              </a:spcBef>
              <a:spcAft>
                <a:spcPts val="0"/>
              </a:spcAft>
              <a:buSzPts val="1200"/>
              <a:buFont typeface="Nunito Light"/>
              <a:buChar char="■"/>
              <a:defRPr/>
            </a:lvl9pPr>
          </a:lstStyle>
          <a:p/>
        </p:txBody>
      </p:sp>
      <p:grpSp>
        <p:nvGrpSpPr>
          <p:cNvPr id="764" name="Google Shape;764;p90"/>
          <p:cNvGrpSpPr/>
          <p:nvPr/>
        </p:nvGrpSpPr>
        <p:grpSpPr>
          <a:xfrm rot="10800000">
            <a:off x="6704226" y="3811697"/>
            <a:ext cx="4574075" cy="3479350"/>
            <a:chOff x="1522650" y="1117750"/>
            <a:chExt cx="4574075" cy="3479350"/>
          </a:xfrm>
        </p:grpSpPr>
        <p:sp>
          <p:nvSpPr>
            <p:cNvPr id="765" name="Google Shape;765;p90"/>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6" name="Google Shape;766;p90"/>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67" name="Shape 767"/>
        <p:cNvGrpSpPr/>
        <p:nvPr/>
      </p:nvGrpSpPr>
      <p:grpSpPr>
        <a:xfrm>
          <a:off x="0" y="0"/>
          <a:ext cx="0" cy="0"/>
          <a:chOff x="0" y="0"/>
          <a:chExt cx="0" cy="0"/>
        </a:xfrm>
      </p:grpSpPr>
      <p:sp>
        <p:nvSpPr>
          <p:cNvPr id="768" name="Google Shape;768;p9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769" name="Google Shape;769;p91"/>
          <p:cNvGrpSpPr/>
          <p:nvPr/>
        </p:nvGrpSpPr>
        <p:grpSpPr>
          <a:xfrm>
            <a:off x="0" y="4"/>
            <a:ext cx="9144005" cy="5143496"/>
            <a:chOff x="0" y="4"/>
            <a:chExt cx="9144005" cy="5143496"/>
          </a:xfrm>
        </p:grpSpPr>
        <p:pic>
          <p:nvPicPr>
            <p:cNvPr id="770" name="Google Shape;770;p91"/>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771" name="Google Shape;771;p91"/>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772" name="Google Shape;772;p91"/>
          <p:cNvGrpSpPr/>
          <p:nvPr/>
        </p:nvGrpSpPr>
        <p:grpSpPr>
          <a:xfrm flipH="1" rot="-10539848">
            <a:off x="6108563" y="4049074"/>
            <a:ext cx="4573901" cy="3479217"/>
            <a:chOff x="1522650" y="1117750"/>
            <a:chExt cx="4574075" cy="3479350"/>
          </a:xfrm>
        </p:grpSpPr>
        <p:sp>
          <p:nvSpPr>
            <p:cNvPr id="773" name="Google Shape;773;p91"/>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p91"/>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75" name="Shape 775"/>
        <p:cNvGrpSpPr/>
        <p:nvPr/>
      </p:nvGrpSpPr>
      <p:grpSpPr>
        <a:xfrm>
          <a:off x="0" y="0"/>
          <a:ext cx="0" cy="0"/>
          <a:chOff x="0" y="0"/>
          <a:chExt cx="0" cy="0"/>
        </a:xfrm>
      </p:grpSpPr>
      <p:sp>
        <p:nvSpPr>
          <p:cNvPr id="776" name="Google Shape;776;p92"/>
          <p:cNvSpPr txBox="1"/>
          <p:nvPr>
            <p:ph type="ctrTitle"/>
          </p:nvPr>
        </p:nvSpPr>
        <p:spPr>
          <a:xfrm>
            <a:off x="713225" y="2205375"/>
            <a:ext cx="5257800" cy="1614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191919"/>
              </a:buClr>
              <a:buSzPts val="5200"/>
              <a:buNone/>
              <a:defRPr sz="4800">
                <a:solidFill>
                  <a:srgbClr val="241160"/>
                </a:solidFill>
              </a:defRPr>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777" name="Google Shape;777;p92"/>
          <p:cNvSpPr txBox="1"/>
          <p:nvPr>
            <p:ph idx="1" type="subTitle"/>
          </p:nvPr>
        </p:nvSpPr>
        <p:spPr>
          <a:xfrm>
            <a:off x="713225" y="3885650"/>
            <a:ext cx="3690600" cy="468600"/>
          </a:xfrm>
          <a:prstGeom prst="rect">
            <a:avLst/>
          </a:prstGeom>
          <a:solidFill>
            <a:schemeClr val="dk2"/>
          </a:solid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pic>
        <p:nvPicPr>
          <p:cNvPr id="778" name="Google Shape;778;p92"/>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79" name="Shape 779"/>
        <p:cNvGrpSpPr/>
        <p:nvPr/>
      </p:nvGrpSpPr>
      <p:grpSpPr>
        <a:xfrm>
          <a:off x="0" y="0"/>
          <a:ext cx="0" cy="0"/>
          <a:chOff x="0" y="0"/>
          <a:chExt cx="0" cy="0"/>
        </a:xfrm>
      </p:grpSpPr>
      <p:sp>
        <p:nvSpPr>
          <p:cNvPr id="780" name="Google Shape;780;p93"/>
          <p:cNvSpPr txBox="1"/>
          <p:nvPr>
            <p:ph type="title"/>
          </p:nvPr>
        </p:nvSpPr>
        <p:spPr>
          <a:xfrm>
            <a:off x="4047175" y="2388500"/>
            <a:ext cx="4383600" cy="1626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sz="48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781" name="Google Shape;781;p93"/>
          <p:cNvSpPr txBox="1"/>
          <p:nvPr>
            <p:ph idx="2" type="title"/>
          </p:nvPr>
        </p:nvSpPr>
        <p:spPr>
          <a:xfrm>
            <a:off x="4047175" y="1438750"/>
            <a:ext cx="1230300" cy="8814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60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pic>
        <p:nvPicPr>
          <p:cNvPr id="782" name="Google Shape;782;p93"/>
          <p:cNvPicPr preferRelativeResize="0"/>
          <p:nvPr/>
        </p:nvPicPr>
        <p:blipFill rotWithShape="1">
          <a:blip r:embed="rId2">
            <a:alphaModFix/>
          </a:blip>
          <a:srcRect b="0" l="0" r="0" t="0"/>
          <a:stretch/>
        </p:blipFill>
        <p:spPr>
          <a:xfrm flipH="1">
            <a:off x="4416200" y="2886625"/>
            <a:ext cx="4727801" cy="2256875"/>
          </a:xfrm>
          <a:prstGeom prst="rect">
            <a:avLst/>
          </a:prstGeom>
          <a:noFill/>
          <a:ln>
            <a:noFill/>
          </a:ln>
        </p:spPr>
      </p:pic>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83" name="Shape 783"/>
        <p:cNvGrpSpPr/>
        <p:nvPr/>
      </p:nvGrpSpPr>
      <p:grpSpPr>
        <a:xfrm>
          <a:off x="0" y="0"/>
          <a:ext cx="0" cy="0"/>
          <a:chOff x="0" y="0"/>
          <a:chExt cx="0" cy="0"/>
        </a:xfrm>
      </p:grpSpPr>
      <p:sp>
        <p:nvSpPr>
          <p:cNvPr id="784" name="Google Shape;784;p9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85" name="Google Shape;785;p94"/>
          <p:cNvSpPr txBox="1"/>
          <p:nvPr>
            <p:ph idx="1" type="subTitle"/>
          </p:nvPr>
        </p:nvSpPr>
        <p:spPr>
          <a:xfrm>
            <a:off x="4911639" y="2679824"/>
            <a:ext cx="2424300" cy="1526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86" name="Google Shape;786;p94"/>
          <p:cNvSpPr txBox="1"/>
          <p:nvPr>
            <p:ph idx="2" type="subTitle"/>
          </p:nvPr>
        </p:nvSpPr>
        <p:spPr>
          <a:xfrm>
            <a:off x="1808050" y="2679824"/>
            <a:ext cx="2424300" cy="1526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87" name="Google Shape;787;p94"/>
          <p:cNvSpPr txBox="1"/>
          <p:nvPr>
            <p:ph idx="3" type="subTitle"/>
          </p:nvPr>
        </p:nvSpPr>
        <p:spPr>
          <a:xfrm>
            <a:off x="1808050" y="2244217"/>
            <a:ext cx="2424300" cy="449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88" name="Google Shape;788;p94"/>
          <p:cNvSpPr txBox="1"/>
          <p:nvPr>
            <p:ph idx="4" type="subTitle"/>
          </p:nvPr>
        </p:nvSpPr>
        <p:spPr>
          <a:xfrm>
            <a:off x="4911639" y="2244217"/>
            <a:ext cx="2424300" cy="449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789" name="Google Shape;789;p94"/>
          <p:cNvGrpSpPr/>
          <p:nvPr/>
        </p:nvGrpSpPr>
        <p:grpSpPr>
          <a:xfrm>
            <a:off x="0" y="4"/>
            <a:ext cx="9144005" cy="5143496"/>
            <a:chOff x="0" y="4"/>
            <a:chExt cx="9144005" cy="5143496"/>
          </a:xfrm>
        </p:grpSpPr>
        <p:pic>
          <p:nvPicPr>
            <p:cNvPr id="790" name="Google Shape;790;p94"/>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791" name="Google Shape;791;p94"/>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792" name="Google Shape;792;p94"/>
          <p:cNvGrpSpPr/>
          <p:nvPr/>
        </p:nvGrpSpPr>
        <p:grpSpPr>
          <a:xfrm flipH="1" rot="-10539848">
            <a:off x="6108563" y="4049074"/>
            <a:ext cx="4573901" cy="3479217"/>
            <a:chOff x="1522650" y="1117750"/>
            <a:chExt cx="4574075" cy="3479350"/>
          </a:xfrm>
        </p:grpSpPr>
        <p:sp>
          <p:nvSpPr>
            <p:cNvPr id="793" name="Google Shape;793;p94"/>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4" name="Google Shape;794;p94"/>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95" name="Shape 795"/>
        <p:cNvGrpSpPr/>
        <p:nvPr/>
      </p:nvGrpSpPr>
      <p:grpSpPr>
        <a:xfrm>
          <a:off x="0" y="0"/>
          <a:ext cx="0" cy="0"/>
          <a:chOff x="0" y="0"/>
          <a:chExt cx="0" cy="0"/>
        </a:xfrm>
      </p:grpSpPr>
      <p:sp>
        <p:nvSpPr>
          <p:cNvPr id="796" name="Google Shape;796;p95"/>
          <p:cNvSpPr txBox="1"/>
          <p:nvPr>
            <p:ph type="title"/>
          </p:nvPr>
        </p:nvSpPr>
        <p:spPr>
          <a:xfrm>
            <a:off x="811975" y="829350"/>
            <a:ext cx="3993300" cy="989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97" name="Google Shape;797;p95"/>
          <p:cNvSpPr txBox="1"/>
          <p:nvPr>
            <p:ph idx="1" type="subTitle"/>
          </p:nvPr>
        </p:nvSpPr>
        <p:spPr>
          <a:xfrm>
            <a:off x="811975" y="1878550"/>
            <a:ext cx="3993300" cy="2298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Font typeface="Open Sans"/>
              <a:buAutoNum type="arabicPeriod"/>
              <a:defRPr/>
            </a:lvl1pPr>
            <a:lvl2pPr lvl="1" algn="ctr">
              <a:lnSpc>
                <a:spcPct val="100000"/>
              </a:lnSpc>
              <a:spcBef>
                <a:spcPts val="1000"/>
              </a:spcBef>
              <a:spcAft>
                <a:spcPts val="0"/>
              </a:spcAft>
              <a:buClr>
                <a:srgbClr val="E76A28"/>
              </a:buClr>
              <a:buSzPts val="1200"/>
              <a:buFont typeface="Nunito Light"/>
              <a:buAutoNum type="alphaLcPeriod"/>
              <a:defRPr/>
            </a:lvl2pPr>
            <a:lvl3pPr lvl="2" algn="ctr">
              <a:lnSpc>
                <a:spcPct val="100000"/>
              </a:lnSpc>
              <a:spcBef>
                <a:spcPts val="0"/>
              </a:spcBef>
              <a:spcAft>
                <a:spcPts val="0"/>
              </a:spcAft>
              <a:buClr>
                <a:srgbClr val="E76A28"/>
              </a:buClr>
              <a:buSzPts val="1200"/>
              <a:buFont typeface="Nunito Light"/>
              <a:buAutoNum type="romanLcPeriod"/>
              <a:defRPr/>
            </a:lvl3pPr>
            <a:lvl4pPr lvl="3" algn="ctr">
              <a:lnSpc>
                <a:spcPct val="100000"/>
              </a:lnSpc>
              <a:spcBef>
                <a:spcPts val="0"/>
              </a:spcBef>
              <a:spcAft>
                <a:spcPts val="0"/>
              </a:spcAft>
              <a:buClr>
                <a:srgbClr val="E76A28"/>
              </a:buClr>
              <a:buSzPts val="1200"/>
              <a:buFont typeface="Nunito Light"/>
              <a:buAutoNum type="arabicPeriod"/>
              <a:defRPr/>
            </a:lvl4pPr>
            <a:lvl5pPr lvl="4" algn="ctr">
              <a:lnSpc>
                <a:spcPct val="100000"/>
              </a:lnSpc>
              <a:spcBef>
                <a:spcPts val="0"/>
              </a:spcBef>
              <a:spcAft>
                <a:spcPts val="0"/>
              </a:spcAft>
              <a:buClr>
                <a:srgbClr val="E76A28"/>
              </a:buClr>
              <a:buSzPts val="1200"/>
              <a:buFont typeface="Nunito Light"/>
              <a:buAutoNum type="alphaLcPeriod"/>
              <a:defRPr/>
            </a:lvl5pPr>
            <a:lvl6pPr lvl="5" algn="ctr">
              <a:lnSpc>
                <a:spcPct val="100000"/>
              </a:lnSpc>
              <a:spcBef>
                <a:spcPts val="0"/>
              </a:spcBef>
              <a:spcAft>
                <a:spcPts val="0"/>
              </a:spcAft>
              <a:buClr>
                <a:srgbClr val="999999"/>
              </a:buClr>
              <a:buSzPts val="1200"/>
              <a:buFont typeface="Nunito Light"/>
              <a:buAutoNum type="romanLcPeriod"/>
              <a:defRPr/>
            </a:lvl6pPr>
            <a:lvl7pPr lvl="6" algn="ctr">
              <a:lnSpc>
                <a:spcPct val="100000"/>
              </a:lnSpc>
              <a:spcBef>
                <a:spcPts val="0"/>
              </a:spcBef>
              <a:spcAft>
                <a:spcPts val="0"/>
              </a:spcAft>
              <a:buClr>
                <a:srgbClr val="999999"/>
              </a:buClr>
              <a:buSzPts val="1200"/>
              <a:buFont typeface="Nunito Light"/>
              <a:buAutoNum type="arabicPeriod"/>
              <a:defRPr/>
            </a:lvl7pPr>
            <a:lvl8pPr lvl="7" algn="ctr">
              <a:lnSpc>
                <a:spcPct val="100000"/>
              </a:lnSpc>
              <a:spcBef>
                <a:spcPts val="0"/>
              </a:spcBef>
              <a:spcAft>
                <a:spcPts val="0"/>
              </a:spcAft>
              <a:buClr>
                <a:srgbClr val="999999"/>
              </a:buClr>
              <a:buSzPts val="1200"/>
              <a:buFont typeface="Nunito Light"/>
              <a:buAutoNum type="alphaLcPeriod"/>
              <a:defRPr/>
            </a:lvl8pPr>
            <a:lvl9pPr lvl="8" algn="ctr">
              <a:lnSpc>
                <a:spcPct val="100000"/>
              </a:lnSpc>
              <a:spcBef>
                <a:spcPts val="0"/>
              </a:spcBef>
              <a:spcAft>
                <a:spcPts val="0"/>
              </a:spcAft>
              <a:buClr>
                <a:srgbClr val="999999"/>
              </a:buClr>
              <a:buSzPts val="1200"/>
              <a:buFont typeface="Nunito Light"/>
              <a:buAutoNum type="romanLcPeriod"/>
              <a:defRPr/>
            </a:lvl9pPr>
          </a:lstStyle>
          <a:p/>
        </p:txBody>
      </p:sp>
      <p:sp>
        <p:nvSpPr>
          <p:cNvPr id="798" name="Google Shape;798;p95"/>
          <p:cNvSpPr/>
          <p:nvPr>
            <p:ph idx="2" type="pic"/>
          </p:nvPr>
        </p:nvSpPr>
        <p:spPr>
          <a:xfrm>
            <a:off x="5088475" y="770400"/>
            <a:ext cx="3081600" cy="3602700"/>
          </a:xfrm>
          <a:prstGeom prst="roundRect">
            <a:avLst>
              <a:gd fmla="val 16667" name="adj"/>
            </a:avLst>
          </a:prstGeom>
          <a:noFill/>
          <a:ln>
            <a:noFill/>
          </a:ln>
        </p:spPr>
      </p:sp>
      <p:grpSp>
        <p:nvGrpSpPr>
          <p:cNvPr id="799" name="Google Shape;799;p95"/>
          <p:cNvGrpSpPr/>
          <p:nvPr/>
        </p:nvGrpSpPr>
        <p:grpSpPr>
          <a:xfrm>
            <a:off x="0" y="0"/>
            <a:ext cx="9144001" cy="5143500"/>
            <a:chOff x="0" y="0"/>
            <a:chExt cx="9144001" cy="5143500"/>
          </a:xfrm>
        </p:grpSpPr>
        <p:pic>
          <p:nvPicPr>
            <p:cNvPr id="800" name="Google Shape;800;p95"/>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801" name="Google Shape;801;p95"/>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802" name="Google Shape;802;p95"/>
          <p:cNvGrpSpPr/>
          <p:nvPr/>
        </p:nvGrpSpPr>
        <p:grpSpPr>
          <a:xfrm rot="10800000">
            <a:off x="6704226" y="3811697"/>
            <a:ext cx="4574075" cy="3479350"/>
            <a:chOff x="1522650" y="1117750"/>
            <a:chExt cx="4574075" cy="3479350"/>
          </a:xfrm>
        </p:grpSpPr>
        <p:sp>
          <p:nvSpPr>
            <p:cNvPr id="803" name="Google Shape;803;p95"/>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4" name="Google Shape;804;p95"/>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05" name="Shape 805"/>
        <p:cNvGrpSpPr/>
        <p:nvPr/>
      </p:nvGrpSpPr>
      <p:grpSpPr>
        <a:xfrm>
          <a:off x="0" y="0"/>
          <a:ext cx="0" cy="0"/>
          <a:chOff x="0" y="0"/>
          <a:chExt cx="0" cy="0"/>
        </a:xfrm>
      </p:grpSpPr>
      <p:grpSp>
        <p:nvGrpSpPr>
          <p:cNvPr id="806" name="Google Shape;806;p96"/>
          <p:cNvGrpSpPr/>
          <p:nvPr/>
        </p:nvGrpSpPr>
        <p:grpSpPr>
          <a:xfrm>
            <a:off x="10" y="0"/>
            <a:ext cx="9143991" cy="5143500"/>
            <a:chOff x="10" y="0"/>
            <a:chExt cx="9143991" cy="5143500"/>
          </a:xfrm>
        </p:grpSpPr>
        <p:pic>
          <p:nvPicPr>
            <p:cNvPr id="807" name="Google Shape;807;p96"/>
            <p:cNvPicPr preferRelativeResize="0"/>
            <p:nvPr/>
          </p:nvPicPr>
          <p:blipFill rotWithShape="1">
            <a:blip r:embed="rId2">
              <a:alphaModFix/>
            </a:blip>
            <a:srcRect b="0" l="0" r="0" t="0"/>
            <a:stretch/>
          </p:blipFill>
          <p:spPr>
            <a:xfrm flipH="1">
              <a:off x="10" y="0"/>
              <a:ext cx="3405191" cy="5143500"/>
            </a:xfrm>
            <a:prstGeom prst="rect">
              <a:avLst/>
            </a:prstGeom>
            <a:noFill/>
            <a:ln>
              <a:noFill/>
            </a:ln>
          </p:spPr>
        </p:pic>
        <p:pic>
          <p:nvPicPr>
            <p:cNvPr id="808" name="Google Shape;808;p96"/>
            <p:cNvPicPr preferRelativeResize="0"/>
            <p:nvPr/>
          </p:nvPicPr>
          <p:blipFill rotWithShape="1">
            <a:blip r:embed="rId3">
              <a:alphaModFix/>
            </a:blip>
            <a:srcRect b="0" l="0" r="0" t="0"/>
            <a:stretch/>
          </p:blipFill>
          <p:spPr>
            <a:xfrm flipH="1">
              <a:off x="4416200" y="2886625"/>
              <a:ext cx="4727801" cy="2256875"/>
            </a:xfrm>
            <a:prstGeom prst="rect">
              <a:avLst/>
            </a:prstGeom>
            <a:noFill/>
            <a:ln>
              <a:noFill/>
            </a:ln>
          </p:spPr>
        </p:pic>
      </p:grpSp>
      <p:grpSp>
        <p:nvGrpSpPr>
          <p:cNvPr id="809" name="Google Shape;809;p96"/>
          <p:cNvGrpSpPr/>
          <p:nvPr/>
        </p:nvGrpSpPr>
        <p:grpSpPr>
          <a:xfrm rot="756538">
            <a:off x="5159566" y="-1927047"/>
            <a:ext cx="4574157" cy="3479412"/>
            <a:chOff x="1522650" y="1117750"/>
            <a:chExt cx="4574075" cy="3479350"/>
          </a:xfrm>
        </p:grpSpPr>
        <p:sp>
          <p:nvSpPr>
            <p:cNvPr id="810" name="Google Shape;810;p96"/>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1" name="Google Shape;811;p96"/>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12" name="Google Shape;812;p96"/>
          <p:cNvSpPr txBox="1"/>
          <p:nvPr>
            <p:ph type="title"/>
          </p:nvPr>
        </p:nvSpPr>
        <p:spPr>
          <a:xfrm>
            <a:off x="3830000" y="1716400"/>
            <a:ext cx="4508100" cy="2529300"/>
          </a:xfrm>
          <a:prstGeom prst="rect">
            <a:avLst/>
          </a:prstGeom>
          <a:noFill/>
          <a:ln>
            <a:noFill/>
          </a:ln>
        </p:spPr>
        <p:txBody>
          <a:bodyPr anchorCtr="0" anchor="ctr" bIns="91425" lIns="91425" spcFirstLastPara="1" rIns="91425" wrap="square" tIns="91425">
            <a:noAutofit/>
          </a:bodyPr>
          <a:lstStyle>
            <a:lvl1pPr lvl="0" algn="l">
              <a:lnSpc>
                <a:spcPct val="80000"/>
              </a:lnSpc>
              <a:spcBef>
                <a:spcPts val="0"/>
              </a:spcBef>
              <a:spcAft>
                <a:spcPts val="0"/>
              </a:spcAft>
              <a:buSzPts val="6000"/>
              <a:buNone/>
              <a:defRPr sz="6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13" name="Shape 813"/>
        <p:cNvGrpSpPr/>
        <p:nvPr/>
      </p:nvGrpSpPr>
      <p:grpSpPr>
        <a:xfrm>
          <a:off x="0" y="0"/>
          <a:ext cx="0" cy="0"/>
          <a:chOff x="0" y="0"/>
          <a:chExt cx="0" cy="0"/>
        </a:xfrm>
      </p:grpSpPr>
      <p:grpSp>
        <p:nvGrpSpPr>
          <p:cNvPr id="814" name="Google Shape;814;p97"/>
          <p:cNvGrpSpPr/>
          <p:nvPr/>
        </p:nvGrpSpPr>
        <p:grpSpPr>
          <a:xfrm rot="756538">
            <a:off x="-714809" y="-2409347"/>
            <a:ext cx="4574157" cy="3479412"/>
            <a:chOff x="1522650" y="1117750"/>
            <a:chExt cx="4574075" cy="3479350"/>
          </a:xfrm>
        </p:grpSpPr>
        <p:sp>
          <p:nvSpPr>
            <p:cNvPr id="815" name="Google Shape;815;p9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6" name="Google Shape;816;p9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17" name="Google Shape;817;p97"/>
          <p:cNvGrpSpPr/>
          <p:nvPr/>
        </p:nvGrpSpPr>
        <p:grpSpPr>
          <a:xfrm>
            <a:off x="0" y="0"/>
            <a:ext cx="9144001" cy="5143500"/>
            <a:chOff x="0" y="0"/>
            <a:chExt cx="9144001" cy="5143500"/>
          </a:xfrm>
        </p:grpSpPr>
        <p:pic>
          <p:nvPicPr>
            <p:cNvPr id="818" name="Google Shape;818;p97"/>
            <p:cNvPicPr preferRelativeResize="0"/>
            <p:nvPr/>
          </p:nvPicPr>
          <p:blipFill rotWithShape="1">
            <a:blip r:embed="rId2">
              <a:alphaModFix/>
            </a:blip>
            <a:srcRect b="0" l="0" r="0" t="0"/>
            <a:stretch/>
          </p:blipFill>
          <p:spPr>
            <a:xfrm flipH="1" rot="10800000">
              <a:off x="5738810" y="0"/>
              <a:ext cx="3405191" cy="5143500"/>
            </a:xfrm>
            <a:prstGeom prst="rect">
              <a:avLst/>
            </a:prstGeom>
            <a:noFill/>
            <a:ln>
              <a:noFill/>
            </a:ln>
          </p:spPr>
        </p:pic>
        <p:pic>
          <p:nvPicPr>
            <p:cNvPr id="819" name="Google Shape;819;p97"/>
            <p:cNvPicPr preferRelativeResize="0"/>
            <p:nvPr/>
          </p:nvPicPr>
          <p:blipFill rotWithShape="1">
            <a:blip r:embed="rId3">
              <a:alphaModFix/>
            </a:blip>
            <a:srcRect b="0" l="0" r="0" t="0"/>
            <a:stretch/>
          </p:blipFill>
          <p:spPr>
            <a:xfrm flipH="1" rot="10800000">
              <a:off x="0" y="0"/>
              <a:ext cx="4727801" cy="2256875"/>
            </a:xfrm>
            <a:prstGeom prst="rect">
              <a:avLst/>
            </a:prstGeom>
            <a:noFill/>
            <a:ln>
              <a:noFill/>
            </a:ln>
          </p:spPr>
        </p:pic>
      </p:grpSp>
      <p:sp>
        <p:nvSpPr>
          <p:cNvPr id="820" name="Google Shape;820;p97"/>
          <p:cNvSpPr txBox="1"/>
          <p:nvPr>
            <p:ph type="title"/>
          </p:nvPr>
        </p:nvSpPr>
        <p:spPr>
          <a:xfrm>
            <a:off x="713225" y="1528900"/>
            <a:ext cx="4872900" cy="1964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5000"/>
              <a:buNone/>
              <a:defRPr sz="5000"/>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821" name="Google Shape;821;p97"/>
          <p:cNvSpPr txBox="1"/>
          <p:nvPr>
            <p:ph idx="1" type="subTitle"/>
          </p:nvPr>
        </p:nvSpPr>
        <p:spPr>
          <a:xfrm>
            <a:off x="713225" y="3640050"/>
            <a:ext cx="4872900" cy="453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600"/>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22" name="Shape 822"/>
        <p:cNvGrpSpPr/>
        <p:nvPr/>
      </p:nvGrpSpPr>
      <p:grpSpPr>
        <a:xfrm>
          <a:off x="0" y="0"/>
          <a:ext cx="0" cy="0"/>
          <a:chOff x="0" y="0"/>
          <a:chExt cx="0" cy="0"/>
        </a:xfrm>
      </p:grpSpPr>
      <p:sp>
        <p:nvSpPr>
          <p:cNvPr id="823" name="Google Shape;823;p98"/>
          <p:cNvSpPr/>
          <p:nvPr>
            <p:ph idx="2" type="pic"/>
          </p:nvPr>
        </p:nvSpPr>
        <p:spPr>
          <a:xfrm>
            <a:off x="0" y="0"/>
            <a:ext cx="9144000" cy="5143500"/>
          </a:xfrm>
          <a:prstGeom prst="rect">
            <a:avLst/>
          </a:prstGeom>
          <a:noFill/>
          <a:ln>
            <a:noFill/>
          </a:ln>
        </p:spPr>
      </p:sp>
      <p:sp>
        <p:nvSpPr>
          <p:cNvPr id="824" name="Google Shape;824;p98"/>
          <p:cNvSpPr txBox="1"/>
          <p:nvPr>
            <p:ph type="title"/>
          </p:nvPr>
        </p:nvSpPr>
        <p:spPr>
          <a:xfrm>
            <a:off x="720000" y="4014450"/>
            <a:ext cx="5713200" cy="5727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grpSp>
        <p:nvGrpSpPr>
          <p:cNvPr id="825" name="Google Shape;825;p98"/>
          <p:cNvGrpSpPr/>
          <p:nvPr/>
        </p:nvGrpSpPr>
        <p:grpSpPr>
          <a:xfrm>
            <a:off x="0" y="4"/>
            <a:ext cx="9144005" cy="5143496"/>
            <a:chOff x="0" y="4"/>
            <a:chExt cx="9144005" cy="5143496"/>
          </a:xfrm>
        </p:grpSpPr>
        <p:pic>
          <p:nvPicPr>
            <p:cNvPr id="826" name="Google Shape;826;p98"/>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827" name="Google Shape;827;p98"/>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828" name="Google Shape;828;p98"/>
          <p:cNvGrpSpPr/>
          <p:nvPr/>
        </p:nvGrpSpPr>
        <p:grpSpPr>
          <a:xfrm>
            <a:off x="-896231" y="-2525369"/>
            <a:ext cx="11703669" cy="10221582"/>
            <a:chOff x="-896231" y="-2525369"/>
            <a:chExt cx="11703669" cy="10221582"/>
          </a:xfrm>
        </p:grpSpPr>
        <p:grpSp>
          <p:nvGrpSpPr>
            <p:cNvPr id="829" name="Google Shape;829;p98"/>
            <p:cNvGrpSpPr/>
            <p:nvPr/>
          </p:nvGrpSpPr>
          <p:grpSpPr>
            <a:xfrm flipH="1" rot="-10539848">
              <a:off x="6108563" y="4049074"/>
              <a:ext cx="4573901" cy="3479217"/>
              <a:chOff x="1522650" y="1117750"/>
              <a:chExt cx="4574075" cy="3479350"/>
            </a:xfrm>
          </p:grpSpPr>
          <p:sp>
            <p:nvSpPr>
              <p:cNvPr id="830" name="Google Shape;830;p98"/>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1" name="Google Shape;831;p98"/>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32" name="Google Shape;832;p98"/>
            <p:cNvGrpSpPr/>
            <p:nvPr/>
          </p:nvGrpSpPr>
          <p:grpSpPr>
            <a:xfrm>
              <a:off x="-896231" y="-2525369"/>
              <a:ext cx="4573618" cy="3479002"/>
              <a:chOff x="1522650" y="1117750"/>
              <a:chExt cx="4574075" cy="3479350"/>
            </a:xfrm>
          </p:grpSpPr>
          <p:sp>
            <p:nvSpPr>
              <p:cNvPr id="833" name="Google Shape;833;p98"/>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4" name="Google Shape;834;p98"/>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35" name="Shape 835"/>
        <p:cNvGrpSpPr/>
        <p:nvPr/>
      </p:nvGrpSpPr>
      <p:grpSpPr>
        <a:xfrm>
          <a:off x="0" y="0"/>
          <a:ext cx="0" cy="0"/>
          <a:chOff x="0" y="0"/>
          <a:chExt cx="0" cy="0"/>
        </a:xfrm>
      </p:grpSpPr>
      <p:sp>
        <p:nvSpPr>
          <p:cNvPr id="836" name="Google Shape;836;p99"/>
          <p:cNvSpPr txBox="1"/>
          <p:nvPr>
            <p:ph hasCustomPrompt="1" type="title"/>
          </p:nvPr>
        </p:nvSpPr>
        <p:spPr>
          <a:xfrm>
            <a:off x="4076350" y="2296400"/>
            <a:ext cx="3843300" cy="10851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9600"/>
              <a:buNone/>
              <a:defRPr sz="60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837" name="Google Shape;837;p99"/>
          <p:cNvSpPr txBox="1"/>
          <p:nvPr>
            <p:ph idx="1" type="subTitle"/>
          </p:nvPr>
        </p:nvSpPr>
        <p:spPr>
          <a:xfrm>
            <a:off x="4076350" y="3426700"/>
            <a:ext cx="3843300" cy="497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pic>
        <p:nvPicPr>
          <p:cNvPr id="838" name="Google Shape;838;p99"/>
          <p:cNvPicPr preferRelativeResize="0"/>
          <p:nvPr/>
        </p:nvPicPr>
        <p:blipFill rotWithShape="1">
          <a:blip r:embed="rId2">
            <a:alphaModFix/>
          </a:blip>
          <a:srcRect b="0" l="0" r="0" t="0"/>
          <a:stretch/>
        </p:blipFill>
        <p:spPr>
          <a:xfrm flipH="1">
            <a:off x="4416200" y="2886625"/>
            <a:ext cx="4727801" cy="2256875"/>
          </a:xfrm>
          <a:prstGeom prst="rect">
            <a:avLst/>
          </a:prstGeom>
          <a:noFill/>
          <a:ln>
            <a:noFill/>
          </a:ln>
        </p:spPr>
      </p:pic>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39" name="Shape 839"/>
        <p:cNvGrpSpPr/>
        <p:nvPr/>
      </p:nvGrpSpPr>
      <p:grpSpPr>
        <a:xfrm>
          <a:off x="0" y="0"/>
          <a:ext cx="0" cy="0"/>
          <a:chOff x="0" y="0"/>
          <a:chExt cx="0" cy="0"/>
        </a:xfrm>
      </p:grpSpPr>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840" name="Shape 840"/>
        <p:cNvGrpSpPr/>
        <p:nvPr/>
      </p:nvGrpSpPr>
      <p:grpSpPr>
        <a:xfrm>
          <a:off x="0" y="0"/>
          <a:ext cx="0" cy="0"/>
          <a:chOff x="0" y="0"/>
          <a:chExt cx="0" cy="0"/>
        </a:xfrm>
      </p:grpSpPr>
      <p:sp>
        <p:nvSpPr>
          <p:cNvPr id="841" name="Google Shape;841;p10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42" name="Google Shape;842;p101"/>
          <p:cNvSpPr txBox="1"/>
          <p:nvPr>
            <p:ph idx="2" type="title"/>
          </p:nvPr>
        </p:nvSpPr>
        <p:spPr>
          <a:xfrm>
            <a:off x="720000" y="1480883"/>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43" name="Google Shape;843;p101"/>
          <p:cNvSpPr txBox="1"/>
          <p:nvPr>
            <p:ph idx="3" type="title"/>
          </p:nvPr>
        </p:nvSpPr>
        <p:spPr>
          <a:xfrm>
            <a:off x="720000" y="2990491"/>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44" name="Google Shape;844;p101"/>
          <p:cNvSpPr txBox="1"/>
          <p:nvPr>
            <p:ph idx="4" type="title"/>
          </p:nvPr>
        </p:nvSpPr>
        <p:spPr>
          <a:xfrm>
            <a:off x="3306000" y="1480883"/>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45" name="Google Shape;845;p101"/>
          <p:cNvSpPr txBox="1"/>
          <p:nvPr>
            <p:ph idx="5" type="title"/>
          </p:nvPr>
        </p:nvSpPr>
        <p:spPr>
          <a:xfrm>
            <a:off x="3306000" y="2990491"/>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46" name="Google Shape;846;p101"/>
          <p:cNvSpPr txBox="1"/>
          <p:nvPr>
            <p:ph idx="6" type="title"/>
          </p:nvPr>
        </p:nvSpPr>
        <p:spPr>
          <a:xfrm>
            <a:off x="5892000" y="1480883"/>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47" name="Google Shape;847;p101"/>
          <p:cNvSpPr txBox="1"/>
          <p:nvPr>
            <p:ph idx="7" type="title"/>
          </p:nvPr>
        </p:nvSpPr>
        <p:spPr>
          <a:xfrm>
            <a:off x="5892000" y="2990491"/>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48" name="Google Shape;848;p101"/>
          <p:cNvSpPr txBox="1"/>
          <p:nvPr>
            <p:ph idx="1" type="subTitle"/>
          </p:nvPr>
        </p:nvSpPr>
        <p:spPr>
          <a:xfrm>
            <a:off x="720000" y="2026450"/>
            <a:ext cx="2532000" cy="502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849" name="Google Shape;849;p101"/>
          <p:cNvSpPr txBox="1"/>
          <p:nvPr>
            <p:ph idx="8" type="subTitle"/>
          </p:nvPr>
        </p:nvSpPr>
        <p:spPr>
          <a:xfrm>
            <a:off x="3306000" y="2026450"/>
            <a:ext cx="2532000" cy="502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850" name="Google Shape;850;p101"/>
          <p:cNvSpPr txBox="1"/>
          <p:nvPr>
            <p:ph idx="9" type="subTitle"/>
          </p:nvPr>
        </p:nvSpPr>
        <p:spPr>
          <a:xfrm>
            <a:off x="5892000" y="2026450"/>
            <a:ext cx="2532000" cy="502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851" name="Google Shape;851;p101"/>
          <p:cNvSpPr txBox="1"/>
          <p:nvPr>
            <p:ph idx="13" type="subTitle"/>
          </p:nvPr>
        </p:nvSpPr>
        <p:spPr>
          <a:xfrm>
            <a:off x="720000" y="3544900"/>
            <a:ext cx="2532000" cy="49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852" name="Google Shape;852;p101"/>
          <p:cNvSpPr txBox="1"/>
          <p:nvPr>
            <p:ph idx="14" type="subTitle"/>
          </p:nvPr>
        </p:nvSpPr>
        <p:spPr>
          <a:xfrm>
            <a:off x="3306000" y="3544900"/>
            <a:ext cx="2532000" cy="49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853" name="Google Shape;853;p101"/>
          <p:cNvSpPr txBox="1"/>
          <p:nvPr>
            <p:ph idx="15" type="subTitle"/>
          </p:nvPr>
        </p:nvSpPr>
        <p:spPr>
          <a:xfrm>
            <a:off x="5892000" y="3544900"/>
            <a:ext cx="2532000" cy="49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854" name="Google Shape;854;p101"/>
          <p:cNvGrpSpPr/>
          <p:nvPr/>
        </p:nvGrpSpPr>
        <p:grpSpPr>
          <a:xfrm>
            <a:off x="0" y="4"/>
            <a:ext cx="9144005" cy="5143496"/>
            <a:chOff x="0" y="4"/>
            <a:chExt cx="9144005" cy="5143496"/>
          </a:xfrm>
        </p:grpSpPr>
        <p:pic>
          <p:nvPicPr>
            <p:cNvPr id="855" name="Google Shape;855;p101"/>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856" name="Google Shape;856;p101"/>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857" name="Google Shape;857;p101"/>
          <p:cNvGrpSpPr/>
          <p:nvPr/>
        </p:nvGrpSpPr>
        <p:grpSpPr>
          <a:xfrm flipH="1" rot="-10539848">
            <a:off x="6108563" y="4049074"/>
            <a:ext cx="4573901" cy="3479217"/>
            <a:chOff x="1522650" y="1117750"/>
            <a:chExt cx="4574075" cy="3479350"/>
          </a:xfrm>
        </p:grpSpPr>
        <p:sp>
          <p:nvSpPr>
            <p:cNvPr id="858" name="Google Shape;858;p101"/>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9" name="Google Shape;859;p101"/>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860" name="Shape 860"/>
        <p:cNvGrpSpPr/>
        <p:nvPr/>
      </p:nvGrpSpPr>
      <p:grpSpPr>
        <a:xfrm>
          <a:off x="0" y="0"/>
          <a:ext cx="0" cy="0"/>
          <a:chOff x="0" y="0"/>
          <a:chExt cx="0" cy="0"/>
        </a:xfrm>
      </p:grpSpPr>
      <p:grpSp>
        <p:nvGrpSpPr>
          <p:cNvPr id="861" name="Google Shape;861;p102"/>
          <p:cNvGrpSpPr/>
          <p:nvPr/>
        </p:nvGrpSpPr>
        <p:grpSpPr>
          <a:xfrm>
            <a:off x="0" y="0"/>
            <a:ext cx="9144001" cy="5143500"/>
            <a:chOff x="0" y="0"/>
            <a:chExt cx="9144001" cy="5143500"/>
          </a:xfrm>
        </p:grpSpPr>
        <p:pic>
          <p:nvPicPr>
            <p:cNvPr id="862" name="Google Shape;862;p102"/>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863" name="Google Shape;863;p102"/>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864" name="Google Shape;864;p102"/>
          <p:cNvGrpSpPr/>
          <p:nvPr/>
        </p:nvGrpSpPr>
        <p:grpSpPr>
          <a:xfrm rot="10800000">
            <a:off x="6704226" y="3811697"/>
            <a:ext cx="4574075" cy="3479350"/>
            <a:chOff x="1522650" y="1117750"/>
            <a:chExt cx="4574075" cy="3479350"/>
          </a:xfrm>
        </p:grpSpPr>
        <p:sp>
          <p:nvSpPr>
            <p:cNvPr id="865" name="Google Shape;865;p102"/>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6" name="Google Shape;866;p102"/>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67" name="Google Shape;867;p10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868" name="Shape 868"/>
        <p:cNvGrpSpPr/>
        <p:nvPr/>
      </p:nvGrpSpPr>
      <p:grpSpPr>
        <a:xfrm>
          <a:off x="0" y="0"/>
          <a:ext cx="0" cy="0"/>
          <a:chOff x="0" y="0"/>
          <a:chExt cx="0" cy="0"/>
        </a:xfrm>
      </p:grpSpPr>
      <p:grpSp>
        <p:nvGrpSpPr>
          <p:cNvPr id="869" name="Google Shape;869;p103"/>
          <p:cNvGrpSpPr/>
          <p:nvPr/>
        </p:nvGrpSpPr>
        <p:grpSpPr>
          <a:xfrm>
            <a:off x="0" y="4"/>
            <a:ext cx="9144005" cy="5143496"/>
            <a:chOff x="0" y="4"/>
            <a:chExt cx="9144005" cy="5143496"/>
          </a:xfrm>
        </p:grpSpPr>
        <p:pic>
          <p:nvPicPr>
            <p:cNvPr id="870" name="Google Shape;870;p103"/>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871" name="Google Shape;871;p103"/>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872" name="Google Shape;872;p103"/>
          <p:cNvGrpSpPr/>
          <p:nvPr/>
        </p:nvGrpSpPr>
        <p:grpSpPr>
          <a:xfrm flipH="1" rot="-10539848">
            <a:off x="6108563" y="4049074"/>
            <a:ext cx="4573901" cy="3479217"/>
            <a:chOff x="1522650" y="1117750"/>
            <a:chExt cx="4574075" cy="3479350"/>
          </a:xfrm>
        </p:grpSpPr>
        <p:sp>
          <p:nvSpPr>
            <p:cNvPr id="873" name="Google Shape;873;p103"/>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4" name="Google Shape;874;p103"/>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75" name="Google Shape;875;p103"/>
          <p:cNvSpPr txBox="1"/>
          <p:nvPr>
            <p:ph type="title"/>
          </p:nvPr>
        </p:nvSpPr>
        <p:spPr>
          <a:xfrm>
            <a:off x="3889175" y="1000050"/>
            <a:ext cx="3205500" cy="105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76" name="Google Shape;876;p103"/>
          <p:cNvSpPr txBox="1"/>
          <p:nvPr>
            <p:ph idx="1" type="subTitle"/>
          </p:nvPr>
        </p:nvSpPr>
        <p:spPr>
          <a:xfrm>
            <a:off x="3889175" y="2131950"/>
            <a:ext cx="4185300" cy="2011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AutoNum type="arabicPeriod"/>
              <a:defRPr/>
            </a:lvl1pPr>
            <a:lvl2pPr lvl="1" algn="ctr">
              <a:lnSpc>
                <a:spcPct val="100000"/>
              </a:lnSpc>
              <a:spcBef>
                <a:spcPts val="0"/>
              </a:spcBef>
              <a:spcAft>
                <a:spcPts val="0"/>
              </a:spcAft>
              <a:buSzPts val="1200"/>
              <a:buAutoNum type="alphaLcPeriod"/>
              <a:defRPr/>
            </a:lvl2pPr>
            <a:lvl3pPr lvl="2" algn="ctr">
              <a:lnSpc>
                <a:spcPct val="100000"/>
              </a:lnSpc>
              <a:spcBef>
                <a:spcPts val="0"/>
              </a:spcBef>
              <a:spcAft>
                <a:spcPts val="0"/>
              </a:spcAft>
              <a:buSzPts val="1200"/>
              <a:buAutoNum type="romanLcPeriod"/>
              <a:defRPr/>
            </a:lvl3pPr>
            <a:lvl4pPr lvl="3" algn="ctr">
              <a:lnSpc>
                <a:spcPct val="100000"/>
              </a:lnSpc>
              <a:spcBef>
                <a:spcPts val="0"/>
              </a:spcBef>
              <a:spcAft>
                <a:spcPts val="0"/>
              </a:spcAft>
              <a:buSzPts val="1200"/>
              <a:buAutoNum type="arabicPeriod"/>
              <a:defRPr/>
            </a:lvl4pPr>
            <a:lvl5pPr lvl="4" algn="ctr">
              <a:lnSpc>
                <a:spcPct val="100000"/>
              </a:lnSpc>
              <a:spcBef>
                <a:spcPts val="0"/>
              </a:spcBef>
              <a:spcAft>
                <a:spcPts val="0"/>
              </a:spcAft>
              <a:buSzPts val="1200"/>
              <a:buAutoNum type="alphaLcPeriod"/>
              <a:defRPr/>
            </a:lvl5pPr>
            <a:lvl6pPr lvl="5" algn="ctr">
              <a:lnSpc>
                <a:spcPct val="100000"/>
              </a:lnSpc>
              <a:spcBef>
                <a:spcPts val="0"/>
              </a:spcBef>
              <a:spcAft>
                <a:spcPts val="0"/>
              </a:spcAft>
              <a:buSzPts val="1200"/>
              <a:buAutoNum type="romanLcPeriod"/>
              <a:defRPr/>
            </a:lvl6pPr>
            <a:lvl7pPr lvl="6" algn="ctr">
              <a:lnSpc>
                <a:spcPct val="100000"/>
              </a:lnSpc>
              <a:spcBef>
                <a:spcPts val="0"/>
              </a:spcBef>
              <a:spcAft>
                <a:spcPts val="0"/>
              </a:spcAft>
              <a:buSzPts val="1200"/>
              <a:buAutoNum type="arabicPeriod"/>
              <a:defRPr/>
            </a:lvl7pPr>
            <a:lvl8pPr lvl="7" algn="ctr">
              <a:lnSpc>
                <a:spcPct val="100000"/>
              </a:lnSpc>
              <a:spcBef>
                <a:spcPts val="0"/>
              </a:spcBef>
              <a:spcAft>
                <a:spcPts val="0"/>
              </a:spcAft>
              <a:buSzPts val="1200"/>
              <a:buAutoNum type="alphaLcPeriod"/>
              <a:defRPr/>
            </a:lvl8pPr>
            <a:lvl9pPr lvl="8" algn="ctr">
              <a:lnSpc>
                <a:spcPct val="100000"/>
              </a:lnSpc>
              <a:spcBef>
                <a:spcPts val="0"/>
              </a:spcBef>
              <a:spcAft>
                <a:spcPts val="0"/>
              </a:spcAft>
              <a:buSzPts val="1200"/>
              <a:buAutoNum type="romanLcPeriod"/>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
    <p:spTree>
      <p:nvGrpSpPr>
        <p:cNvPr id="877" name="Shape 877"/>
        <p:cNvGrpSpPr/>
        <p:nvPr/>
      </p:nvGrpSpPr>
      <p:grpSpPr>
        <a:xfrm>
          <a:off x="0" y="0"/>
          <a:ext cx="0" cy="0"/>
          <a:chOff x="0" y="0"/>
          <a:chExt cx="0" cy="0"/>
        </a:xfrm>
      </p:grpSpPr>
      <p:grpSp>
        <p:nvGrpSpPr>
          <p:cNvPr id="878" name="Google Shape;878;p104"/>
          <p:cNvGrpSpPr/>
          <p:nvPr/>
        </p:nvGrpSpPr>
        <p:grpSpPr>
          <a:xfrm>
            <a:off x="0" y="0"/>
            <a:ext cx="9144001" cy="5143500"/>
            <a:chOff x="0" y="0"/>
            <a:chExt cx="9144001" cy="5143500"/>
          </a:xfrm>
        </p:grpSpPr>
        <p:pic>
          <p:nvPicPr>
            <p:cNvPr id="879" name="Google Shape;879;p104"/>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880" name="Google Shape;880;p104"/>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881" name="Google Shape;881;p104"/>
          <p:cNvGrpSpPr/>
          <p:nvPr/>
        </p:nvGrpSpPr>
        <p:grpSpPr>
          <a:xfrm rot="10800000">
            <a:off x="6704226" y="3811697"/>
            <a:ext cx="4574075" cy="3479350"/>
            <a:chOff x="1522650" y="1117750"/>
            <a:chExt cx="4574075" cy="3479350"/>
          </a:xfrm>
        </p:grpSpPr>
        <p:sp>
          <p:nvSpPr>
            <p:cNvPr id="882" name="Google Shape;882;p104"/>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3" name="Google Shape;883;p104"/>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84" name="Google Shape;884;p104"/>
          <p:cNvSpPr txBox="1"/>
          <p:nvPr>
            <p:ph type="title"/>
          </p:nvPr>
        </p:nvSpPr>
        <p:spPr>
          <a:xfrm>
            <a:off x="713225" y="707075"/>
            <a:ext cx="2345400" cy="974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85" name="Google Shape;885;p104"/>
          <p:cNvSpPr txBox="1"/>
          <p:nvPr>
            <p:ph idx="1" type="subTitle"/>
          </p:nvPr>
        </p:nvSpPr>
        <p:spPr>
          <a:xfrm>
            <a:off x="713225" y="1606775"/>
            <a:ext cx="2345400" cy="1127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886" name="Google Shape;886;p104"/>
          <p:cNvSpPr/>
          <p:nvPr>
            <p:ph idx="2" type="pic"/>
          </p:nvPr>
        </p:nvSpPr>
        <p:spPr>
          <a:xfrm>
            <a:off x="5588500" y="539500"/>
            <a:ext cx="2801100" cy="4064700"/>
          </a:xfrm>
          <a:prstGeom prst="roundRect">
            <a:avLst>
              <a:gd fmla="val 16667" name="adj"/>
            </a:avLst>
          </a:prstGeom>
          <a:noFill/>
          <a:ln>
            <a:noFill/>
          </a:ln>
        </p:spPr>
      </p:sp>
      <p:sp>
        <p:nvSpPr>
          <p:cNvPr id="887" name="Google Shape;887;p104"/>
          <p:cNvSpPr/>
          <p:nvPr>
            <p:ph idx="3" type="pic"/>
          </p:nvPr>
        </p:nvSpPr>
        <p:spPr>
          <a:xfrm>
            <a:off x="3171450" y="539500"/>
            <a:ext cx="2304300" cy="2285700"/>
          </a:xfrm>
          <a:prstGeom prst="roundRect">
            <a:avLst>
              <a:gd fmla="val 16667" name="adj"/>
            </a:avLst>
          </a:prstGeom>
          <a:noFill/>
          <a:ln>
            <a:noFill/>
          </a:ln>
        </p:spPr>
      </p:sp>
      <p:sp>
        <p:nvSpPr>
          <p:cNvPr id="888" name="Google Shape;888;p104"/>
          <p:cNvSpPr/>
          <p:nvPr>
            <p:ph idx="4" type="pic"/>
          </p:nvPr>
        </p:nvSpPr>
        <p:spPr>
          <a:xfrm>
            <a:off x="3171450" y="2953775"/>
            <a:ext cx="2304300" cy="1650300"/>
          </a:xfrm>
          <a:prstGeom prst="roundRect">
            <a:avLst>
              <a:gd fmla="val 16667" name="adj"/>
            </a:avLst>
          </a:prstGeom>
          <a:noFill/>
          <a:ln>
            <a:noFill/>
          </a:ln>
        </p:spPr>
      </p:sp>
      <p:sp>
        <p:nvSpPr>
          <p:cNvPr id="889" name="Google Shape;889;p104"/>
          <p:cNvSpPr/>
          <p:nvPr>
            <p:ph idx="5" type="pic"/>
          </p:nvPr>
        </p:nvSpPr>
        <p:spPr>
          <a:xfrm>
            <a:off x="754400" y="2953775"/>
            <a:ext cx="2304300" cy="1650300"/>
          </a:xfrm>
          <a:prstGeom prst="roundRect">
            <a:avLst>
              <a:gd fmla="val 16667" name="adj"/>
            </a:avLst>
          </a:prstGeom>
          <a:noFill/>
          <a:ln>
            <a:noFill/>
          </a:ln>
        </p:spPr>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2">
    <p:spTree>
      <p:nvGrpSpPr>
        <p:cNvPr id="890" name="Shape 890"/>
        <p:cNvGrpSpPr/>
        <p:nvPr/>
      </p:nvGrpSpPr>
      <p:grpSpPr>
        <a:xfrm>
          <a:off x="0" y="0"/>
          <a:ext cx="0" cy="0"/>
          <a:chOff x="0" y="0"/>
          <a:chExt cx="0" cy="0"/>
        </a:xfrm>
      </p:grpSpPr>
      <p:grpSp>
        <p:nvGrpSpPr>
          <p:cNvPr id="891" name="Google Shape;891;p105"/>
          <p:cNvGrpSpPr/>
          <p:nvPr/>
        </p:nvGrpSpPr>
        <p:grpSpPr>
          <a:xfrm>
            <a:off x="0" y="4"/>
            <a:ext cx="9144005" cy="5143496"/>
            <a:chOff x="0" y="4"/>
            <a:chExt cx="9144005" cy="5143496"/>
          </a:xfrm>
        </p:grpSpPr>
        <p:pic>
          <p:nvPicPr>
            <p:cNvPr id="892" name="Google Shape;892;p105"/>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893" name="Google Shape;893;p105"/>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894" name="Google Shape;894;p105"/>
          <p:cNvGrpSpPr/>
          <p:nvPr/>
        </p:nvGrpSpPr>
        <p:grpSpPr>
          <a:xfrm flipH="1" rot="-10539848">
            <a:off x="6108563" y="4049074"/>
            <a:ext cx="4573901" cy="3479217"/>
            <a:chOff x="1522650" y="1117750"/>
            <a:chExt cx="4574075" cy="3479350"/>
          </a:xfrm>
        </p:grpSpPr>
        <p:sp>
          <p:nvSpPr>
            <p:cNvPr id="895" name="Google Shape;895;p105"/>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6" name="Google Shape;896;p105"/>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97" name="Google Shape;897;p10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98" name="Google Shape;898;p105"/>
          <p:cNvSpPr txBox="1"/>
          <p:nvPr>
            <p:ph idx="1" type="subTitle"/>
          </p:nvPr>
        </p:nvSpPr>
        <p:spPr>
          <a:xfrm>
            <a:off x="719975" y="1164450"/>
            <a:ext cx="3748800" cy="1188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1200"/>
              <a:buChar char="●"/>
              <a:defRPr/>
            </a:lvl1pPr>
            <a:lvl2pPr lvl="1" algn="l">
              <a:lnSpc>
                <a:spcPct val="100000"/>
              </a:lnSpc>
              <a:spcBef>
                <a:spcPts val="0"/>
              </a:spcBef>
              <a:spcAft>
                <a:spcPts val="0"/>
              </a:spcAft>
              <a:buSzPts val="1200"/>
              <a:buChar char="○"/>
              <a:defRPr/>
            </a:lvl2pPr>
            <a:lvl3pPr lvl="2" algn="l">
              <a:lnSpc>
                <a:spcPct val="100000"/>
              </a:lnSpc>
              <a:spcBef>
                <a:spcPts val="0"/>
              </a:spcBef>
              <a:spcAft>
                <a:spcPts val="0"/>
              </a:spcAft>
              <a:buSzPts val="1200"/>
              <a:buChar char="■"/>
              <a:defRPr/>
            </a:lvl3pPr>
            <a:lvl4pPr lvl="3" algn="l">
              <a:lnSpc>
                <a:spcPct val="100000"/>
              </a:lnSpc>
              <a:spcBef>
                <a:spcPts val="0"/>
              </a:spcBef>
              <a:spcAft>
                <a:spcPts val="0"/>
              </a:spcAft>
              <a:buSzPts val="1200"/>
              <a:buChar char="●"/>
              <a:defRPr/>
            </a:lvl4pPr>
            <a:lvl5pPr lvl="4" algn="l">
              <a:lnSpc>
                <a:spcPct val="100000"/>
              </a:lnSpc>
              <a:spcBef>
                <a:spcPts val="0"/>
              </a:spcBef>
              <a:spcAft>
                <a:spcPts val="0"/>
              </a:spcAft>
              <a:buSzPts val="1200"/>
              <a:buChar char="○"/>
              <a:defRPr/>
            </a:lvl5pPr>
            <a:lvl6pPr lvl="5" algn="l">
              <a:lnSpc>
                <a:spcPct val="100000"/>
              </a:lnSpc>
              <a:spcBef>
                <a:spcPts val="0"/>
              </a:spcBef>
              <a:spcAft>
                <a:spcPts val="0"/>
              </a:spcAft>
              <a:buSzPts val="1200"/>
              <a:buChar char="■"/>
              <a:defRPr/>
            </a:lvl6pPr>
            <a:lvl7pPr lvl="6" algn="l">
              <a:lnSpc>
                <a:spcPct val="100000"/>
              </a:lnSpc>
              <a:spcBef>
                <a:spcPts val="0"/>
              </a:spcBef>
              <a:spcAft>
                <a:spcPts val="0"/>
              </a:spcAft>
              <a:buSzPts val="1200"/>
              <a:buChar char="●"/>
              <a:defRPr/>
            </a:lvl7pPr>
            <a:lvl8pPr lvl="7" algn="l">
              <a:lnSpc>
                <a:spcPct val="100000"/>
              </a:lnSpc>
              <a:spcBef>
                <a:spcPts val="0"/>
              </a:spcBef>
              <a:spcAft>
                <a:spcPts val="0"/>
              </a:spcAft>
              <a:buSzPts val="1200"/>
              <a:buChar char="○"/>
              <a:defRPr/>
            </a:lvl8pPr>
            <a:lvl9pPr lvl="8" algn="l">
              <a:lnSpc>
                <a:spcPct val="100000"/>
              </a:lnSpc>
              <a:spcBef>
                <a:spcPts val="0"/>
              </a:spcBef>
              <a:spcAft>
                <a:spcPts val="0"/>
              </a:spcAft>
              <a:buSzPts val="1200"/>
              <a:buChar char="■"/>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3">
    <p:spTree>
      <p:nvGrpSpPr>
        <p:cNvPr id="899" name="Shape 899"/>
        <p:cNvGrpSpPr/>
        <p:nvPr/>
      </p:nvGrpSpPr>
      <p:grpSpPr>
        <a:xfrm>
          <a:off x="0" y="0"/>
          <a:ext cx="0" cy="0"/>
          <a:chOff x="0" y="0"/>
          <a:chExt cx="0" cy="0"/>
        </a:xfrm>
      </p:grpSpPr>
      <p:grpSp>
        <p:nvGrpSpPr>
          <p:cNvPr id="900" name="Google Shape;900;p106"/>
          <p:cNvGrpSpPr/>
          <p:nvPr/>
        </p:nvGrpSpPr>
        <p:grpSpPr>
          <a:xfrm>
            <a:off x="0" y="0"/>
            <a:ext cx="9144001" cy="5143500"/>
            <a:chOff x="0" y="0"/>
            <a:chExt cx="9144001" cy="5143500"/>
          </a:xfrm>
        </p:grpSpPr>
        <p:pic>
          <p:nvPicPr>
            <p:cNvPr id="901" name="Google Shape;901;p106"/>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902" name="Google Shape;902;p106"/>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903" name="Google Shape;903;p106"/>
          <p:cNvGrpSpPr/>
          <p:nvPr/>
        </p:nvGrpSpPr>
        <p:grpSpPr>
          <a:xfrm rot="10800000">
            <a:off x="6704226" y="3811697"/>
            <a:ext cx="4574075" cy="3479350"/>
            <a:chOff x="1522650" y="1117750"/>
            <a:chExt cx="4574075" cy="3479350"/>
          </a:xfrm>
        </p:grpSpPr>
        <p:sp>
          <p:nvSpPr>
            <p:cNvPr id="904" name="Google Shape;904;p106"/>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5" name="Google Shape;905;p106"/>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06" name="Google Shape;906;p106"/>
          <p:cNvSpPr txBox="1"/>
          <p:nvPr>
            <p:ph idx="1" type="subTitle"/>
          </p:nvPr>
        </p:nvSpPr>
        <p:spPr>
          <a:xfrm>
            <a:off x="719975" y="1393800"/>
            <a:ext cx="5015400" cy="2203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1200"/>
              <a:buChar char="●"/>
              <a:defRPr/>
            </a:lvl1pPr>
            <a:lvl2pPr lvl="1" algn="l">
              <a:lnSpc>
                <a:spcPct val="100000"/>
              </a:lnSpc>
              <a:spcBef>
                <a:spcPts val="0"/>
              </a:spcBef>
              <a:spcAft>
                <a:spcPts val="0"/>
              </a:spcAft>
              <a:buSzPts val="1200"/>
              <a:buChar char="○"/>
              <a:defRPr/>
            </a:lvl2pPr>
            <a:lvl3pPr lvl="2" algn="l">
              <a:lnSpc>
                <a:spcPct val="100000"/>
              </a:lnSpc>
              <a:spcBef>
                <a:spcPts val="0"/>
              </a:spcBef>
              <a:spcAft>
                <a:spcPts val="0"/>
              </a:spcAft>
              <a:buSzPts val="1200"/>
              <a:buChar char="■"/>
              <a:defRPr/>
            </a:lvl3pPr>
            <a:lvl4pPr lvl="3" algn="l">
              <a:lnSpc>
                <a:spcPct val="100000"/>
              </a:lnSpc>
              <a:spcBef>
                <a:spcPts val="0"/>
              </a:spcBef>
              <a:spcAft>
                <a:spcPts val="0"/>
              </a:spcAft>
              <a:buSzPts val="1200"/>
              <a:buChar char="●"/>
              <a:defRPr/>
            </a:lvl4pPr>
            <a:lvl5pPr lvl="4" algn="l">
              <a:lnSpc>
                <a:spcPct val="100000"/>
              </a:lnSpc>
              <a:spcBef>
                <a:spcPts val="0"/>
              </a:spcBef>
              <a:spcAft>
                <a:spcPts val="0"/>
              </a:spcAft>
              <a:buSzPts val="1200"/>
              <a:buChar char="○"/>
              <a:defRPr/>
            </a:lvl5pPr>
            <a:lvl6pPr lvl="5" algn="l">
              <a:lnSpc>
                <a:spcPct val="100000"/>
              </a:lnSpc>
              <a:spcBef>
                <a:spcPts val="0"/>
              </a:spcBef>
              <a:spcAft>
                <a:spcPts val="0"/>
              </a:spcAft>
              <a:buSzPts val="1200"/>
              <a:buChar char="■"/>
              <a:defRPr/>
            </a:lvl6pPr>
            <a:lvl7pPr lvl="6" algn="l">
              <a:lnSpc>
                <a:spcPct val="100000"/>
              </a:lnSpc>
              <a:spcBef>
                <a:spcPts val="0"/>
              </a:spcBef>
              <a:spcAft>
                <a:spcPts val="0"/>
              </a:spcAft>
              <a:buSzPts val="1200"/>
              <a:buChar char="●"/>
              <a:defRPr/>
            </a:lvl7pPr>
            <a:lvl8pPr lvl="7" algn="l">
              <a:lnSpc>
                <a:spcPct val="100000"/>
              </a:lnSpc>
              <a:spcBef>
                <a:spcPts val="0"/>
              </a:spcBef>
              <a:spcAft>
                <a:spcPts val="0"/>
              </a:spcAft>
              <a:buSzPts val="1200"/>
              <a:buChar char="○"/>
              <a:defRPr/>
            </a:lvl8pPr>
            <a:lvl9pPr lvl="8" algn="l">
              <a:lnSpc>
                <a:spcPct val="100000"/>
              </a:lnSpc>
              <a:spcBef>
                <a:spcPts val="0"/>
              </a:spcBef>
              <a:spcAft>
                <a:spcPts val="0"/>
              </a:spcAft>
              <a:buSzPts val="1200"/>
              <a:buChar char="■"/>
              <a:defRPr/>
            </a:lvl9pPr>
          </a:lstStyle>
          <a:p/>
        </p:txBody>
      </p:sp>
      <p:sp>
        <p:nvSpPr>
          <p:cNvPr id="907" name="Google Shape;907;p10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908" name="Shape 908"/>
        <p:cNvGrpSpPr/>
        <p:nvPr/>
      </p:nvGrpSpPr>
      <p:grpSpPr>
        <a:xfrm>
          <a:off x="0" y="0"/>
          <a:ext cx="0" cy="0"/>
          <a:chOff x="0" y="0"/>
          <a:chExt cx="0" cy="0"/>
        </a:xfrm>
      </p:grpSpPr>
      <p:grpSp>
        <p:nvGrpSpPr>
          <p:cNvPr id="909" name="Google Shape;909;p107"/>
          <p:cNvGrpSpPr/>
          <p:nvPr/>
        </p:nvGrpSpPr>
        <p:grpSpPr>
          <a:xfrm>
            <a:off x="0" y="0"/>
            <a:ext cx="9144001" cy="5143500"/>
            <a:chOff x="0" y="0"/>
            <a:chExt cx="9144001" cy="5143500"/>
          </a:xfrm>
        </p:grpSpPr>
        <p:pic>
          <p:nvPicPr>
            <p:cNvPr id="910" name="Google Shape;910;p107"/>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911" name="Google Shape;911;p107"/>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912" name="Google Shape;912;p107"/>
          <p:cNvGrpSpPr/>
          <p:nvPr/>
        </p:nvGrpSpPr>
        <p:grpSpPr>
          <a:xfrm rot="10800000">
            <a:off x="6704226" y="3811697"/>
            <a:ext cx="4574075" cy="3479350"/>
            <a:chOff x="1522650" y="1117750"/>
            <a:chExt cx="4574075" cy="3479350"/>
          </a:xfrm>
        </p:grpSpPr>
        <p:sp>
          <p:nvSpPr>
            <p:cNvPr id="913" name="Google Shape;913;p10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4" name="Google Shape;914;p10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15" name="Google Shape;915;p10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16" name="Google Shape;916;p107"/>
          <p:cNvSpPr txBox="1"/>
          <p:nvPr>
            <p:ph idx="1" type="subTitle"/>
          </p:nvPr>
        </p:nvSpPr>
        <p:spPr>
          <a:xfrm>
            <a:off x="865525" y="2741725"/>
            <a:ext cx="2189400" cy="186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17" name="Google Shape;917;p107"/>
          <p:cNvSpPr txBox="1"/>
          <p:nvPr>
            <p:ph idx="2" type="subTitle"/>
          </p:nvPr>
        </p:nvSpPr>
        <p:spPr>
          <a:xfrm>
            <a:off x="3433873" y="2741725"/>
            <a:ext cx="2189400" cy="186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18" name="Google Shape;918;p107"/>
          <p:cNvSpPr txBox="1"/>
          <p:nvPr>
            <p:ph idx="3" type="subTitle"/>
          </p:nvPr>
        </p:nvSpPr>
        <p:spPr>
          <a:xfrm>
            <a:off x="6002228" y="2741725"/>
            <a:ext cx="2189400" cy="186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19" name="Google Shape;919;p107"/>
          <p:cNvSpPr txBox="1"/>
          <p:nvPr>
            <p:ph idx="4" type="subTitle"/>
          </p:nvPr>
        </p:nvSpPr>
        <p:spPr>
          <a:xfrm>
            <a:off x="865525" y="2046500"/>
            <a:ext cx="2189400" cy="708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20" name="Google Shape;920;p107"/>
          <p:cNvSpPr txBox="1"/>
          <p:nvPr>
            <p:ph idx="5" type="subTitle"/>
          </p:nvPr>
        </p:nvSpPr>
        <p:spPr>
          <a:xfrm>
            <a:off x="3433878" y="2046500"/>
            <a:ext cx="2189400" cy="708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21" name="Google Shape;921;p107"/>
          <p:cNvSpPr txBox="1"/>
          <p:nvPr>
            <p:ph idx="6" type="subTitle"/>
          </p:nvPr>
        </p:nvSpPr>
        <p:spPr>
          <a:xfrm>
            <a:off x="6002231" y="2046500"/>
            <a:ext cx="2189400" cy="708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922" name="Shape 922"/>
        <p:cNvGrpSpPr/>
        <p:nvPr/>
      </p:nvGrpSpPr>
      <p:grpSpPr>
        <a:xfrm>
          <a:off x="0" y="0"/>
          <a:ext cx="0" cy="0"/>
          <a:chOff x="0" y="0"/>
          <a:chExt cx="0" cy="0"/>
        </a:xfrm>
      </p:grpSpPr>
      <p:grpSp>
        <p:nvGrpSpPr>
          <p:cNvPr id="923" name="Google Shape;923;p108"/>
          <p:cNvGrpSpPr/>
          <p:nvPr/>
        </p:nvGrpSpPr>
        <p:grpSpPr>
          <a:xfrm>
            <a:off x="0" y="4"/>
            <a:ext cx="9144005" cy="5143496"/>
            <a:chOff x="0" y="4"/>
            <a:chExt cx="9144005" cy="5143496"/>
          </a:xfrm>
        </p:grpSpPr>
        <p:pic>
          <p:nvPicPr>
            <p:cNvPr id="924" name="Google Shape;924;p108"/>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925" name="Google Shape;925;p108"/>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926" name="Google Shape;926;p108"/>
          <p:cNvGrpSpPr/>
          <p:nvPr/>
        </p:nvGrpSpPr>
        <p:grpSpPr>
          <a:xfrm flipH="1" rot="-10539848">
            <a:off x="6108563" y="4049074"/>
            <a:ext cx="4573901" cy="3479217"/>
            <a:chOff x="1522650" y="1117750"/>
            <a:chExt cx="4574075" cy="3479350"/>
          </a:xfrm>
        </p:grpSpPr>
        <p:sp>
          <p:nvSpPr>
            <p:cNvPr id="927" name="Google Shape;927;p108"/>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8" name="Google Shape;928;p108"/>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29" name="Google Shape;929;p10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30" name="Google Shape;930;p108"/>
          <p:cNvSpPr txBox="1"/>
          <p:nvPr>
            <p:ph idx="1" type="subTitle"/>
          </p:nvPr>
        </p:nvSpPr>
        <p:spPr>
          <a:xfrm>
            <a:off x="1225674" y="1659425"/>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31" name="Google Shape;931;p108"/>
          <p:cNvSpPr txBox="1"/>
          <p:nvPr>
            <p:ph idx="2" type="subTitle"/>
          </p:nvPr>
        </p:nvSpPr>
        <p:spPr>
          <a:xfrm>
            <a:off x="5052125" y="1659425"/>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32" name="Google Shape;932;p108"/>
          <p:cNvSpPr txBox="1"/>
          <p:nvPr>
            <p:ph idx="3" type="subTitle"/>
          </p:nvPr>
        </p:nvSpPr>
        <p:spPr>
          <a:xfrm>
            <a:off x="1225674" y="3320000"/>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33" name="Google Shape;933;p108"/>
          <p:cNvSpPr txBox="1"/>
          <p:nvPr>
            <p:ph idx="4" type="subTitle"/>
          </p:nvPr>
        </p:nvSpPr>
        <p:spPr>
          <a:xfrm>
            <a:off x="5052125" y="3320000"/>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34" name="Google Shape;934;p108"/>
          <p:cNvSpPr txBox="1"/>
          <p:nvPr>
            <p:ph idx="5" type="subTitle"/>
          </p:nvPr>
        </p:nvSpPr>
        <p:spPr>
          <a:xfrm>
            <a:off x="1225675" y="13316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35" name="Google Shape;935;p108"/>
          <p:cNvSpPr txBox="1"/>
          <p:nvPr>
            <p:ph idx="6" type="subTitle"/>
          </p:nvPr>
        </p:nvSpPr>
        <p:spPr>
          <a:xfrm>
            <a:off x="1225675" y="29922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36" name="Google Shape;936;p108"/>
          <p:cNvSpPr txBox="1"/>
          <p:nvPr>
            <p:ph idx="7" type="subTitle"/>
          </p:nvPr>
        </p:nvSpPr>
        <p:spPr>
          <a:xfrm>
            <a:off x="5052099" y="13316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37" name="Google Shape;937;p108"/>
          <p:cNvSpPr txBox="1"/>
          <p:nvPr>
            <p:ph idx="8" type="subTitle"/>
          </p:nvPr>
        </p:nvSpPr>
        <p:spPr>
          <a:xfrm>
            <a:off x="5052099" y="29922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938" name="Shape 938"/>
        <p:cNvGrpSpPr/>
        <p:nvPr/>
      </p:nvGrpSpPr>
      <p:grpSpPr>
        <a:xfrm>
          <a:off x="0" y="0"/>
          <a:ext cx="0" cy="0"/>
          <a:chOff x="0" y="0"/>
          <a:chExt cx="0" cy="0"/>
        </a:xfrm>
      </p:grpSpPr>
      <p:grpSp>
        <p:nvGrpSpPr>
          <p:cNvPr id="939" name="Google Shape;939;p109"/>
          <p:cNvGrpSpPr/>
          <p:nvPr/>
        </p:nvGrpSpPr>
        <p:grpSpPr>
          <a:xfrm>
            <a:off x="0" y="0"/>
            <a:ext cx="9144001" cy="5143500"/>
            <a:chOff x="0" y="0"/>
            <a:chExt cx="9144001" cy="5143500"/>
          </a:xfrm>
        </p:grpSpPr>
        <p:pic>
          <p:nvPicPr>
            <p:cNvPr id="940" name="Google Shape;940;p109"/>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941" name="Google Shape;941;p109"/>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942" name="Google Shape;942;p109"/>
          <p:cNvGrpSpPr/>
          <p:nvPr/>
        </p:nvGrpSpPr>
        <p:grpSpPr>
          <a:xfrm rot="10800000">
            <a:off x="6704226" y="3811697"/>
            <a:ext cx="4574075" cy="3479350"/>
            <a:chOff x="1522650" y="1117750"/>
            <a:chExt cx="4574075" cy="3479350"/>
          </a:xfrm>
        </p:grpSpPr>
        <p:sp>
          <p:nvSpPr>
            <p:cNvPr id="943" name="Google Shape;943;p109"/>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4" name="Google Shape;944;p109"/>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45" name="Google Shape;945;p10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46" name="Google Shape;946;p109"/>
          <p:cNvSpPr txBox="1"/>
          <p:nvPr>
            <p:ph idx="1" type="subTitle"/>
          </p:nvPr>
        </p:nvSpPr>
        <p:spPr>
          <a:xfrm>
            <a:off x="1162025" y="1656927"/>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47" name="Google Shape;947;p109"/>
          <p:cNvSpPr txBox="1"/>
          <p:nvPr>
            <p:ph idx="2" type="subTitle"/>
          </p:nvPr>
        </p:nvSpPr>
        <p:spPr>
          <a:xfrm>
            <a:off x="3782975" y="1656925"/>
            <a:ext cx="1972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48" name="Google Shape;948;p109"/>
          <p:cNvSpPr txBox="1"/>
          <p:nvPr>
            <p:ph idx="3" type="subTitle"/>
          </p:nvPr>
        </p:nvSpPr>
        <p:spPr>
          <a:xfrm>
            <a:off x="1162025" y="3387221"/>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49" name="Google Shape;949;p109"/>
          <p:cNvSpPr txBox="1"/>
          <p:nvPr>
            <p:ph idx="4" type="subTitle"/>
          </p:nvPr>
        </p:nvSpPr>
        <p:spPr>
          <a:xfrm>
            <a:off x="3782975" y="3387221"/>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50" name="Google Shape;950;p109"/>
          <p:cNvSpPr txBox="1"/>
          <p:nvPr>
            <p:ph idx="5" type="subTitle"/>
          </p:nvPr>
        </p:nvSpPr>
        <p:spPr>
          <a:xfrm>
            <a:off x="6403925" y="1656927"/>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51" name="Google Shape;951;p109"/>
          <p:cNvSpPr txBox="1"/>
          <p:nvPr>
            <p:ph idx="6" type="subTitle"/>
          </p:nvPr>
        </p:nvSpPr>
        <p:spPr>
          <a:xfrm>
            <a:off x="6403925" y="3387221"/>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52" name="Google Shape;952;p109"/>
          <p:cNvSpPr txBox="1"/>
          <p:nvPr>
            <p:ph idx="7" type="subTitle"/>
          </p:nvPr>
        </p:nvSpPr>
        <p:spPr>
          <a:xfrm>
            <a:off x="1162025" y="1359241"/>
            <a:ext cx="1975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53" name="Google Shape;953;p109"/>
          <p:cNvSpPr txBox="1"/>
          <p:nvPr>
            <p:ph idx="8" type="subTitle"/>
          </p:nvPr>
        </p:nvSpPr>
        <p:spPr>
          <a:xfrm>
            <a:off x="3782975" y="1359241"/>
            <a:ext cx="1972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54" name="Google Shape;954;p109"/>
          <p:cNvSpPr txBox="1"/>
          <p:nvPr>
            <p:ph idx="9" type="subTitle"/>
          </p:nvPr>
        </p:nvSpPr>
        <p:spPr>
          <a:xfrm>
            <a:off x="6403925" y="1359241"/>
            <a:ext cx="19728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55" name="Google Shape;955;p109"/>
          <p:cNvSpPr txBox="1"/>
          <p:nvPr>
            <p:ph idx="13" type="subTitle"/>
          </p:nvPr>
        </p:nvSpPr>
        <p:spPr>
          <a:xfrm>
            <a:off x="1162025" y="3086317"/>
            <a:ext cx="1975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56" name="Google Shape;956;p109"/>
          <p:cNvSpPr txBox="1"/>
          <p:nvPr>
            <p:ph idx="14" type="subTitle"/>
          </p:nvPr>
        </p:nvSpPr>
        <p:spPr>
          <a:xfrm>
            <a:off x="3782975" y="3086317"/>
            <a:ext cx="1972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57" name="Google Shape;957;p109"/>
          <p:cNvSpPr txBox="1"/>
          <p:nvPr>
            <p:ph idx="15" type="subTitle"/>
          </p:nvPr>
        </p:nvSpPr>
        <p:spPr>
          <a:xfrm>
            <a:off x="6403925" y="3086317"/>
            <a:ext cx="19728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958" name="Shape 958"/>
        <p:cNvGrpSpPr/>
        <p:nvPr/>
      </p:nvGrpSpPr>
      <p:grpSpPr>
        <a:xfrm>
          <a:off x="0" y="0"/>
          <a:ext cx="0" cy="0"/>
          <a:chOff x="0" y="0"/>
          <a:chExt cx="0" cy="0"/>
        </a:xfrm>
      </p:grpSpPr>
      <p:sp>
        <p:nvSpPr>
          <p:cNvPr id="959" name="Google Shape;959;p110"/>
          <p:cNvSpPr txBox="1"/>
          <p:nvPr>
            <p:ph type="title"/>
          </p:nvPr>
        </p:nvSpPr>
        <p:spPr>
          <a:xfrm>
            <a:off x="1200575" y="2266166"/>
            <a:ext cx="2739300" cy="6675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41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960" name="Google Shape;960;p110"/>
          <p:cNvSpPr txBox="1"/>
          <p:nvPr>
            <p:ph idx="1" type="subTitle"/>
          </p:nvPr>
        </p:nvSpPr>
        <p:spPr>
          <a:xfrm>
            <a:off x="1200575" y="2948884"/>
            <a:ext cx="2739300" cy="365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961" name="Google Shape;961;p110"/>
          <p:cNvSpPr txBox="1"/>
          <p:nvPr>
            <p:ph idx="2" type="title"/>
          </p:nvPr>
        </p:nvSpPr>
        <p:spPr>
          <a:xfrm>
            <a:off x="1200575" y="977950"/>
            <a:ext cx="2739300" cy="6663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41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962" name="Google Shape;962;p110"/>
          <p:cNvSpPr txBox="1"/>
          <p:nvPr>
            <p:ph idx="3" type="subTitle"/>
          </p:nvPr>
        </p:nvSpPr>
        <p:spPr>
          <a:xfrm>
            <a:off x="1200575" y="1669422"/>
            <a:ext cx="2739300" cy="36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963" name="Google Shape;963;p110"/>
          <p:cNvSpPr txBox="1"/>
          <p:nvPr>
            <p:ph idx="4" type="title"/>
          </p:nvPr>
        </p:nvSpPr>
        <p:spPr>
          <a:xfrm>
            <a:off x="1200575" y="3555582"/>
            <a:ext cx="2739300" cy="6675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41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964" name="Google Shape;964;p110"/>
          <p:cNvSpPr txBox="1"/>
          <p:nvPr>
            <p:ph idx="5" type="subTitle"/>
          </p:nvPr>
        </p:nvSpPr>
        <p:spPr>
          <a:xfrm>
            <a:off x="1200575" y="4238300"/>
            <a:ext cx="2739300" cy="365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pic>
        <p:nvPicPr>
          <p:cNvPr id="965" name="Google Shape;965;p110"/>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966" name="Shape 966"/>
        <p:cNvGrpSpPr/>
        <p:nvPr/>
      </p:nvGrpSpPr>
      <p:grpSpPr>
        <a:xfrm>
          <a:off x="0" y="0"/>
          <a:ext cx="0" cy="0"/>
          <a:chOff x="0" y="0"/>
          <a:chExt cx="0" cy="0"/>
        </a:xfrm>
      </p:grpSpPr>
      <p:sp>
        <p:nvSpPr>
          <p:cNvPr id="967" name="Google Shape;967;p111"/>
          <p:cNvSpPr txBox="1"/>
          <p:nvPr>
            <p:ph type="title"/>
          </p:nvPr>
        </p:nvSpPr>
        <p:spPr>
          <a:xfrm>
            <a:off x="713225" y="747263"/>
            <a:ext cx="3281700" cy="953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60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68" name="Google Shape;968;p111"/>
          <p:cNvSpPr txBox="1"/>
          <p:nvPr>
            <p:ph idx="1" type="subTitle"/>
          </p:nvPr>
        </p:nvSpPr>
        <p:spPr>
          <a:xfrm>
            <a:off x="713225" y="1584449"/>
            <a:ext cx="3281700" cy="895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pic>
        <p:nvPicPr>
          <p:cNvPr id="969" name="Google Shape;969;p111"/>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sp>
        <p:nvSpPr>
          <p:cNvPr id="970" name="Google Shape;970;p111"/>
          <p:cNvSpPr txBox="1"/>
          <p:nvPr/>
        </p:nvSpPr>
        <p:spPr>
          <a:xfrm>
            <a:off x="713225" y="3410538"/>
            <a:ext cx="3278700" cy="72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300"/>
              </a:spcBef>
              <a:spcAft>
                <a:spcPts val="0"/>
              </a:spcAft>
              <a:buClr>
                <a:srgbClr val="000000"/>
              </a:buClr>
              <a:buSzPts val="1000"/>
              <a:buFont typeface="Arial"/>
              <a:buNone/>
            </a:pPr>
            <a:r>
              <a:rPr b="1" i="0" lang="en" sz="1000" u="none" cap="none" strike="noStrike">
                <a:solidFill>
                  <a:schemeClr val="dk1"/>
                </a:solidFill>
                <a:latin typeface="Cairo"/>
                <a:ea typeface="Cairo"/>
                <a:cs typeface="Cairo"/>
                <a:sym typeface="Cairo"/>
              </a:rPr>
              <a:t>CREDITS:</a:t>
            </a:r>
            <a:r>
              <a:rPr b="0" i="0" lang="en" sz="1000" u="none" cap="none" strike="noStrike">
                <a:solidFill>
                  <a:schemeClr val="dk1"/>
                </a:solidFill>
                <a:latin typeface="Cairo"/>
                <a:ea typeface="Cairo"/>
                <a:cs typeface="Cairo"/>
                <a:sym typeface="Cairo"/>
              </a:rPr>
              <a:t> This presentation template was created by </a:t>
            </a:r>
            <a:r>
              <a:rPr b="1" i="0" lang="en" sz="1000" u="sng" cap="none" strike="noStrike">
                <a:solidFill>
                  <a:schemeClr val="hlink"/>
                </a:solidFill>
                <a:latin typeface="Cairo"/>
                <a:ea typeface="Cairo"/>
                <a:cs typeface="Cairo"/>
                <a:sym typeface="Cairo"/>
                <a:hlinkClick r:id="rId3"/>
              </a:rPr>
              <a:t>Slidesgo</a:t>
            </a:r>
            <a:r>
              <a:rPr b="0" i="0" lang="en" sz="1000" u="none" cap="none" strike="noStrike">
                <a:solidFill>
                  <a:schemeClr val="dk1"/>
                </a:solidFill>
                <a:latin typeface="Cairo"/>
                <a:ea typeface="Cairo"/>
                <a:cs typeface="Cairo"/>
                <a:sym typeface="Cairo"/>
              </a:rPr>
              <a:t>, and includes icons by </a:t>
            </a:r>
            <a:r>
              <a:rPr b="1" i="0" lang="en" sz="1000" u="sng" cap="none" strike="noStrike">
                <a:solidFill>
                  <a:schemeClr val="hlink"/>
                </a:solidFill>
                <a:latin typeface="Cairo"/>
                <a:ea typeface="Cairo"/>
                <a:cs typeface="Cairo"/>
                <a:sym typeface="Cairo"/>
                <a:hlinkClick r:id="rId4"/>
              </a:rPr>
              <a:t>Flaticon</a:t>
            </a:r>
            <a:r>
              <a:rPr b="0" i="0" lang="en" sz="1000" u="none" cap="none" strike="noStrike">
                <a:solidFill>
                  <a:schemeClr val="dk1"/>
                </a:solidFill>
                <a:latin typeface="Cairo"/>
                <a:ea typeface="Cairo"/>
                <a:cs typeface="Cairo"/>
                <a:sym typeface="Cairo"/>
              </a:rPr>
              <a:t>, and infographics &amp; images by </a:t>
            </a:r>
            <a:r>
              <a:rPr b="1" i="0" lang="en" sz="1000" u="sng" cap="none" strike="noStrike">
                <a:solidFill>
                  <a:schemeClr val="hlink"/>
                </a:solidFill>
                <a:latin typeface="Cairo"/>
                <a:ea typeface="Cairo"/>
                <a:cs typeface="Cairo"/>
                <a:sym typeface="Cairo"/>
                <a:hlinkClick r:id="rId5"/>
              </a:rPr>
              <a:t>Freepik</a:t>
            </a:r>
            <a:r>
              <a:rPr b="1" i="0" lang="en" sz="1000" u="sng" cap="none" strike="noStrike">
                <a:solidFill>
                  <a:schemeClr val="dk1"/>
                </a:solidFill>
                <a:latin typeface="Cairo"/>
                <a:ea typeface="Cairo"/>
                <a:cs typeface="Cairo"/>
                <a:sym typeface="Cairo"/>
              </a:rPr>
              <a:t> </a:t>
            </a:r>
            <a:endParaRPr b="1" i="0" sz="1000" u="sng" cap="none" strike="noStrike">
              <a:solidFill>
                <a:schemeClr val="dk1"/>
              </a:solidFill>
              <a:latin typeface="Cairo"/>
              <a:ea typeface="Cairo"/>
              <a:cs typeface="Cairo"/>
              <a:sym typeface="Cairo"/>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971" name="Shape 971"/>
        <p:cNvGrpSpPr/>
        <p:nvPr/>
      </p:nvGrpSpPr>
      <p:grpSpPr>
        <a:xfrm>
          <a:off x="0" y="0"/>
          <a:ext cx="0" cy="0"/>
          <a:chOff x="0" y="0"/>
          <a:chExt cx="0" cy="0"/>
        </a:xfrm>
      </p:grpSpPr>
      <p:grpSp>
        <p:nvGrpSpPr>
          <p:cNvPr id="972" name="Google Shape;972;p112"/>
          <p:cNvGrpSpPr/>
          <p:nvPr/>
        </p:nvGrpSpPr>
        <p:grpSpPr>
          <a:xfrm>
            <a:off x="0" y="0"/>
            <a:ext cx="9144001" cy="5143500"/>
            <a:chOff x="0" y="0"/>
            <a:chExt cx="9144001" cy="5143500"/>
          </a:xfrm>
        </p:grpSpPr>
        <p:pic>
          <p:nvPicPr>
            <p:cNvPr id="973" name="Google Shape;973;p112"/>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pic>
          <p:nvPicPr>
            <p:cNvPr id="974" name="Google Shape;974;p112"/>
            <p:cNvPicPr preferRelativeResize="0"/>
            <p:nvPr/>
          </p:nvPicPr>
          <p:blipFill rotWithShape="1">
            <a:blip r:embed="rId3">
              <a:alphaModFix/>
            </a:blip>
            <a:srcRect b="0" l="0" r="0" t="0"/>
            <a:stretch/>
          </p:blipFill>
          <p:spPr>
            <a:xfrm flipH="1" rot="10800000">
              <a:off x="5738810" y="0"/>
              <a:ext cx="3405191" cy="5143500"/>
            </a:xfrm>
            <a:prstGeom prst="rect">
              <a:avLst/>
            </a:prstGeom>
            <a:noFill/>
            <a:ln>
              <a:noFill/>
            </a:ln>
          </p:spPr>
        </p:pic>
      </p:grpSp>
      <p:grpSp>
        <p:nvGrpSpPr>
          <p:cNvPr id="975" name="Google Shape;975;p112"/>
          <p:cNvGrpSpPr/>
          <p:nvPr/>
        </p:nvGrpSpPr>
        <p:grpSpPr>
          <a:xfrm rot="756538">
            <a:off x="-1069834" y="-1842572"/>
            <a:ext cx="4574157" cy="3479412"/>
            <a:chOff x="1522650" y="1117750"/>
            <a:chExt cx="4574075" cy="3479350"/>
          </a:xfrm>
        </p:grpSpPr>
        <p:sp>
          <p:nvSpPr>
            <p:cNvPr id="976" name="Google Shape;976;p112"/>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7" name="Google Shape;977;p112"/>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978" name="Shape 978"/>
        <p:cNvGrpSpPr/>
        <p:nvPr/>
      </p:nvGrpSpPr>
      <p:grpSpPr>
        <a:xfrm>
          <a:off x="0" y="0"/>
          <a:ext cx="0" cy="0"/>
          <a:chOff x="0" y="0"/>
          <a:chExt cx="0" cy="0"/>
        </a:xfrm>
      </p:grpSpPr>
      <p:grpSp>
        <p:nvGrpSpPr>
          <p:cNvPr id="979" name="Google Shape;979;p113"/>
          <p:cNvGrpSpPr/>
          <p:nvPr/>
        </p:nvGrpSpPr>
        <p:grpSpPr>
          <a:xfrm>
            <a:off x="0" y="0"/>
            <a:ext cx="9144001" cy="5143500"/>
            <a:chOff x="0" y="0"/>
            <a:chExt cx="9144001" cy="5143500"/>
          </a:xfrm>
        </p:grpSpPr>
        <p:pic>
          <p:nvPicPr>
            <p:cNvPr id="980" name="Google Shape;980;p113"/>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981" name="Google Shape;981;p113"/>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982" name="Google Shape;982;p113"/>
          <p:cNvGrpSpPr/>
          <p:nvPr/>
        </p:nvGrpSpPr>
        <p:grpSpPr>
          <a:xfrm>
            <a:off x="-1845124" y="-2180828"/>
            <a:ext cx="12652562" cy="9877041"/>
            <a:chOff x="-1845124" y="-2180828"/>
            <a:chExt cx="12652562" cy="9877041"/>
          </a:xfrm>
        </p:grpSpPr>
        <p:grpSp>
          <p:nvGrpSpPr>
            <p:cNvPr id="983" name="Google Shape;983;p113"/>
            <p:cNvGrpSpPr/>
            <p:nvPr/>
          </p:nvGrpSpPr>
          <p:grpSpPr>
            <a:xfrm>
              <a:off x="-1845124" y="-2180828"/>
              <a:ext cx="4574075" cy="3479350"/>
              <a:chOff x="1522650" y="1117750"/>
              <a:chExt cx="4574075" cy="3479350"/>
            </a:xfrm>
          </p:grpSpPr>
          <p:sp>
            <p:nvSpPr>
              <p:cNvPr id="984" name="Google Shape;984;p113"/>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p113"/>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86" name="Google Shape;986;p113"/>
            <p:cNvGrpSpPr/>
            <p:nvPr/>
          </p:nvGrpSpPr>
          <p:grpSpPr>
            <a:xfrm flipH="1" rot="-10539848">
              <a:off x="6108563" y="4049074"/>
              <a:ext cx="4573901" cy="3479217"/>
              <a:chOff x="1522650" y="1117750"/>
              <a:chExt cx="4574075" cy="3479350"/>
            </a:xfrm>
          </p:grpSpPr>
          <p:sp>
            <p:nvSpPr>
              <p:cNvPr id="987" name="Google Shape;987;p113"/>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8" name="Google Shape;988;p113"/>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92" name="Shape 992"/>
        <p:cNvGrpSpPr/>
        <p:nvPr/>
      </p:nvGrpSpPr>
      <p:grpSpPr>
        <a:xfrm>
          <a:off x="0" y="0"/>
          <a:ext cx="0" cy="0"/>
          <a:chOff x="0" y="0"/>
          <a:chExt cx="0" cy="0"/>
        </a:xfrm>
      </p:grpSpPr>
      <p:grpSp>
        <p:nvGrpSpPr>
          <p:cNvPr id="993" name="Google Shape;993;p115"/>
          <p:cNvGrpSpPr/>
          <p:nvPr/>
        </p:nvGrpSpPr>
        <p:grpSpPr>
          <a:xfrm>
            <a:off x="0" y="0"/>
            <a:ext cx="9144001" cy="5143500"/>
            <a:chOff x="0" y="0"/>
            <a:chExt cx="9144001" cy="5143500"/>
          </a:xfrm>
        </p:grpSpPr>
        <p:pic>
          <p:nvPicPr>
            <p:cNvPr id="994" name="Google Shape;994;p115"/>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995" name="Google Shape;995;p115"/>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sp>
        <p:nvSpPr>
          <p:cNvPr id="996" name="Google Shape;996;p11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97" name="Google Shape;997;p115"/>
          <p:cNvSpPr txBox="1"/>
          <p:nvPr>
            <p:ph idx="1" type="body"/>
          </p:nvPr>
        </p:nvSpPr>
        <p:spPr>
          <a:xfrm>
            <a:off x="720000" y="1090229"/>
            <a:ext cx="7704000" cy="3486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Font typeface="Nunito Light"/>
              <a:buChar char="●"/>
              <a:defRPr/>
            </a:lvl1pPr>
            <a:lvl2pPr indent="-304800" lvl="1" marL="914400" algn="l">
              <a:lnSpc>
                <a:spcPct val="100000"/>
              </a:lnSpc>
              <a:spcBef>
                <a:spcPts val="0"/>
              </a:spcBef>
              <a:spcAft>
                <a:spcPts val="0"/>
              </a:spcAft>
              <a:buSzPts val="1200"/>
              <a:buFont typeface="Nunito Light"/>
              <a:buChar char="○"/>
              <a:defRPr/>
            </a:lvl2pPr>
            <a:lvl3pPr indent="-304800" lvl="2" marL="1371600" algn="l">
              <a:lnSpc>
                <a:spcPct val="100000"/>
              </a:lnSpc>
              <a:spcBef>
                <a:spcPts val="0"/>
              </a:spcBef>
              <a:spcAft>
                <a:spcPts val="0"/>
              </a:spcAft>
              <a:buSzPts val="1200"/>
              <a:buFont typeface="Nunito Light"/>
              <a:buChar char="■"/>
              <a:defRPr/>
            </a:lvl3pPr>
            <a:lvl4pPr indent="-304800" lvl="3" marL="1828800" algn="l">
              <a:lnSpc>
                <a:spcPct val="100000"/>
              </a:lnSpc>
              <a:spcBef>
                <a:spcPts val="0"/>
              </a:spcBef>
              <a:spcAft>
                <a:spcPts val="0"/>
              </a:spcAft>
              <a:buSzPts val="1200"/>
              <a:buFont typeface="Nunito Light"/>
              <a:buChar char="●"/>
              <a:defRPr/>
            </a:lvl4pPr>
            <a:lvl5pPr indent="-304800" lvl="4" marL="2286000" algn="l">
              <a:lnSpc>
                <a:spcPct val="100000"/>
              </a:lnSpc>
              <a:spcBef>
                <a:spcPts val="0"/>
              </a:spcBef>
              <a:spcAft>
                <a:spcPts val="0"/>
              </a:spcAft>
              <a:buSzPts val="1200"/>
              <a:buFont typeface="Nunito Light"/>
              <a:buChar char="○"/>
              <a:defRPr/>
            </a:lvl5pPr>
            <a:lvl6pPr indent="-304800" lvl="5" marL="2743200" algn="l">
              <a:lnSpc>
                <a:spcPct val="100000"/>
              </a:lnSpc>
              <a:spcBef>
                <a:spcPts val="0"/>
              </a:spcBef>
              <a:spcAft>
                <a:spcPts val="0"/>
              </a:spcAft>
              <a:buSzPts val="1200"/>
              <a:buFont typeface="Nunito Light"/>
              <a:buChar char="■"/>
              <a:defRPr/>
            </a:lvl6pPr>
            <a:lvl7pPr indent="-304800" lvl="6" marL="3200400" algn="l">
              <a:lnSpc>
                <a:spcPct val="100000"/>
              </a:lnSpc>
              <a:spcBef>
                <a:spcPts val="0"/>
              </a:spcBef>
              <a:spcAft>
                <a:spcPts val="0"/>
              </a:spcAft>
              <a:buSzPts val="1200"/>
              <a:buFont typeface="Nunito Light"/>
              <a:buChar char="●"/>
              <a:defRPr/>
            </a:lvl7pPr>
            <a:lvl8pPr indent="-304800" lvl="7" marL="3657600" algn="l">
              <a:lnSpc>
                <a:spcPct val="100000"/>
              </a:lnSpc>
              <a:spcBef>
                <a:spcPts val="0"/>
              </a:spcBef>
              <a:spcAft>
                <a:spcPts val="0"/>
              </a:spcAft>
              <a:buSzPts val="1200"/>
              <a:buFont typeface="Nunito Light"/>
              <a:buChar char="○"/>
              <a:defRPr/>
            </a:lvl8pPr>
            <a:lvl9pPr indent="-304800" lvl="8" marL="4114800" algn="l">
              <a:lnSpc>
                <a:spcPct val="100000"/>
              </a:lnSpc>
              <a:spcBef>
                <a:spcPts val="0"/>
              </a:spcBef>
              <a:spcAft>
                <a:spcPts val="0"/>
              </a:spcAft>
              <a:buSzPts val="1200"/>
              <a:buFont typeface="Nunito Light"/>
              <a:buChar char="■"/>
              <a:defRPr/>
            </a:lvl9pPr>
          </a:lstStyle>
          <a:p/>
        </p:txBody>
      </p:sp>
      <p:grpSp>
        <p:nvGrpSpPr>
          <p:cNvPr id="998" name="Google Shape;998;p115"/>
          <p:cNvGrpSpPr/>
          <p:nvPr/>
        </p:nvGrpSpPr>
        <p:grpSpPr>
          <a:xfrm rot="10800000">
            <a:off x="6704226" y="3811697"/>
            <a:ext cx="4574075" cy="3479350"/>
            <a:chOff x="1522650" y="1117750"/>
            <a:chExt cx="4574075" cy="3479350"/>
          </a:xfrm>
        </p:grpSpPr>
        <p:sp>
          <p:nvSpPr>
            <p:cNvPr id="999" name="Google Shape;999;p115"/>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0" name="Google Shape;1000;p115"/>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01" name="Shape 1001"/>
        <p:cNvGrpSpPr/>
        <p:nvPr/>
      </p:nvGrpSpPr>
      <p:grpSpPr>
        <a:xfrm>
          <a:off x="0" y="0"/>
          <a:ext cx="0" cy="0"/>
          <a:chOff x="0" y="0"/>
          <a:chExt cx="0" cy="0"/>
        </a:xfrm>
      </p:grpSpPr>
      <p:sp>
        <p:nvSpPr>
          <p:cNvPr id="1002" name="Google Shape;1002;p11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1003" name="Google Shape;1003;p116"/>
          <p:cNvGrpSpPr/>
          <p:nvPr/>
        </p:nvGrpSpPr>
        <p:grpSpPr>
          <a:xfrm>
            <a:off x="0" y="4"/>
            <a:ext cx="9144005" cy="5143496"/>
            <a:chOff x="0" y="4"/>
            <a:chExt cx="9144005" cy="5143496"/>
          </a:xfrm>
        </p:grpSpPr>
        <p:pic>
          <p:nvPicPr>
            <p:cNvPr id="1004" name="Google Shape;1004;p116"/>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1005" name="Google Shape;1005;p116"/>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1006" name="Google Shape;1006;p116"/>
          <p:cNvGrpSpPr/>
          <p:nvPr/>
        </p:nvGrpSpPr>
        <p:grpSpPr>
          <a:xfrm flipH="1" rot="-10539848">
            <a:off x="6108563" y="4049074"/>
            <a:ext cx="4573901" cy="3479217"/>
            <a:chOff x="1522650" y="1117750"/>
            <a:chExt cx="4574075" cy="3479350"/>
          </a:xfrm>
        </p:grpSpPr>
        <p:sp>
          <p:nvSpPr>
            <p:cNvPr id="1007" name="Google Shape;1007;p116"/>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8" name="Google Shape;1008;p116"/>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09" name="Shape 1009"/>
        <p:cNvGrpSpPr/>
        <p:nvPr/>
      </p:nvGrpSpPr>
      <p:grpSpPr>
        <a:xfrm>
          <a:off x="0" y="0"/>
          <a:ext cx="0" cy="0"/>
          <a:chOff x="0" y="0"/>
          <a:chExt cx="0" cy="0"/>
        </a:xfrm>
      </p:grpSpPr>
      <p:sp>
        <p:nvSpPr>
          <p:cNvPr id="1010" name="Google Shape;1010;p117"/>
          <p:cNvSpPr txBox="1"/>
          <p:nvPr>
            <p:ph type="ctrTitle"/>
          </p:nvPr>
        </p:nvSpPr>
        <p:spPr>
          <a:xfrm>
            <a:off x="713225" y="2205375"/>
            <a:ext cx="5257800" cy="1614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191919"/>
              </a:buClr>
              <a:buSzPts val="5200"/>
              <a:buNone/>
              <a:defRPr sz="4800">
                <a:solidFill>
                  <a:srgbClr val="241160"/>
                </a:solidFill>
              </a:defRPr>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1011" name="Google Shape;1011;p117"/>
          <p:cNvSpPr txBox="1"/>
          <p:nvPr>
            <p:ph idx="1" type="subTitle"/>
          </p:nvPr>
        </p:nvSpPr>
        <p:spPr>
          <a:xfrm>
            <a:off x="713225" y="3885650"/>
            <a:ext cx="3690600" cy="468600"/>
          </a:xfrm>
          <a:prstGeom prst="rect">
            <a:avLst/>
          </a:prstGeom>
          <a:solidFill>
            <a:schemeClr val="dk2"/>
          </a:solid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pic>
        <p:nvPicPr>
          <p:cNvPr id="1012" name="Google Shape;1012;p117"/>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13" name="Shape 1013"/>
        <p:cNvGrpSpPr/>
        <p:nvPr/>
      </p:nvGrpSpPr>
      <p:grpSpPr>
        <a:xfrm>
          <a:off x="0" y="0"/>
          <a:ext cx="0" cy="0"/>
          <a:chOff x="0" y="0"/>
          <a:chExt cx="0" cy="0"/>
        </a:xfrm>
      </p:grpSpPr>
      <p:sp>
        <p:nvSpPr>
          <p:cNvPr id="1014" name="Google Shape;1014;p118"/>
          <p:cNvSpPr txBox="1"/>
          <p:nvPr>
            <p:ph type="title"/>
          </p:nvPr>
        </p:nvSpPr>
        <p:spPr>
          <a:xfrm>
            <a:off x="4047175" y="2388500"/>
            <a:ext cx="4383600" cy="1626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sz="48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015" name="Google Shape;1015;p118"/>
          <p:cNvSpPr txBox="1"/>
          <p:nvPr>
            <p:ph idx="2" type="title"/>
          </p:nvPr>
        </p:nvSpPr>
        <p:spPr>
          <a:xfrm>
            <a:off x="4047175" y="1438750"/>
            <a:ext cx="1230300" cy="8814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60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pic>
        <p:nvPicPr>
          <p:cNvPr id="1016" name="Google Shape;1016;p118"/>
          <p:cNvPicPr preferRelativeResize="0"/>
          <p:nvPr/>
        </p:nvPicPr>
        <p:blipFill rotWithShape="1">
          <a:blip r:embed="rId2">
            <a:alphaModFix/>
          </a:blip>
          <a:srcRect b="0" l="0" r="0" t="0"/>
          <a:stretch/>
        </p:blipFill>
        <p:spPr>
          <a:xfrm flipH="1">
            <a:off x="4416200" y="2886625"/>
            <a:ext cx="4727801" cy="2256875"/>
          </a:xfrm>
          <a:prstGeom prst="rect">
            <a:avLst/>
          </a:prstGeom>
          <a:noFill/>
          <a:ln>
            <a:noFill/>
          </a:ln>
        </p:spPr>
      </p:pic>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17" name="Shape 1017"/>
        <p:cNvGrpSpPr/>
        <p:nvPr/>
      </p:nvGrpSpPr>
      <p:grpSpPr>
        <a:xfrm>
          <a:off x="0" y="0"/>
          <a:ext cx="0" cy="0"/>
          <a:chOff x="0" y="0"/>
          <a:chExt cx="0" cy="0"/>
        </a:xfrm>
      </p:grpSpPr>
      <p:sp>
        <p:nvSpPr>
          <p:cNvPr id="1018" name="Google Shape;1018;p11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019" name="Google Shape;1019;p119"/>
          <p:cNvSpPr txBox="1"/>
          <p:nvPr>
            <p:ph idx="1" type="subTitle"/>
          </p:nvPr>
        </p:nvSpPr>
        <p:spPr>
          <a:xfrm>
            <a:off x="4911639" y="2679824"/>
            <a:ext cx="2424300" cy="1526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020" name="Google Shape;1020;p119"/>
          <p:cNvSpPr txBox="1"/>
          <p:nvPr>
            <p:ph idx="2" type="subTitle"/>
          </p:nvPr>
        </p:nvSpPr>
        <p:spPr>
          <a:xfrm>
            <a:off x="1808050" y="2679824"/>
            <a:ext cx="2424300" cy="1526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021" name="Google Shape;1021;p119"/>
          <p:cNvSpPr txBox="1"/>
          <p:nvPr>
            <p:ph idx="3" type="subTitle"/>
          </p:nvPr>
        </p:nvSpPr>
        <p:spPr>
          <a:xfrm>
            <a:off x="1808050" y="2244217"/>
            <a:ext cx="2424300" cy="449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022" name="Google Shape;1022;p119"/>
          <p:cNvSpPr txBox="1"/>
          <p:nvPr>
            <p:ph idx="4" type="subTitle"/>
          </p:nvPr>
        </p:nvSpPr>
        <p:spPr>
          <a:xfrm>
            <a:off x="4911639" y="2244217"/>
            <a:ext cx="2424300" cy="449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1023" name="Google Shape;1023;p119"/>
          <p:cNvGrpSpPr/>
          <p:nvPr/>
        </p:nvGrpSpPr>
        <p:grpSpPr>
          <a:xfrm>
            <a:off x="0" y="4"/>
            <a:ext cx="9144005" cy="5143496"/>
            <a:chOff x="0" y="4"/>
            <a:chExt cx="9144005" cy="5143496"/>
          </a:xfrm>
        </p:grpSpPr>
        <p:pic>
          <p:nvPicPr>
            <p:cNvPr id="1024" name="Google Shape;1024;p119"/>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1025" name="Google Shape;1025;p119"/>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1026" name="Google Shape;1026;p119"/>
          <p:cNvGrpSpPr/>
          <p:nvPr/>
        </p:nvGrpSpPr>
        <p:grpSpPr>
          <a:xfrm flipH="1" rot="-10539848">
            <a:off x="6108563" y="4049074"/>
            <a:ext cx="4573901" cy="3479217"/>
            <a:chOff x="1522650" y="1117750"/>
            <a:chExt cx="4574075" cy="3479350"/>
          </a:xfrm>
        </p:grpSpPr>
        <p:sp>
          <p:nvSpPr>
            <p:cNvPr id="1027" name="Google Shape;1027;p119"/>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8" name="Google Shape;1028;p119"/>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29" name="Shape 1029"/>
        <p:cNvGrpSpPr/>
        <p:nvPr/>
      </p:nvGrpSpPr>
      <p:grpSpPr>
        <a:xfrm>
          <a:off x="0" y="0"/>
          <a:ext cx="0" cy="0"/>
          <a:chOff x="0" y="0"/>
          <a:chExt cx="0" cy="0"/>
        </a:xfrm>
      </p:grpSpPr>
      <p:sp>
        <p:nvSpPr>
          <p:cNvPr id="1030" name="Google Shape;1030;p120"/>
          <p:cNvSpPr txBox="1"/>
          <p:nvPr>
            <p:ph type="title"/>
          </p:nvPr>
        </p:nvSpPr>
        <p:spPr>
          <a:xfrm>
            <a:off x="811975" y="829350"/>
            <a:ext cx="3993300" cy="989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031" name="Google Shape;1031;p120"/>
          <p:cNvSpPr txBox="1"/>
          <p:nvPr>
            <p:ph idx="1" type="subTitle"/>
          </p:nvPr>
        </p:nvSpPr>
        <p:spPr>
          <a:xfrm>
            <a:off x="811975" y="1878550"/>
            <a:ext cx="3993300" cy="2298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Font typeface="Open Sans"/>
              <a:buAutoNum type="arabicPeriod"/>
              <a:defRPr/>
            </a:lvl1pPr>
            <a:lvl2pPr lvl="1" algn="ctr">
              <a:lnSpc>
                <a:spcPct val="100000"/>
              </a:lnSpc>
              <a:spcBef>
                <a:spcPts val="1000"/>
              </a:spcBef>
              <a:spcAft>
                <a:spcPts val="0"/>
              </a:spcAft>
              <a:buClr>
                <a:srgbClr val="E76A28"/>
              </a:buClr>
              <a:buSzPts val="1200"/>
              <a:buFont typeface="Nunito Light"/>
              <a:buAutoNum type="alphaLcPeriod"/>
              <a:defRPr/>
            </a:lvl2pPr>
            <a:lvl3pPr lvl="2" algn="ctr">
              <a:lnSpc>
                <a:spcPct val="100000"/>
              </a:lnSpc>
              <a:spcBef>
                <a:spcPts val="0"/>
              </a:spcBef>
              <a:spcAft>
                <a:spcPts val="0"/>
              </a:spcAft>
              <a:buClr>
                <a:srgbClr val="E76A28"/>
              </a:buClr>
              <a:buSzPts val="1200"/>
              <a:buFont typeface="Nunito Light"/>
              <a:buAutoNum type="romanLcPeriod"/>
              <a:defRPr/>
            </a:lvl3pPr>
            <a:lvl4pPr lvl="3" algn="ctr">
              <a:lnSpc>
                <a:spcPct val="100000"/>
              </a:lnSpc>
              <a:spcBef>
                <a:spcPts val="0"/>
              </a:spcBef>
              <a:spcAft>
                <a:spcPts val="0"/>
              </a:spcAft>
              <a:buClr>
                <a:srgbClr val="E76A28"/>
              </a:buClr>
              <a:buSzPts val="1200"/>
              <a:buFont typeface="Nunito Light"/>
              <a:buAutoNum type="arabicPeriod"/>
              <a:defRPr/>
            </a:lvl4pPr>
            <a:lvl5pPr lvl="4" algn="ctr">
              <a:lnSpc>
                <a:spcPct val="100000"/>
              </a:lnSpc>
              <a:spcBef>
                <a:spcPts val="0"/>
              </a:spcBef>
              <a:spcAft>
                <a:spcPts val="0"/>
              </a:spcAft>
              <a:buClr>
                <a:srgbClr val="E76A28"/>
              </a:buClr>
              <a:buSzPts val="1200"/>
              <a:buFont typeface="Nunito Light"/>
              <a:buAutoNum type="alphaLcPeriod"/>
              <a:defRPr/>
            </a:lvl5pPr>
            <a:lvl6pPr lvl="5" algn="ctr">
              <a:lnSpc>
                <a:spcPct val="100000"/>
              </a:lnSpc>
              <a:spcBef>
                <a:spcPts val="0"/>
              </a:spcBef>
              <a:spcAft>
                <a:spcPts val="0"/>
              </a:spcAft>
              <a:buClr>
                <a:srgbClr val="999999"/>
              </a:buClr>
              <a:buSzPts val="1200"/>
              <a:buFont typeface="Nunito Light"/>
              <a:buAutoNum type="romanLcPeriod"/>
              <a:defRPr/>
            </a:lvl6pPr>
            <a:lvl7pPr lvl="6" algn="ctr">
              <a:lnSpc>
                <a:spcPct val="100000"/>
              </a:lnSpc>
              <a:spcBef>
                <a:spcPts val="0"/>
              </a:spcBef>
              <a:spcAft>
                <a:spcPts val="0"/>
              </a:spcAft>
              <a:buClr>
                <a:srgbClr val="999999"/>
              </a:buClr>
              <a:buSzPts val="1200"/>
              <a:buFont typeface="Nunito Light"/>
              <a:buAutoNum type="arabicPeriod"/>
              <a:defRPr/>
            </a:lvl7pPr>
            <a:lvl8pPr lvl="7" algn="ctr">
              <a:lnSpc>
                <a:spcPct val="100000"/>
              </a:lnSpc>
              <a:spcBef>
                <a:spcPts val="0"/>
              </a:spcBef>
              <a:spcAft>
                <a:spcPts val="0"/>
              </a:spcAft>
              <a:buClr>
                <a:srgbClr val="999999"/>
              </a:buClr>
              <a:buSzPts val="1200"/>
              <a:buFont typeface="Nunito Light"/>
              <a:buAutoNum type="alphaLcPeriod"/>
              <a:defRPr/>
            </a:lvl8pPr>
            <a:lvl9pPr lvl="8" algn="ctr">
              <a:lnSpc>
                <a:spcPct val="100000"/>
              </a:lnSpc>
              <a:spcBef>
                <a:spcPts val="0"/>
              </a:spcBef>
              <a:spcAft>
                <a:spcPts val="0"/>
              </a:spcAft>
              <a:buClr>
                <a:srgbClr val="999999"/>
              </a:buClr>
              <a:buSzPts val="1200"/>
              <a:buFont typeface="Nunito Light"/>
              <a:buAutoNum type="romanLcPeriod"/>
              <a:defRPr/>
            </a:lvl9pPr>
          </a:lstStyle>
          <a:p/>
        </p:txBody>
      </p:sp>
      <p:sp>
        <p:nvSpPr>
          <p:cNvPr id="1032" name="Google Shape;1032;p120"/>
          <p:cNvSpPr/>
          <p:nvPr>
            <p:ph idx="2" type="pic"/>
          </p:nvPr>
        </p:nvSpPr>
        <p:spPr>
          <a:xfrm>
            <a:off x="5088475" y="770400"/>
            <a:ext cx="3081600" cy="3602700"/>
          </a:xfrm>
          <a:prstGeom prst="roundRect">
            <a:avLst>
              <a:gd fmla="val 16667" name="adj"/>
            </a:avLst>
          </a:prstGeom>
          <a:noFill/>
          <a:ln>
            <a:noFill/>
          </a:ln>
        </p:spPr>
      </p:sp>
      <p:grpSp>
        <p:nvGrpSpPr>
          <p:cNvPr id="1033" name="Google Shape;1033;p120"/>
          <p:cNvGrpSpPr/>
          <p:nvPr/>
        </p:nvGrpSpPr>
        <p:grpSpPr>
          <a:xfrm>
            <a:off x="0" y="0"/>
            <a:ext cx="9144001" cy="5143500"/>
            <a:chOff x="0" y="0"/>
            <a:chExt cx="9144001" cy="5143500"/>
          </a:xfrm>
        </p:grpSpPr>
        <p:pic>
          <p:nvPicPr>
            <p:cNvPr id="1034" name="Google Shape;1034;p120"/>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1035" name="Google Shape;1035;p120"/>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1036" name="Google Shape;1036;p120"/>
          <p:cNvGrpSpPr/>
          <p:nvPr/>
        </p:nvGrpSpPr>
        <p:grpSpPr>
          <a:xfrm rot="10800000">
            <a:off x="6704226" y="3811697"/>
            <a:ext cx="4574075" cy="3479350"/>
            <a:chOff x="1522650" y="1117750"/>
            <a:chExt cx="4574075" cy="3479350"/>
          </a:xfrm>
        </p:grpSpPr>
        <p:sp>
          <p:nvSpPr>
            <p:cNvPr id="1037" name="Google Shape;1037;p120"/>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8" name="Google Shape;1038;p120"/>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39" name="Shape 1039"/>
        <p:cNvGrpSpPr/>
        <p:nvPr/>
      </p:nvGrpSpPr>
      <p:grpSpPr>
        <a:xfrm>
          <a:off x="0" y="0"/>
          <a:ext cx="0" cy="0"/>
          <a:chOff x="0" y="0"/>
          <a:chExt cx="0" cy="0"/>
        </a:xfrm>
      </p:grpSpPr>
      <p:grpSp>
        <p:nvGrpSpPr>
          <p:cNvPr id="1040" name="Google Shape;1040;p121"/>
          <p:cNvGrpSpPr/>
          <p:nvPr/>
        </p:nvGrpSpPr>
        <p:grpSpPr>
          <a:xfrm>
            <a:off x="10" y="0"/>
            <a:ext cx="9143991" cy="5143500"/>
            <a:chOff x="10" y="0"/>
            <a:chExt cx="9143991" cy="5143500"/>
          </a:xfrm>
        </p:grpSpPr>
        <p:pic>
          <p:nvPicPr>
            <p:cNvPr id="1041" name="Google Shape;1041;p121"/>
            <p:cNvPicPr preferRelativeResize="0"/>
            <p:nvPr/>
          </p:nvPicPr>
          <p:blipFill rotWithShape="1">
            <a:blip r:embed="rId2">
              <a:alphaModFix/>
            </a:blip>
            <a:srcRect b="0" l="0" r="0" t="0"/>
            <a:stretch/>
          </p:blipFill>
          <p:spPr>
            <a:xfrm flipH="1">
              <a:off x="10" y="0"/>
              <a:ext cx="3405191" cy="5143500"/>
            </a:xfrm>
            <a:prstGeom prst="rect">
              <a:avLst/>
            </a:prstGeom>
            <a:noFill/>
            <a:ln>
              <a:noFill/>
            </a:ln>
          </p:spPr>
        </p:pic>
        <p:pic>
          <p:nvPicPr>
            <p:cNvPr id="1042" name="Google Shape;1042;p121"/>
            <p:cNvPicPr preferRelativeResize="0"/>
            <p:nvPr/>
          </p:nvPicPr>
          <p:blipFill rotWithShape="1">
            <a:blip r:embed="rId3">
              <a:alphaModFix/>
            </a:blip>
            <a:srcRect b="0" l="0" r="0" t="0"/>
            <a:stretch/>
          </p:blipFill>
          <p:spPr>
            <a:xfrm flipH="1">
              <a:off x="4416200" y="2886625"/>
              <a:ext cx="4727801" cy="2256875"/>
            </a:xfrm>
            <a:prstGeom prst="rect">
              <a:avLst/>
            </a:prstGeom>
            <a:noFill/>
            <a:ln>
              <a:noFill/>
            </a:ln>
          </p:spPr>
        </p:pic>
      </p:grpSp>
      <p:grpSp>
        <p:nvGrpSpPr>
          <p:cNvPr id="1043" name="Google Shape;1043;p121"/>
          <p:cNvGrpSpPr/>
          <p:nvPr/>
        </p:nvGrpSpPr>
        <p:grpSpPr>
          <a:xfrm rot="756538">
            <a:off x="5159566" y="-1927047"/>
            <a:ext cx="4574157" cy="3479412"/>
            <a:chOff x="1522650" y="1117750"/>
            <a:chExt cx="4574075" cy="3479350"/>
          </a:xfrm>
        </p:grpSpPr>
        <p:sp>
          <p:nvSpPr>
            <p:cNvPr id="1044" name="Google Shape;1044;p121"/>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5" name="Google Shape;1045;p121"/>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46" name="Google Shape;1046;p121"/>
          <p:cNvSpPr txBox="1"/>
          <p:nvPr>
            <p:ph type="title"/>
          </p:nvPr>
        </p:nvSpPr>
        <p:spPr>
          <a:xfrm>
            <a:off x="3830000" y="1716400"/>
            <a:ext cx="4508100" cy="2529300"/>
          </a:xfrm>
          <a:prstGeom prst="rect">
            <a:avLst/>
          </a:prstGeom>
          <a:noFill/>
          <a:ln>
            <a:noFill/>
          </a:ln>
        </p:spPr>
        <p:txBody>
          <a:bodyPr anchorCtr="0" anchor="ctr" bIns="91425" lIns="91425" spcFirstLastPara="1" rIns="91425" wrap="square" tIns="91425">
            <a:noAutofit/>
          </a:bodyPr>
          <a:lstStyle>
            <a:lvl1pPr lvl="0" algn="l">
              <a:lnSpc>
                <a:spcPct val="80000"/>
              </a:lnSpc>
              <a:spcBef>
                <a:spcPts val="0"/>
              </a:spcBef>
              <a:spcAft>
                <a:spcPts val="0"/>
              </a:spcAft>
              <a:buSzPts val="6000"/>
              <a:buNone/>
              <a:defRPr sz="6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47" name="Shape 1047"/>
        <p:cNvGrpSpPr/>
        <p:nvPr/>
      </p:nvGrpSpPr>
      <p:grpSpPr>
        <a:xfrm>
          <a:off x="0" y="0"/>
          <a:ext cx="0" cy="0"/>
          <a:chOff x="0" y="0"/>
          <a:chExt cx="0" cy="0"/>
        </a:xfrm>
      </p:grpSpPr>
      <p:grpSp>
        <p:nvGrpSpPr>
          <p:cNvPr id="1048" name="Google Shape;1048;p122"/>
          <p:cNvGrpSpPr/>
          <p:nvPr/>
        </p:nvGrpSpPr>
        <p:grpSpPr>
          <a:xfrm rot="756538">
            <a:off x="-714809" y="-2409347"/>
            <a:ext cx="4574157" cy="3479412"/>
            <a:chOff x="1522650" y="1117750"/>
            <a:chExt cx="4574075" cy="3479350"/>
          </a:xfrm>
        </p:grpSpPr>
        <p:sp>
          <p:nvSpPr>
            <p:cNvPr id="1049" name="Google Shape;1049;p122"/>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0" name="Google Shape;1050;p122"/>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51" name="Google Shape;1051;p122"/>
          <p:cNvGrpSpPr/>
          <p:nvPr/>
        </p:nvGrpSpPr>
        <p:grpSpPr>
          <a:xfrm>
            <a:off x="0" y="0"/>
            <a:ext cx="9144001" cy="5143500"/>
            <a:chOff x="0" y="0"/>
            <a:chExt cx="9144001" cy="5143500"/>
          </a:xfrm>
        </p:grpSpPr>
        <p:pic>
          <p:nvPicPr>
            <p:cNvPr id="1052" name="Google Shape;1052;p122"/>
            <p:cNvPicPr preferRelativeResize="0"/>
            <p:nvPr/>
          </p:nvPicPr>
          <p:blipFill rotWithShape="1">
            <a:blip r:embed="rId2">
              <a:alphaModFix/>
            </a:blip>
            <a:srcRect b="0" l="0" r="0" t="0"/>
            <a:stretch/>
          </p:blipFill>
          <p:spPr>
            <a:xfrm flipH="1" rot="10800000">
              <a:off x="5738810" y="0"/>
              <a:ext cx="3405191" cy="5143500"/>
            </a:xfrm>
            <a:prstGeom prst="rect">
              <a:avLst/>
            </a:prstGeom>
            <a:noFill/>
            <a:ln>
              <a:noFill/>
            </a:ln>
          </p:spPr>
        </p:pic>
        <p:pic>
          <p:nvPicPr>
            <p:cNvPr id="1053" name="Google Shape;1053;p122"/>
            <p:cNvPicPr preferRelativeResize="0"/>
            <p:nvPr/>
          </p:nvPicPr>
          <p:blipFill rotWithShape="1">
            <a:blip r:embed="rId3">
              <a:alphaModFix/>
            </a:blip>
            <a:srcRect b="0" l="0" r="0" t="0"/>
            <a:stretch/>
          </p:blipFill>
          <p:spPr>
            <a:xfrm flipH="1" rot="10800000">
              <a:off x="0" y="0"/>
              <a:ext cx="4727801" cy="2256875"/>
            </a:xfrm>
            <a:prstGeom prst="rect">
              <a:avLst/>
            </a:prstGeom>
            <a:noFill/>
            <a:ln>
              <a:noFill/>
            </a:ln>
          </p:spPr>
        </p:pic>
      </p:grpSp>
      <p:sp>
        <p:nvSpPr>
          <p:cNvPr id="1054" name="Google Shape;1054;p122"/>
          <p:cNvSpPr txBox="1"/>
          <p:nvPr>
            <p:ph type="title"/>
          </p:nvPr>
        </p:nvSpPr>
        <p:spPr>
          <a:xfrm>
            <a:off x="713225" y="1528900"/>
            <a:ext cx="4872900" cy="1964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5000"/>
              <a:buNone/>
              <a:defRPr sz="5000"/>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1055" name="Google Shape;1055;p122"/>
          <p:cNvSpPr txBox="1"/>
          <p:nvPr>
            <p:ph idx="1" type="subTitle"/>
          </p:nvPr>
        </p:nvSpPr>
        <p:spPr>
          <a:xfrm>
            <a:off x="713225" y="3640050"/>
            <a:ext cx="4872900" cy="453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600"/>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56" name="Shape 1056"/>
        <p:cNvGrpSpPr/>
        <p:nvPr/>
      </p:nvGrpSpPr>
      <p:grpSpPr>
        <a:xfrm>
          <a:off x="0" y="0"/>
          <a:ext cx="0" cy="0"/>
          <a:chOff x="0" y="0"/>
          <a:chExt cx="0" cy="0"/>
        </a:xfrm>
      </p:grpSpPr>
      <p:sp>
        <p:nvSpPr>
          <p:cNvPr id="1057" name="Google Shape;1057;p123"/>
          <p:cNvSpPr/>
          <p:nvPr>
            <p:ph idx="2" type="pic"/>
          </p:nvPr>
        </p:nvSpPr>
        <p:spPr>
          <a:xfrm>
            <a:off x="0" y="0"/>
            <a:ext cx="9144000" cy="5143500"/>
          </a:xfrm>
          <a:prstGeom prst="rect">
            <a:avLst/>
          </a:prstGeom>
          <a:noFill/>
          <a:ln>
            <a:noFill/>
          </a:ln>
        </p:spPr>
      </p:sp>
      <p:sp>
        <p:nvSpPr>
          <p:cNvPr id="1058" name="Google Shape;1058;p123"/>
          <p:cNvSpPr txBox="1"/>
          <p:nvPr>
            <p:ph type="title"/>
          </p:nvPr>
        </p:nvSpPr>
        <p:spPr>
          <a:xfrm>
            <a:off x="720000" y="4014450"/>
            <a:ext cx="5713200" cy="5727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grpSp>
        <p:nvGrpSpPr>
          <p:cNvPr id="1059" name="Google Shape;1059;p123"/>
          <p:cNvGrpSpPr/>
          <p:nvPr/>
        </p:nvGrpSpPr>
        <p:grpSpPr>
          <a:xfrm>
            <a:off x="0" y="4"/>
            <a:ext cx="9144005" cy="5143496"/>
            <a:chOff x="0" y="4"/>
            <a:chExt cx="9144005" cy="5143496"/>
          </a:xfrm>
        </p:grpSpPr>
        <p:pic>
          <p:nvPicPr>
            <p:cNvPr id="1060" name="Google Shape;1060;p123"/>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1061" name="Google Shape;1061;p123"/>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1062" name="Google Shape;1062;p123"/>
          <p:cNvGrpSpPr/>
          <p:nvPr/>
        </p:nvGrpSpPr>
        <p:grpSpPr>
          <a:xfrm>
            <a:off x="-896231" y="-2525369"/>
            <a:ext cx="11703669" cy="10221582"/>
            <a:chOff x="-896231" y="-2525369"/>
            <a:chExt cx="11703669" cy="10221582"/>
          </a:xfrm>
        </p:grpSpPr>
        <p:grpSp>
          <p:nvGrpSpPr>
            <p:cNvPr id="1063" name="Google Shape;1063;p123"/>
            <p:cNvGrpSpPr/>
            <p:nvPr/>
          </p:nvGrpSpPr>
          <p:grpSpPr>
            <a:xfrm flipH="1" rot="-10539848">
              <a:off x="6108563" y="4049074"/>
              <a:ext cx="4573901" cy="3479217"/>
              <a:chOff x="1522650" y="1117750"/>
              <a:chExt cx="4574075" cy="3479350"/>
            </a:xfrm>
          </p:grpSpPr>
          <p:sp>
            <p:nvSpPr>
              <p:cNvPr id="1064" name="Google Shape;1064;p123"/>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5" name="Google Shape;1065;p123"/>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66" name="Google Shape;1066;p123"/>
            <p:cNvGrpSpPr/>
            <p:nvPr/>
          </p:nvGrpSpPr>
          <p:grpSpPr>
            <a:xfrm>
              <a:off x="-896231" y="-2525369"/>
              <a:ext cx="4573618" cy="3479002"/>
              <a:chOff x="1522650" y="1117750"/>
              <a:chExt cx="4574075" cy="3479350"/>
            </a:xfrm>
          </p:grpSpPr>
          <p:sp>
            <p:nvSpPr>
              <p:cNvPr id="1067" name="Google Shape;1067;p123"/>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8" name="Google Shape;1068;p123"/>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69" name="Shape 1069"/>
        <p:cNvGrpSpPr/>
        <p:nvPr/>
      </p:nvGrpSpPr>
      <p:grpSpPr>
        <a:xfrm>
          <a:off x="0" y="0"/>
          <a:ext cx="0" cy="0"/>
          <a:chOff x="0" y="0"/>
          <a:chExt cx="0" cy="0"/>
        </a:xfrm>
      </p:grpSpPr>
      <p:sp>
        <p:nvSpPr>
          <p:cNvPr id="1070" name="Google Shape;1070;p124"/>
          <p:cNvSpPr txBox="1"/>
          <p:nvPr>
            <p:ph hasCustomPrompt="1" type="title"/>
          </p:nvPr>
        </p:nvSpPr>
        <p:spPr>
          <a:xfrm>
            <a:off x="4076350" y="2296400"/>
            <a:ext cx="3843300" cy="10851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9600"/>
              <a:buNone/>
              <a:defRPr sz="60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1071" name="Google Shape;1071;p124"/>
          <p:cNvSpPr txBox="1"/>
          <p:nvPr>
            <p:ph idx="1" type="subTitle"/>
          </p:nvPr>
        </p:nvSpPr>
        <p:spPr>
          <a:xfrm>
            <a:off x="4076350" y="3426700"/>
            <a:ext cx="3843300" cy="497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pic>
        <p:nvPicPr>
          <p:cNvPr id="1072" name="Google Shape;1072;p124"/>
          <p:cNvPicPr preferRelativeResize="0"/>
          <p:nvPr/>
        </p:nvPicPr>
        <p:blipFill rotWithShape="1">
          <a:blip r:embed="rId2">
            <a:alphaModFix/>
          </a:blip>
          <a:srcRect b="0" l="0" r="0" t="0"/>
          <a:stretch/>
        </p:blipFill>
        <p:spPr>
          <a:xfrm flipH="1">
            <a:off x="4416200" y="2886625"/>
            <a:ext cx="4727801" cy="2256875"/>
          </a:xfrm>
          <a:prstGeom prst="rect">
            <a:avLst/>
          </a:prstGeom>
          <a:noFill/>
          <a:ln>
            <a:noFill/>
          </a:ln>
        </p:spPr>
      </p:pic>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73" name="Shape 1073"/>
        <p:cNvGrpSpPr/>
        <p:nvPr/>
      </p:nvGrpSpPr>
      <p:grpSpPr>
        <a:xfrm>
          <a:off x="0" y="0"/>
          <a:ext cx="0" cy="0"/>
          <a:chOff x="0" y="0"/>
          <a:chExt cx="0" cy="0"/>
        </a:xfrm>
      </p:grpSpPr>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074" name="Shape 1074"/>
        <p:cNvGrpSpPr/>
        <p:nvPr/>
      </p:nvGrpSpPr>
      <p:grpSpPr>
        <a:xfrm>
          <a:off x="0" y="0"/>
          <a:ext cx="0" cy="0"/>
          <a:chOff x="0" y="0"/>
          <a:chExt cx="0" cy="0"/>
        </a:xfrm>
      </p:grpSpPr>
      <p:sp>
        <p:nvSpPr>
          <p:cNvPr id="1075" name="Google Shape;1075;p12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076" name="Google Shape;1076;p126"/>
          <p:cNvSpPr txBox="1"/>
          <p:nvPr>
            <p:ph idx="2" type="title"/>
          </p:nvPr>
        </p:nvSpPr>
        <p:spPr>
          <a:xfrm>
            <a:off x="720000" y="1480883"/>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77" name="Google Shape;1077;p126"/>
          <p:cNvSpPr txBox="1"/>
          <p:nvPr>
            <p:ph idx="3" type="title"/>
          </p:nvPr>
        </p:nvSpPr>
        <p:spPr>
          <a:xfrm>
            <a:off x="720000" y="2990491"/>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78" name="Google Shape;1078;p126"/>
          <p:cNvSpPr txBox="1"/>
          <p:nvPr>
            <p:ph idx="4" type="title"/>
          </p:nvPr>
        </p:nvSpPr>
        <p:spPr>
          <a:xfrm>
            <a:off x="3306000" y="1480883"/>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79" name="Google Shape;1079;p126"/>
          <p:cNvSpPr txBox="1"/>
          <p:nvPr>
            <p:ph idx="5" type="title"/>
          </p:nvPr>
        </p:nvSpPr>
        <p:spPr>
          <a:xfrm>
            <a:off x="3306000" y="2990491"/>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80" name="Google Shape;1080;p126"/>
          <p:cNvSpPr txBox="1"/>
          <p:nvPr>
            <p:ph idx="6" type="title"/>
          </p:nvPr>
        </p:nvSpPr>
        <p:spPr>
          <a:xfrm>
            <a:off x="5892000" y="1480883"/>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81" name="Google Shape;1081;p126"/>
          <p:cNvSpPr txBox="1"/>
          <p:nvPr>
            <p:ph idx="7" type="title"/>
          </p:nvPr>
        </p:nvSpPr>
        <p:spPr>
          <a:xfrm>
            <a:off x="5892000" y="2990491"/>
            <a:ext cx="734700" cy="4476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82" name="Google Shape;1082;p126"/>
          <p:cNvSpPr txBox="1"/>
          <p:nvPr>
            <p:ph idx="1" type="subTitle"/>
          </p:nvPr>
        </p:nvSpPr>
        <p:spPr>
          <a:xfrm>
            <a:off x="720000" y="2026450"/>
            <a:ext cx="2532000" cy="502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083" name="Google Shape;1083;p126"/>
          <p:cNvSpPr txBox="1"/>
          <p:nvPr>
            <p:ph idx="8" type="subTitle"/>
          </p:nvPr>
        </p:nvSpPr>
        <p:spPr>
          <a:xfrm>
            <a:off x="3306000" y="2026450"/>
            <a:ext cx="2532000" cy="502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084" name="Google Shape;1084;p126"/>
          <p:cNvSpPr txBox="1"/>
          <p:nvPr>
            <p:ph idx="9" type="subTitle"/>
          </p:nvPr>
        </p:nvSpPr>
        <p:spPr>
          <a:xfrm>
            <a:off x="5892000" y="2026450"/>
            <a:ext cx="2532000" cy="502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085" name="Google Shape;1085;p126"/>
          <p:cNvSpPr txBox="1"/>
          <p:nvPr>
            <p:ph idx="13" type="subTitle"/>
          </p:nvPr>
        </p:nvSpPr>
        <p:spPr>
          <a:xfrm>
            <a:off x="720000" y="3544900"/>
            <a:ext cx="2532000" cy="49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086" name="Google Shape;1086;p126"/>
          <p:cNvSpPr txBox="1"/>
          <p:nvPr>
            <p:ph idx="14" type="subTitle"/>
          </p:nvPr>
        </p:nvSpPr>
        <p:spPr>
          <a:xfrm>
            <a:off x="3306000" y="3544900"/>
            <a:ext cx="2532000" cy="49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087" name="Google Shape;1087;p126"/>
          <p:cNvSpPr txBox="1"/>
          <p:nvPr>
            <p:ph idx="15" type="subTitle"/>
          </p:nvPr>
        </p:nvSpPr>
        <p:spPr>
          <a:xfrm>
            <a:off x="5892000" y="3544900"/>
            <a:ext cx="2532000" cy="49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Font typeface="Raleway"/>
              <a:buNone/>
              <a:defRPr b="1" sz="2400">
                <a:latin typeface="Raleway"/>
                <a:ea typeface="Raleway"/>
                <a:cs typeface="Raleway"/>
                <a:sym typeface="Raleway"/>
              </a:defRPr>
            </a:lvl2pPr>
            <a:lvl3pPr lvl="2" algn="l">
              <a:lnSpc>
                <a:spcPct val="100000"/>
              </a:lnSpc>
              <a:spcBef>
                <a:spcPts val="0"/>
              </a:spcBef>
              <a:spcAft>
                <a:spcPts val="0"/>
              </a:spcAft>
              <a:buSzPts val="2400"/>
              <a:buFont typeface="Raleway"/>
              <a:buNone/>
              <a:defRPr b="1" sz="2400">
                <a:latin typeface="Raleway"/>
                <a:ea typeface="Raleway"/>
                <a:cs typeface="Raleway"/>
                <a:sym typeface="Raleway"/>
              </a:defRPr>
            </a:lvl3pPr>
            <a:lvl4pPr lvl="3" algn="l">
              <a:lnSpc>
                <a:spcPct val="100000"/>
              </a:lnSpc>
              <a:spcBef>
                <a:spcPts val="0"/>
              </a:spcBef>
              <a:spcAft>
                <a:spcPts val="0"/>
              </a:spcAft>
              <a:buSzPts val="2400"/>
              <a:buFont typeface="Raleway"/>
              <a:buNone/>
              <a:defRPr b="1" sz="2400">
                <a:latin typeface="Raleway"/>
                <a:ea typeface="Raleway"/>
                <a:cs typeface="Raleway"/>
                <a:sym typeface="Raleway"/>
              </a:defRPr>
            </a:lvl4pPr>
            <a:lvl5pPr lvl="4" algn="l">
              <a:lnSpc>
                <a:spcPct val="100000"/>
              </a:lnSpc>
              <a:spcBef>
                <a:spcPts val="0"/>
              </a:spcBef>
              <a:spcAft>
                <a:spcPts val="0"/>
              </a:spcAft>
              <a:buSzPts val="2400"/>
              <a:buFont typeface="Raleway"/>
              <a:buNone/>
              <a:defRPr b="1" sz="2400">
                <a:latin typeface="Raleway"/>
                <a:ea typeface="Raleway"/>
                <a:cs typeface="Raleway"/>
                <a:sym typeface="Raleway"/>
              </a:defRPr>
            </a:lvl5pPr>
            <a:lvl6pPr lvl="5" algn="l">
              <a:lnSpc>
                <a:spcPct val="100000"/>
              </a:lnSpc>
              <a:spcBef>
                <a:spcPts val="0"/>
              </a:spcBef>
              <a:spcAft>
                <a:spcPts val="0"/>
              </a:spcAft>
              <a:buSzPts val="2400"/>
              <a:buFont typeface="Raleway"/>
              <a:buNone/>
              <a:defRPr b="1" sz="2400">
                <a:latin typeface="Raleway"/>
                <a:ea typeface="Raleway"/>
                <a:cs typeface="Raleway"/>
                <a:sym typeface="Raleway"/>
              </a:defRPr>
            </a:lvl6pPr>
            <a:lvl7pPr lvl="6" algn="l">
              <a:lnSpc>
                <a:spcPct val="100000"/>
              </a:lnSpc>
              <a:spcBef>
                <a:spcPts val="0"/>
              </a:spcBef>
              <a:spcAft>
                <a:spcPts val="0"/>
              </a:spcAft>
              <a:buSzPts val="2400"/>
              <a:buFont typeface="Raleway"/>
              <a:buNone/>
              <a:defRPr b="1" sz="2400">
                <a:latin typeface="Raleway"/>
                <a:ea typeface="Raleway"/>
                <a:cs typeface="Raleway"/>
                <a:sym typeface="Raleway"/>
              </a:defRPr>
            </a:lvl7pPr>
            <a:lvl8pPr lvl="7" algn="l">
              <a:lnSpc>
                <a:spcPct val="100000"/>
              </a:lnSpc>
              <a:spcBef>
                <a:spcPts val="0"/>
              </a:spcBef>
              <a:spcAft>
                <a:spcPts val="0"/>
              </a:spcAft>
              <a:buSzPts val="2400"/>
              <a:buFont typeface="Raleway"/>
              <a:buNone/>
              <a:defRPr b="1" sz="2400">
                <a:latin typeface="Raleway"/>
                <a:ea typeface="Raleway"/>
                <a:cs typeface="Raleway"/>
                <a:sym typeface="Raleway"/>
              </a:defRPr>
            </a:lvl8pPr>
            <a:lvl9pPr lvl="8" algn="l">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1088" name="Google Shape;1088;p126"/>
          <p:cNvGrpSpPr/>
          <p:nvPr/>
        </p:nvGrpSpPr>
        <p:grpSpPr>
          <a:xfrm>
            <a:off x="0" y="4"/>
            <a:ext cx="9144005" cy="5143496"/>
            <a:chOff x="0" y="4"/>
            <a:chExt cx="9144005" cy="5143496"/>
          </a:xfrm>
        </p:grpSpPr>
        <p:pic>
          <p:nvPicPr>
            <p:cNvPr id="1089" name="Google Shape;1089;p126"/>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1090" name="Google Shape;1090;p126"/>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1091" name="Google Shape;1091;p126"/>
          <p:cNvGrpSpPr/>
          <p:nvPr/>
        </p:nvGrpSpPr>
        <p:grpSpPr>
          <a:xfrm flipH="1" rot="-10539848">
            <a:off x="6108563" y="4049074"/>
            <a:ext cx="4573901" cy="3479217"/>
            <a:chOff x="1522650" y="1117750"/>
            <a:chExt cx="4574075" cy="3479350"/>
          </a:xfrm>
        </p:grpSpPr>
        <p:sp>
          <p:nvSpPr>
            <p:cNvPr id="1092" name="Google Shape;1092;p126"/>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3" name="Google Shape;1093;p126"/>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094" name="Shape 1094"/>
        <p:cNvGrpSpPr/>
        <p:nvPr/>
      </p:nvGrpSpPr>
      <p:grpSpPr>
        <a:xfrm>
          <a:off x="0" y="0"/>
          <a:ext cx="0" cy="0"/>
          <a:chOff x="0" y="0"/>
          <a:chExt cx="0" cy="0"/>
        </a:xfrm>
      </p:grpSpPr>
      <p:grpSp>
        <p:nvGrpSpPr>
          <p:cNvPr id="1095" name="Google Shape;1095;p127"/>
          <p:cNvGrpSpPr/>
          <p:nvPr/>
        </p:nvGrpSpPr>
        <p:grpSpPr>
          <a:xfrm>
            <a:off x="0" y="0"/>
            <a:ext cx="9144001" cy="5143500"/>
            <a:chOff x="0" y="0"/>
            <a:chExt cx="9144001" cy="5143500"/>
          </a:xfrm>
        </p:grpSpPr>
        <p:pic>
          <p:nvPicPr>
            <p:cNvPr id="1096" name="Google Shape;1096;p127"/>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1097" name="Google Shape;1097;p127"/>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1098" name="Google Shape;1098;p127"/>
          <p:cNvGrpSpPr/>
          <p:nvPr/>
        </p:nvGrpSpPr>
        <p:grpSpPr>
          <a:xfrm rot="10800000">
            <a:off x="6704226" y="3811697"/>
            <a:ext cx="4574075" cy="3479350"/>
            <a:chOff x="1522650" y="1117750"/>
            <a:chExt cx="4574075" cy="3479350"/>
          </a:xfrm>
        </p:grpSpPr>
        <p:sp>
          <p:nvSpPr>
            <p:cNvPr id="1099" name="Google Shape;1099;p12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0" name="Google Shape;1100;p12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01" name="Google Shape;1101;p12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1102" name="Shape 1102"/>
        <p:cNvGrpSpPr/>
        <p:nvPr/>
      </p:nvGrpSpPr>
      <p:grpSpPr>
        <a:xfrm>
          <a:off x="0" y="0"/>
          <a:ext cx="0" cy="0"/>
          <a:chOff x="0" y="0"/>
          <a:chExt cx="0" cy="0"/>
        </a:xfrm>
      </p:grpSpPr>
      <p:grpSp>
        <p:nvGrpSpPr>
          <p:cNvPr id="1103" name="Google Shape;1103;p128"/>
          <p:cNvGrpSpPr/>
          <p:nvPr/>
        </p:nvGrpSpPr>
        <p:grpSpPr>
          <a:xfrm>
            <a:off x="0" y="4"/>
            <a:ext cx="9144005" cy="5143496"/>
            <a:chOff x="0" y="4"/>
            <a:chExt cx="9144005" cy="5143496"/>
          </a:xfrm>
        </p:grpSpPr>
        <p:pic>
          <p:nvPicPr>
            <p:cNvPr id="1104" name="Google Shape;1104;p128"/>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1105" name="Google Shape;1105;p128"/>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1106" name="Google Shape;1106;p128"/>
          <p:cNvGrpSpPr/>
          <p:nvPr/>
        </p:nvGrpSpPr>
        <p:grpSpPr>
          <a:xfrm flipH="1" rot="-10539848">
            <a:off x="6108563" y="4049074"/>
            <a:ext cx="4573901" cy="3479217"/>
            <a:chOff x="1522650" y="1117750"/>
            <a:chExt cx="4574075" cy="3479350"/>
          </a:xfrm>
        </p:grpSpPr>
        <p:sp>
          <p:nvSpPr>
            <p:cNvPr id="1107" name="Google Shape;1107;p128"/>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8" name="Google Shape;1108;p128"/>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09" name="Google Shape;1109;p128"/>
          <p:cNvSpPr txBox="1"/>
          <p:nvPr>
            <p:ph type="title"/>
          </p:nvPr>
        </p:nvSpPr>
        <p:spPr>
          <a:xfrm>
            <a:off x="3889175" y="1000050"/>
            <a:ext cx="3205500" cy="105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110" name="Google Shape;1110;p128"/>
          <p:cNvSpPr txBox="1"/>
          <p:nvPr>
            <p:ph idx="1" type="subTitle"/>
          </p:nvPr>
        </p:nvSpPr>
        <p:spPr>
          <a:xfrm>
            <a:off x="3889175" y="2131950"/>
            <a:ext cx="4185300" cy="2011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AutoNum type="arabicPeriod"/>
              <a:defRPr/>
            </a:lvl1pPr>
            <a:lvl2pPr lvl="1" algn="ctr">
              <a:lnSpc>
                <a:spcPct val="100000"/>
              </a:lnSpc>
              <a:spcBef>
                <a:spcPts val="0"/>
              </a:spcBef>
              <a:spcAft>
                <a:spcPts val="0"/>
              </a:spcAft>
              <a:buSzPts val="1200"/>
              <a:buAutoNum type="alphaLcPeriod"/>
              <a:defRPr/>
            </a:lvl2pPr>
            <a:lvl3pPr lvl="2" algn="ctr">
              <a:lnSpc>
                <a:spcPct val="100000"/>
              </a:lnSpc>
              <a:spcBef>
                <a:spcPts val="0"/>
              </a:spcBef>
              <a:spcAft>
                <a:spcPts val="0"/>
              </a:spcAft>
              <a:buSzPts val="1200"/>
              <a:buAutoNum type="romanLcPeriod"/>
              <a:defRPr/>
            </a:lvl3pPr>
            <a:lvl4pPr lvl="3" algn="ctr">
              <a:lnSpc>
                <a:spcPct val="100000"/>
              </a:lnSpc>
              <a:spcBef>
                <a:spcPts val="0"/>
              </a:spcBef>
              <a:spcAft>
                <a:spcPts val="0"/>
              </a:spcAft>
              <a:buSzPts val="1200"/>
              <a:buAutoNum type="arabicPeriod"/>
              <a:defRPr/>
            </a:lvl4pPr>
            <a:lvl5pPr lvl="4" algn="ctr">
              <a:lnSpc>
                <a:spcPct val="100000"/>
              </a:lnSpc>
              <a:spcBef>
                <a:spcPts val="0"/>
              </a:spcBef>
              <a:spcAft>
                <a:spcPts val="0"/>
              </a:spcAft>
              <a:buSzPts val="1200"/>
              <a:buAutoNum type="alphaLcPeriod"/>
              <a:defRPr/>
            </a:lvl5pPr>
            <a:lvl6pPr lvl="5" algn="ctr">
              <a:lnSpc>
                <a:spcPct val="100000"/>
              </a:lnSpc>
              <a:spcBef>
                <a:spcPts val="0"/>
              </a:spcBef>
              <a:spcAft>
                <a:spcPts val="0"/>
              </a:spcAft>
              <a:buSzPts val="1200"/>
              <a:buAutoNum type="romanLcPeriod"/>
              <a:defRPr/>
            </a:lvl6pPr>
            <a:lvl7pPr lvl="6" algn="ctr">
              <a:lnSpc>
                <a:spcPct val="100000"/>
              </a:lnSpc>
              <a:spcBef>
                <a:spcPts val="0"/>
              </a:spcBef>
              <a:spcAft>
                <a:spcPts val="0"/>
              </a:spcAft>
              <a:buSzPts val="1200"/>
              <a:buAutoNum type="arabicPeriod"/>
              <a:defRPr/>
            </a:lvl7pPr>
            <a:lvl8pPr lvl="7" algn="ctr">
              <a:lnSpc>
                <a:spcPct val="100000"/>
              </a:lnSpc>
              <a:spcBef>
                <a:spcPts val="0"/>
              </a:spcBef>
              <a:spcAft>
                <a:spcPts val="0"/>
              </a:spcAft>
              <a:buSzPts val="1200"/>
              <a:buAutoNum type="alphaLcPeriod"/>
              <a:defRPr/>
            </a:lvl8pPr>
            <a:lvl9pPr lvl="8" algn="ctr">
              <a:lnSpc>
                <a:spcPct val="100000"/>
              </a:lnSpc>
              <a:spcBef>
                <a:spcPts val="0"/>
              </a:spcBef>
              <a:spcAft>
                <a:spcPts val="0"/>
              </a:spcAft>
              <a:buSzPts val="1200"/>
              <a:buAutoNum type="romanLcPeriod"/>
              <a:defRPr/>
            </a:lvl9pPr>
          </a:lstStyl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
    <p:spTree>
      <p:nvGrpSpPr>
        <p:cNvPr id="1111" name="Shape 1111"/>
        <p:cNvGrpSpPr/>
        <p:nvPr/>
      </p:nvGrpSpPr>
      <p:grpSpPr>
        <a:xfrm>
          <a:off x="0" y="0"/>
          <a:ext cx="0" cy="0"/>
          <a:chOff x="0" y="0"/>
          <a:chExt cx="0" cy="0"/>
        </a:xfrm>
      </p:grpSpPr>
      <p:grpSp>
        <p:nvGrpSpPr>
          <p:cNvPr id="1112" name="Google Shape;1112;p129"/>
          <p:cNvGrpSpPr/>
          <p:nvPr/>
        </p:nvGrpSpPr>
        <p:grpSpPr>
          <a:xfrm>
            <a:off x="0" y="0"/>
            <a:ext cx="9144001" cy="5143500"/>
            <a:chOff x="0" y="0"/>
            <a:chExt cx="9144001" cy="5143500"/>
          </a:xfrm>
        </p:grpSpPr>
        <p:pic>
          <p:nvPicPr>
            <p:cNvPr id="1113" name="Google Shape;1113;p129"/>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1114" name="Google Shape;1114;p129"/>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1115" name="Google Shape;1115;p129"/>
          <p:cNvGrpSpPr/>
          <p:nvPr/>
        </p:nvGrpSpPr>
        <p:grpSpPr>
          <a:xfrm rot="10800000">
            <a:off x="6704226" y="3811697"/>
            <a:ext cx="4574075" cy="3479350"/>
            <a:chOff x="1522650" y="1117750"/>
            <a:chExt cx="4574075" cy="3479350"/>
          </a:xfrm>
        </p:grpSpPr>
        <p:sp>
          <p:nvSpPr>
            <p:cNvPr id="1116" name="Google Shape;1116;p129"/>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7" name="Google Shape;1117;p129"/>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18" name="Google Shape;1118;p129"/>
          <p:cNvSpPr txBox="1"/>
          <p:nvPr>
            <p:ph type="title"/>
          </p:nvPr>
        </p:nvSpPr>
        <p:spPr>
          <a:xfrm>
            <a:off x="713225" y="707075"/>
            <a:ext cx="2345400" cy="974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119" name="Google Shape;1119;p129"/>
          <p:cNvSpPr txBox="1"/>
          <p:nvPr>
            <p:ph idx="1" type="subTitle"/>
          </p:nvPr>
        </p:nvSpPr>
        <p:spPr>
          <a:xfrm>
            <a:off x="713225" y="1606775"/>
            <a:ext cx="2345400" cy="1127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20" name="Google Shape;1120;p129"/>
          <p:cNvSpPr/>
          <p:nvPr>
            <p:ph idx="2" type="pic"/>
          </p:nvPr>
        </p:nvSpPr>
        <p:spPr>
          <a:xfrm>
            <a:off x="5588500" y="539500"/>
            <a:ext cx="2801100" cy="4064700"/>
          </a:xfrm>
          <a:prstGeom prst="roundRect">
            <a:avLst>
              <a:gd fmla="val 16667" name="adj"/>
            </a:avLst>
          </a:prstGeom>
          <a:noFill/>
          <a:ln>
            <a:noFill/>
          </a:ln>
        </p:spPr>
      </p:sp>
      <p:sp>
        <p:nvSpPr>
          <p:cNvPr id="1121" name="Google Shape;1121;p129"/>
          <p:cNvSpPr/>
          <p:nvPr>
            <p:ph idx="3" type="pic"/>
          </p:nvPr>
        </p:nvSpPr>
        <p:spPr>
          <a:xfrm>
            <a:off x="3171450" y="539500"/>
            <a:ext cx="2304300" cy="2285700"/>
          </a:xfrm>
          <a:prstGeom prst="roundRect">
            <a:avLst>
              <a:gd fmla="val 16667" name="adj"/>
            </a:avLst>
          </a:prstGeom>
          <a:noFill/>
          <a:ln>
            <a:noFill/>
          </a:ln>
        </p:spPr>
      </p:sp>
      <p:sp>
        <p:nvSpPr>
          <p:cNvPr id="1122" name="Google Shape;1122;p129"/>
          <p:cNvSpPr/>
          <p:nvPr>
            <p:ph idx="4" type="pic"/>
          </p:nvPr>
        </p:nvSpPr>
        <p:spPr>
          <a:xfrm>
            <a:off x="3171450" y="2953775"/>
            <a:ext cx="2304300" cy="1650300"/>
          </a:xfrm>
          <a:prstGeom prst="roundRect">
            <a:avLst>
              <a:gd fmla="val 16667" name="adj"/>
            </a:avLst>
          </a:prstGeom>
          <a:noFill/>
          <a:ln>
            <a:noFill/>
          </a:ln>
        </p:spPr>
      </p:sp>
      <p:sp>
        <p:nvSpPr>
          <p:cNvPr id="1123" name="Google Shape;1123;p129"/>
          <p:cNvSpPr/>
          <p:nvPr>
            <p:ph idx="5" type="pic"/>
          </p:nvPr>
        </p:nvSpPr>
        <p:spPr>
          <a:xfrm>
            <a:off x="754400" y="2953775"/>
            <a:ext cx="2304300" cy="1650300"/>
          </a:xfrm>
          <a:prstGeom prst="roundRect">
            <a:avLst>
              <a:gd fmla="val 16667" name="adj"/>
            </a:avLst>
          </a:prstGeom>
          <a:noFill/>
          <a:ln>
            <a:noFill/>
          </a:ln>
        </p:spPr>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2">
    <p:spTree>
      <p:nvGrpSpPr>
        <p:cNvPr id="1124" name="Shape 1124"/>
        <p:cNvGrpSpPr/>
        <p:nvPr/>
      </p:nvGrpSpPr>
      <p:grpSpPr>
        <a:xfrm>
          <a:off x="0" y="0"/>
          <a:ext cx="0" cy="0"/>
          <a:chOff x="0" y="0"/>
          <a:chExt cx="0" cy="0"/>
        </a:xfrm>
      </p:grpSpPr>
      <p:grpSp>
        <p:nvGrpSpPr>
          <p:cNvPr id="1125" name="Google Shape;1125;p130"/>
          <p:cNvGrpSpPr/>
          <p:nvPr/>
        </p:nvGrpSpPr>
        <p:grpSpPr>
          <a:xfrm>
            <a:off x="0" y="4"/>
            <a:ext cx="9144005" cy="5143496"/>
            <a:chOff x="0" y="4"/>
            <a:chExt cx="9144005" cy="5143496"/>
          </a:xfrm>
        </p:grpSpPr>
        <p:pic>
          <p:nvPicPr>
            <p:cNvPr id="1126" name="Google Shape;1126;p130"/>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1127" name="Google Shape;1127;p130"/>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1128" name="Google Shape;1128;p130"/>
          <p:cNvGrpSpPr/>
          <p:nvPr/>
        </p:nvGrpSpPr>
        <p:grpSpPr>
          <a:xfrm flipH="1" rot="-10539848">
            <a:off x="6108563" y="4049074"/>
            <a:ext cx="4573901" cy="3479217"/>
            <a:chOff x="1522650" y="1117750"/>
            <a:chExt cx="4574075" cy="3479350"/>
          </a:xfrm>
        </p:grpSpPr>
        <p:sp>
          <p:nvSpPr>
            <p:cNvPr id="1129" name="Google Shape;1129;p130"/>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0" name="Google Shape;1130;p130"/>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31" name="Google Shape;1131;p13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132" name="Google Shape;1132;p130"/>
          <p:cNvSpPr txBox="1"/>
          <p:nvPr>
            <p:ph idx="1" type="subTitle"/>
          </p:nvPr>
        </p:nvSpPr>
        <p:spPr>
          <a:xfrm>
            <a:off x="719975" y="1164450"/>
            <a:ext cx="3748800" cy="1188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1200"/>
              <a:buChar char="●"/>
              <a:defRPr/>
            </a:lvl1pPr>
            <a:lvl2pPr lvl="1" algn="l">
              <a:lnSpc>
                <a:spcPct val="100000"/>
              </a:lnSpc>
              <a:spcBef>
                <a:spcPts val="0"/>
              </a:spcBef>
              <a:spcAft>
                <a:spcPts val="0"/>
              </a:spcAft>
              <a:buSzPts val="1200"/>
              <a:buChar char="○"/>
              <a:defRPr/>
            </a:lvl2pPr>
            <a:lvl3pPr lvl="2" algn="l">
              <a:lnSpc>
                <a:spcPct val="100000"/>
              </a:lnSpc>
              <a:spcBef>
                <a:spcPts val="0"/>
              </a:spcBef>
              <a:spcAft>
                <a:spcPts val="0"/>
              </a:spcAft>
              <a:buSzPts val="1200"/>
              <a:buChar char="■"/>
              <a:defRPr/>
            </a:lvl3pPr>
            <a:lvl4pPr lvl="3" algn="l">
              <a:lnSpc>
                <a:spcPct val="100000"/>
              </a:lnSpc>
              <a:spcBef>
                <a:spcPts val="0"/>
              </a:spcBef>
              <a:spcAft>
                <a:spcPts val="0"/>
              </a:spcAft>
              <a:buSzPts val="1200"/>
              <a:buChar char="●"/>
              <a:defRPr/>
            </a:lvl4pPr>
            <a:lvl5pPr lvl="4" algn="l">
              <a:lnSpc>
                <a:spcPct val="100000"/>
              </a:lnSpc>
              <a:spcBef>
                <a:spcPts val="0"/>
              </a:spcBef>
              <a:spcAft>
                <a:spcPts val="0"/>
              </a:spcAft>
              <a:buSzPts val="1200"/>
              <a:buChar char="○"/>
              <a:defRPr/>
            </a:lvl5pPr>
            <a:lvl6pPr lvl="5" algn="l">
              <a:lnSpc>
                <a:spcPct val="100000"/>
              </a:lnSpc>
              <a:spcBef>
                <a:spcPts val="0"/>
              </a:spcBef>
              <a:spcAft>
                <a:spcPts val="0"/>
              </a:spcAft>
              <a:buSzPts val="1200"/>
              <a:buChar char="■"/>
              <a:defRPr/>
            </a:lvl6pPr>
            <a:lvl7pPr lvl="6" algn="l">
              <a:lnSpc>
                <a:spcPct val="100000"/>
              </a:lnSpc>
              <a:spcBef>
                <a:spcPts val="0"/>
              </a:spcBef>
              <a:spcAft>
                <a:spcPts val="0"/>
              </a:spcAft>
              <a:buSzPts val="1200"/>
              <a:buChar char="●"/>
              <a:defRPr/>
            </a:lvl7pPr>
            <a:lvl8pPr lvl="7" algn="l">
              <a:lnSpc>
                <a:spcPct val="100000"/>
              </a:lnSpc>
              <a:spcBef>
                <a:spcPts val="0"/>
              </a:spcBef>
              <a:spcAft>
                <a:spcPts val="0"/>
              </a:spcAft>
              <a:buSzPts val="1200"/>
              <a:buChar char="○"/>
              <a:defRPr/>
            </a:lvl8pPr>
            <a:lvl9pPr lvl="8" algn="l">
              <a:lnSpc>
                <a:spcPct val="100000"/>
              </a:lnSpc>
              <a:spcBef>
                <a:spcPts val="0"/>
              </a:spcBef>
              <a:spcAft>
                <a:spcPts val="0"/>
              </a:spcAft>
              <a:buSzPts val="1200"/>
              <a:buChar char="■"/>
              <a:defRPr/>
            </a:lvl9pPr>
          </a:lstStyle>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3">
    <p:spTree>
      <p:nvGrpSpPr>
        <p:cNvPr id="1133" name="Shape 1133"/>
        <p:cNvGrpSpPr/>
        <p:nvPr/>
      </p:nvGrpSpPr>
      <p:grpSpPr>
        <a:xfrm>
          <a:off x="0" y="0"/>
          <a:ext cx="0" cy="0"/>
          <a:chOff x="0" y="0"/>
          <a:chExt cx="0" cy="0"/>
        </a:xfrm>
      </p:grpSpPr>
      <p:grpSp>
        <p:nvGrpSpPr>
          <p:cNvPr id="1134" name="Google Shape;1134;p131"/>
          <p:cNvGrpSpPr/>
          <p:nvPr/>
        </p:nvGrpSpPr>
        <p:grpSpPr>
          <a:xfrm>
            <a:off x="0" y="0"/>
            <a:ext cx="9144001" cy="5143500"/>
            <a:chOff x="0" y="0"/>
            <a:chExt cx="9144001" cy="5143500"/>
          </a:xfrm>
        </p:grpSpPr>
        <p:pic>
          <p:nvPicPr>
            <p:cNvPr id="1135" name="Google Shape;1135;p131"/>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1136" name="Google Shape;1136;p131"/>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1137" name="Google Shape;1137;p131"/>
          <p:cNvGrpSpPr/>
          <p:nvPr/>
        </p:nvGrpSpPr>
        <p:grpSpPr>
          <a:xfrm rot="10800000">
            <a:off x="6704226" y="3811697"/>
            <a:ext cx="4574075" cy="3479350"/>
            <a:chOff x="1522650" y="1117750"/>
            <a:chExt cx="4574075" cy="3479350"/>
          </a:xfrm>
        </p:grpSpPr>
        <p:sp>
          <p:nvSpPr>
            <p:cNvPr id="1138" name="Google Shape;1138;p131"/>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9" name="Google Shape;1139;p131"/>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40" name="Google Shape;1140;p131"/>
          <p:cNvSpPr txBox="1"/>
          <p:nvPr>
            <p:ph idx="1" type="subTitle"/>
          </p:nvPr>
        </p:nvSpPr>
        <p:spPr>
          <a:xfrm>
            <a:off x="719975" y="1393800"/>
            <a:ext cx="5015400" cy="2203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1200"/>
              <a:buChar char="●"/>
              <a:defRPr/>
            </a:lvl1pPr>
            <a:lvl2pPr lvl="1" algn="l">
              <a:lnSpc>
                <a:spcPct val="100000"/>
              </a:lnSpc>
              <a:spcBef>
                <a:spcPts val="0"/>
              </a:spcBef>
              <a:spcAft>
                <a:spcPts val="0"/>
              </a:spcAft>
              <a:buSzPts val="1200"/>
              <a:buChar char="○"/>
              <a:defRPr/>
            </a:lvl2pPr>
            <a:lvl3pPr lvl="2" algn="l">
              <a:lnSpc>
                <a:spcPct val="100000"/>
              </a:lnSpc>
              <a:spcBef>
                <a:spcPts val="0"/>
              </a:spcBef>
              <a:spcAft>
                <a:spcPts val="0"/>
              </a:spcAft>
              <a:buSzPts val="1200"/>
              <a:buChar char="■"/>
              <a:defRPr/>
            </a:lvl3pPr>
            <a:lvl4pPr lvl="3" algn="l">
              <a:lnSpc>
                <a:spcPct val="100000"/>
              </a:lnSpc>
              <a:spcBef>
                <a:spcPts val="0"/>
              </a:spcBef>
              <a:spcAft>
                <a:spcPts val="0"/>
              </a:spcAft>
              <a:buSzPts val="1200"/>
              <a:buChar char="●"/>
              <a:defRPr/>
            </a:lvl4pPr>
            <a:lvl5pPr lvl="4" algn="l">
              <a:lnSpc>
                <a:spcPct val="100000"/>
              </a:lnSpc>
              <a:spcBef>
                <a:spcPts val="0"/>
              </a:spcBef>
              <a:spcAft>
                <a:spcPts val="0"/>
              </a:spcAft>
              <a:buSzPts val="1200"/>
              <a:buChar char="○"/>
              <a:defRPr/>
            </a:lvl5pPr>
            <a:lvl6pPr lvl="5" algn="l">
              <a:lnSpc>
                <a:spcPct val="100000"/>
              </a:lnSpc>
              <a:spcBef>
                <a:spcPts val="0"/>
              </a:spcBef>
              <a:spcAft>
                <a:spcPts val="0"/>
              </a:spcAft>
              <a:buSzPts val="1200"/>
              <a:buChar char="■"/>
              <a:defRPr/>
            </a:lvl6pPr>
            <a:lvl7pPr lvl="6" algn="l">
              <a:lnSpc>
                <a:spcPct val="100000"/>
              </a:lnSpc>
              <a:spcBef>
                <a:spcPts val="0"/>
              </a:spcBef>
              <a:spcAft>
                <a:spcPts val="0"/>
              </a:spcAft>
              <a:buSzPts val="1200"/>
              <a:buChar char="●"/>
              <a:defRPr/>
            </a:lvl7pPr>
            <a:lvl8pPr lvl="7" algn="l">
              <a:lnSpc>
                <a:spcPct val="100000"/>
              </a:lnSpc>
              <a:spcBef>
                <a:spcPts val="0"/>
              </a:spcBef>
              <a:spcAft>
                <a:spcPts val="0"/>
              </a:spcAft>
              <a:buSzPts val="1200"/>
              <a:buChar char="○"/>
              <a:defRPr/>
            </a:lvl8pPr>
            <a:lvl9pPr lvl="8" algn="l">
              <a:lnSpc>
                <a:spcPct val="100000"/>
              </a:lnSpc>
              <a:spcBef>
                <a:spcPts val="0"/>
              </a:spcBef>
              <a:spcAft>
                <a:spcPts val="0"/>
              </a:spcAft>
              <a:buSzPts val="1200"/>
              <a:buChar char="■"/>
              <a:defRPr/>
            </a:lvl9pPr>
          </a:lstStyle>
          <a:p/>
        </p:txBody>
      </p:sp>
      <p:sp>
        <p:nvSpPr>
          <p:cNvPr id="1141" name="Google Shape;1141;p13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142" name="Shape 1142"/>
        <p:cNvGrpSpPr/>
        <p:nvPr/>
      </p:nvGrpSpPr>
      <p:grpSpPr>
        <a:xfrm>
          <a:off x="0" y="0"/>
          <a:ext cx="0" cy="0"/>
          <a:chOff x="0" y="0"/>
          <a:chExt cx="0" cy="0"/>
        </a:xfrm>
      </p:grpSpPr>
      <p:grpSp>
        <p:nvGrpSpPr>
          <p:cNvPr id="1143" name="Google Shape;1143;p132"/>
          <p:cNvGrpSpPr/>
          <p:nvPr/>
        </p:nvGrpSpPr>
        <p:grpSpPr>
          <a:xfrm>
            <a:off x="0" y="0"/>
            <a:ext cx="9144001" cy="5143500"/>
            <a:chOff x="0" y="0"/>
            <a:chExt cx="9144001" cy="5143500"/>
          </a:xfrm>
        </p:grpSpPr>
        <p:pic>
          <p:nvPicPr>
            <p:cNvPr id="1144" name="Google Shape;1144;p132"/>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1145" name="Google Shape;1145;p132"/>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1146" name="Google Shape;1146;p132"/>
          <p:cNvGrpSpPr/>
          <p:nvPr/>
        </p:nvGrpSpPr>
        <p:grpSpPr>
          <a:xfrm rot="10800000">
            <a:off x="6704226" y="3811697"/>
            <a:ext cx="4574075" cy="3479350"/>
            <a:chOff x="1522650" y="1117750"/>
            <a:chExt cx="4574075" cy="3479350"/>
          </a:xfrm>
        </p:grpSpPr>
        <p:sp>
          <p:nvSpPr>
            <p:cNvPr id="1147" name="Google Shape;1147;p132"/>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8" name="Google Shape;1148;p132"/>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49" name="Google Shape;1149;p13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150" name="Google Shape;1150;p132"/>
          <p:cNvSpPr txBox="1"/>
          <p:nvPr>
            <p:ph idx="1" type="subTitle"/>
          </p:nvPr>
        </p:nvSpPr>
        <p:spPr>
          <a:xfrm>
            <a:off x="865525" y="2741725"/>
            <a:ext cx="2189400" cy="186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51" name="Google Shape;1151;p132"/>
          <p:cNvSpPr txBox="1"/>
          <p:nvPr>
            <p:ph idx="2" type="subTitle"/>
          </p:nvPr>
        </p:nvSpPr>
        <p:spPr>
          <a:xfrm>
            <a:off x="3433873" y="2741725"/>
            <a:ext cx="2189400" cy="186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52" name="Google Shape;1152;p132"/>
          <p:cNvSpPr txBox="1"/>
          <p:nvPr>
            <p:ph idx="3" type="subTitle"/>
          </p:nvPr>
        </p:nvSpPr>
        <p:spPr>
          <a:xfrm>
            <a:off x="6002228" y="2741725"/>
            <a:ext cx="2189400" cy="186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53" name="Google Shape;1153;p132"/>
          <p:cNvSpPr txBox="1"/>
          <p:nvPr>
            <p:ph idx="4" type="subTitle"/>
          </p:nvPr>
        </p:nvSpPr>
        <p:spPr>
          <a:xfrm>
            <a:off x="865525" y="2046500"/>
            <a:ext cx="2189400" cy="708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54" name="Google Shape;1154;p132"/>
          <p:cNvSpPr txBox="1"/>
          <p:nvPr>
            <p:ph idx="5" type="subTitle"/>
          </p:nvPr>
        </p:nvSpPr>
        <p:spPr>
          <a:xfrm>
            <a:off x="3433878" y="2046500"/>
            <a:ext cx="2189400" cy="708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55" name="Google Shape;1155;p132"/>
          <p:cNvSpPr txBox="1"/>
          <p:nvPr>
            <p:ph idx="6" type="subTitle"/>
          </p:nvPr>
        </p:nvSpPr>
        <p:spPr>
          <a:xfrm>
            <a:off x="6002231" y="2046500"/>
            <a:ext cx="2189400" cy="708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156" name="Shape 1156"/>
        <p:cNvGrpSpPr/>
        <p:nvPr/>
      </p:nvGrpSpPr>
      <p:grpSpPr>
        <a:xfrm>
          <a:off x="0" y="0"/>
          <a:ext cx="0" cy="0"/>
          <a:chOff x="0" y="0"/>
          <a:chExt cx="0" cy="0"/>
        </a:xfrm>
      </p:grpSpPr>
      <p:grpSp>
        <p:nvGrpSpPr>
          <p:cNvPr id="1157" name="Google Shape;1157;p133"/>
          <p:cNvGrpSpPr/>
          <p:nvPr/>
        </p:nvGrpSpPr>
        <p:grpSpPr>
          <a:xfrm>
            <a:off x="0" y="4"/>
            <a:ext cx="9144005" cy="5143496"/>
            <a:chOff x="0" y="4"/>
            <a:chExt cx="9144005" cy="5143496"/>
          </a:xfrm>
        </p:grpSpPr>
        <p:pic>
          <p:nvPicPr>
            <p:cNvPr id="1158" name="Google Shape;1158;p133"/>
            <p:cNvPicPr preferRelativeResize="0"/>
            <p:nvPr/>
          </p:nvPicPr>
          <p:blipFill rotWithShape="1">
            <a:blip r:embed="rId2">
              <a:alphaModFix/>
            </a:blip>
            <a:srcRect b="0" l="0" r="0" t="0"/>
            <a:stretch/>
          </p:blipFill>
          <p:spPr>
            <a:xfrm rot="-5400000">
              <a:off x="-564975" y="1487975"/>
              <a:ext cx="4220500" cy="3090550"/>
            </a:xfrm>
            <a:prstGeom prst="rect">
              <a:avLst/>
            </a:prstGeom>
            <a:noFill/>
            <a:ln>
              <a:noFill/>
            </a:ln>
          </p:spPr>
        </p:pic>
        <p:pic>
          <p:nvPicPr>
            <p:cNvPr id="1159" name="Google Shape;1159;p133"/>
            <p:cNvPicPr preferRelativeResize="0"/>
            <p:nvPr/>
          </p:nvPicPr>
          <p:blipFill rotWithShape="1">
            <a:blip r:embed="rId3">
              <a:alphaModFix/>
            </a:blip>
            <a:srcRect b="0" l="0" r="0" t="0"/>
            <a:stretch/>
          </p:blipFill>
          <p:spPr>
            <a:xfrm rot="-5400000">
              <a:off x="6335799" y="-429125"/>
              <a:ext cx="2379077" cy="3237334"/>
            </a:xfrm>
            <a:prstGeom prst="rect">
              <a:avLst/>
            </a:prstGeom>
            <a:noFill/>
            <a:ln>
              <a:noFill/>
            </a:ln>
          </p:spPr>
        </p:pic>
      </p:grpSp>
      <p:grpSp>
        <p:nvGrpSpPr>
          <p:cNvPr id="1160" name="Google Shape;1160;p133"/>
          <p:cNvGrpSpPr/>
          <p:nvPr/>
        </p:nvGrpSpPr>
        <p:grpSpPr>
          <a:xfrm flipH="1" rot="-10539848">
            <a:off x="6108563" y="4049074"/>
            <a:ext cx="4573901" cy="3479217"/>
            <a:chOff x="1522650" y="1117750"/>
            <a:chExt cx="4574075" cy="3479350"/>
          </a:xfrm>
        </p:grpSpPr>
        <p:sp>
          <p:nvSpPr>
            <p:cNvPr id="1161" name="Google Shape;1161;p133"/>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2" name="Google Shape;1162;p133"/>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63" name="Google Shape;1163;p13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164" name="Google Shape;1164;p133"/>
          <p:cNvSpPr txBox="1"/>
          <p:nvPr>
            <p:ph idx="1" type="subTitle"/>
          </p:nvPr>
        </p:nvSpPr>
        <p:spPr>
          <a:xfrm>
            <a:off x="1225674" y="1659425"/>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65" name="Google Shape;1165;p133"/>
          <p:cNvSpPr txBox="1"/>
          <p:nvPr>
            <p:ph idx="2" type="subTitle"/>
          </p:nvPr>
        </p:nvSpPr>
        <p:spPr>
          <a:xfrm>
            <a:off x="5052125" y="1659425"/>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66" name="Google Shape;1166;p133"/>
          <p:cNvSpPr txBox="1"/>
          <p:nvPr>
            <p:ph idx="3" type="subTitle"/>
          </p:nvPr>
        </p:nvSpPr>
        <p:spPr>
          <a:xfrm>
            <a:off x="1225674" y="3320000"/>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67" name="Google Shape;1167;p133"/>
          <p:cNvSpPr txBox="1"/>
          <p:nvPr>
            <p:ph idx="4" type="subTitle"/>
          </p:nvPr>
        </p:nvSpPr>
        <p:spPr>
          <a:xfrm>
            <a:off x="5052125" y="3320000"/>
            <a:ext cx="3218700" cy="12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68" name="Google Shape;1168;p133"/>
          <p:cNvSpPr txBox="1"/>
          <p:nvPr>
            <p:ph idx="5" type="subTitle"/>
          </p:nvPr>
        </p:nvSpPr>
        <p:spPr>
          <a:xfrm>
            <a:off x="1225675" y="13316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69" name="Google Shape;1169;p133"/>
          <p:cNvSpPr txBox="1"/>
          <p:nvPr>
            <p:ph idx="6" type="subTitle"/>
          </p:nvPr>
        </p:nvSpPr>
        <p:spPr>
          <a:xfrm>
            <a:off x="1225675" y="29922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70" name="Google Shape;1170;p133"/>
          <p:cNvSpPr txBox="1"/>
          <p:nvPr>
            <p:ph idx="7" type="subTitle"/>
          </p:nvPr>
        </p:nvSpPr>
        <p:spPr>
          <a:xfrm>
            <a:off x="5052099" y="13316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71" name="Google Shape;1171;p133"/>
          <p:cNvSpPr txBox="1"/>
          <p:nvPr>
            <p:ph idx="8" type="subTitle"/>
          </p:nvPr>
        </p:nvSpPr>
        <p:spPr>
          <a:xfrm>
            <a:off x="5052099" y="2992275"/>
            <a:ext cx="3218700" cy="411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172" name="Shape 1172"/>
        <p:cNvGrpSpPr/>
        <p:nvPr/>
      </p:nvGrpSpPr>
      <p:grpSpPr>
        <a:xfrm>
          <a:off x="0" y="0"/>
          <a:ext cx="0" cy="0"/>
          <a:chOff x="0" y="0"/>
          <a:chExt cx="0" cy="0"/>
        </a:xfrm>
      </p:grpSpPr>
      <p:grpSp>
        <p:nvGrpSpPr>
          <p:cNvPr id="1173" name="Google Shape;1173;p134"/>
          <p:cNvGrpSpPr/>
          <p:nvPr/>
        </p:nvGrpSpPr>
        <p:grpSpPr>
          <a:xfrm>
            <a:off x="0" y="0"/>
            <a:ext cx="9144001" cy="5143500"/>
            <a:chOff x="0" y="0"/>
            <a:chExt cx="9144001" cy="5143500"/>
          </a:xfrm>
        </p:grpSpPr>
        <p:pic>
          <p:nvPicPr>
            <p:cNvPr id="1174" name="Google Shape;1174;p134"/>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1175" name="Google Shape;1175;p134"/>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1176" name="Google Shape;1176;p134"/>
          <p:cNvGrpSpPr/>
          <p:nvPr/>
        </p:nvGrpSpPr>
        <p:grpSpPr>
          <a:xfrm rot="10800000">
            <a:off x="6704226" y="3811697"/>
            <a:ext cx="4574075" cy="3479350"/>
            <a:chOff x="1522650" y="1117750"/>
            <a:chExt cx="4574075" cy="3479350"/>
          </a:xfrm>
        </p:grpSpPr>
        <p:sp>
          <p:nvSpPr>
            <p:cNvPr id="1177" name="Google Shape;1177;p134"/>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8" name="Google Shape;1178;p134"/>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79" name="Google Shape;1179;p13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180" name="Google Shape;1180;p134"/>
          <p:cNvSpPr txBox="1"/>
          <p:nvPr>
            <p:ph idx="1" type="subTitle"/>
          </p:nvPr>
        </p:nvSpPr>
        <p:spPr>
          <a:xfrm>
            <a:off x="1162025" y="1656927"/>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81" name="Google Shape;1181;p134"/>
          <p:cNvSpPr txBox="1"/>
          <p:nvPr>
            <p:ph idx="2" type="subTitle"/>
          </p:nvPr>
        </p:nvSpPr>
        <p:spPr>
          <a:xfrm>
            <a:off x="3782975" y="1656925"/>
            <a:ext cx="1972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82" name="Google Shape;1182;p134"/>
          <p:cNvSpPr txBox="1"/>
          <p:nvPr>
            <p:ph idx="3" type="subTitle"/>
          </p:nvPr>
        </p:nvSpPr>
        <p:spPr>
          <a:xfrm>
            <a:off x="1162025" y="3387221"/>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83" name="Google Shape;1183;p134"/>
          <p:cNvSpPr txBox="1"/>
          <p:nvPr>
            <p:ph idx="4" type="subTitle"/>
          </p:nvPr>
        </p:nvSpPr>
        <p:spPr>
          <a:xfrm>
            <a:off x="3782975" y="3387221"/>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84" name="Google Shape;1184;p134"/>
          <p:cNvSpPr txBox="1"/>
          <p:nvPr>
            <p:ph idx="5" type="subTitle"/>
          </p:nvPr>
        </p:nvSpPr>
        <p:spPr>
          <a:xfrm>
            <a:off x="6403925" y="1656927"/>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85" name="Google Shape;1185;p134"/>
          <p:cNvSpPr txBox="1"/>
          <p:nvPr>
            <p:ph idx="6" type="subTitle"/>
          </p:nvPr>
        </p:nvSpPr>
        <p:spPr>
          <a:xfrm>
            <a:off x="6403925" y="3387221"/>
            <a:ext cx="1975200" cy="118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186" name="Google Shape;1186;p134"/>
          <p:cNvSpPr txBox="1"/>
          <p:nvPr>
            <p:ph idx="7" type="subTitle"/>
          </p:nvPr>
        </p:nvSpPr>
        <p:spPr>
          <a:xfrm>
            <a:off x="1162025" y="1359241"/>
            <a:ext cx="1975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87" name="Google Shape;1187;p134"/>
          <p:cNvSpPr txBox="1"/>
          <p:nvPr>
            <p:ph idx="8" type="subTitle"/>
          </p:nvPr>
        </p:nvSpPr>
        <p:spPr>
          <a:xfrm>
            <a:off x="3782975" y="1359241"/>
            <a:ext cx="1972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88" name="Google Shape;1188;p134"/>
          <p:cNvSpPr txBox="1"/>
          <p:nvPr>
            <p:ph idx="9" type="subTitle"/>
          </p:nvPr>
        </p:nvSpPr>
        <p:spPr>
          <a:xfrm>
            <a:off x="6403925" y="1359241"/>
            <a:ext cx="19728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89" name="Google Shape;1189;p134"/>
          <p:cNvSpPr txBox="1"/>
          <p:nvPr>
            <p:ph idx="13" type="subTitle"/>
          </p:nvPr>
        </p:nvSpPr>
        <p:spPr>
          <a:xfrm>
            <a:off x="1162025" y="3086317"/>
            <a:ext cx="1975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90" name="Google Shape;1190;p134"/>
          <p:cNvSpPr txBox="1"/>
          <p:nvPr>
            <p:ph idx="14" type="subTitle"/>
          </p:nvPr>
        </p:nvSpPr>
        <p:spPr>
          <a:xfrm>
            <a:off x="3782975" y="3086317"/>
            <a:ext cx="19722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91" name="Google Shape;1191;p134"/>
          <p:cNvSpPr txBox="1"/>
          <p:nvPr>
            <p:ph idx="15" type="subTitle"/>
          </p:nvPr>
        </p:nvSpPr>
        <p:spPr>
          <a:xfrm>
            <a:off x="6403925" y="3086317"/>
            <a:ext cx="19728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192" name="Shape 1192"/>
        <p:cNvGrpSpPr/>
        <p:nvPr/>
      </p:nvGrpSpPr>
      <p:grpSpPr>
        <a:xfrm>
          <a:off x="0" y="0"/>
          <a:ext cx="0" cy="0"/>
          <a:chOff x="0" y="0"/>
          <a:chExt cx="0" cy="0"/>
        </a:xfrm>
      </p:grpSpPr>
      <p:sp>
        <p:nvSpPr>
          <p:cNvPr id="1193" name="Google Shape;1193;p135"/>
          <p:cNvSpPr txBox="1"/>
          <p:nvPr>
            <p:ph type="title"/>
          </p:nvPr>
        </p:nvSpPr>
        <p:spPr>
          <a:xfrm>
            <a:off x="1200575" y="2266166"/>
            <a:ext cx="2739300" cy="6675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41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1194" name="Google Shape;1194;p135"/>
          <p:cNvSpPr txBox="1"/>
          <p:nvPr>
            <p:ph idx="1" type="subTitle"/>
          </p:nvPr>
        </p:nvSpPr>
        <p:spPr>
          <a:xfrm>
            <a:off x="1200575" y="2948884"/>
            <a:ext cx="2739300" cy="365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1195" name="Google Shape;1195;p135"/>
          <p:cNvSpPr txBox="1"/>
          <p:nvPr>
            <p:ph idx="2" type="title"/>
          </p:nvPr>
        </p:nvSpPr>
        <p:spPr>
          <a:xfrm>
            <a:off x="1200575" y="977950"/>
            <a:ext cx="2739300" cy="6663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41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1196" name="Google Shape;1196;p135"/>
          <p:cNvSpPr txBox="1"/>
          <p:nvPr>
            <p:ph idx="3" type="subTitle"/>
          </p:nvPr>
        </p:nvSpPr>
        <p:spPr>
          <a:xfrm>
            <a:off x="1200575" y="1669422"/>
            <a:ext cx="2739300" cy="36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1197" name="Google Shape;1197;p135"/>
          <p:cNvSpPr txBox="1"/>
          <p:nvPr>
            <p:ph idx="4" type="title"/>
          </p:nvPr>
        </p:nvSpPr>
        <p:spPr>
          <a:xfrm>
            <a:off x="1200575" y="3555582"/>
            <a:ext cx="2739300" cy="6675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41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1198" name="Google Shape;1198;p135"/>
          <p:cNvSpPr txBox="1"/>
          <p:nvPr>
            <p:ph idx="5" type="subTitle"/>
          </p:nvPr>
        </p:nvSpPr>
        <p:spPr>
          <a:xfrm>
            <a:off x="1200575" y="4238300"/>
            <a:ext cx="2739300" cy="365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1200"/>
              <a:buFont typeface="PT Sans"/>
              <a:buNone/>
              <a:defRPr sz="16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pic>
        <p:nvPicPr>
          <p:cNvPr id="1199" name="Google Shape;1199;p135"/>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200" name="Shape 1200"/>
        <p:cNvGrpSpPr/>
        <p:nvPr/>
      </p:nvGrpSpPr>
      <p:grpSpPr>
        <a:xfrm>
          <a:off x="0" y="0"/>
          <a:ext cx="0" cy="0"/>
          <a:chOff x="0" y="0"/>
          <a:chExt cx="0" cy="0"/>
        </a:xfrm>
      </p:grpSpPr>
      <p:sp>
        <p:nvSpPr>
          <p:cNvPr id="1201" name="Google Shape;1201;p136"/>
          <p:cNvSpPr txBox="1"/>
          <p:nvPr>
            <p:ph type="title"/>
          </p:nvPr>
        </p:nvSpPr>
        <p:spPr>
          <a:xfrm>
            <a:off x="713225" y="747263"/>
            <a:ext cx="3281700" cy="953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60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202" name="Google Shape;1202;p136"/>
          <p:cNvSpPr txBox="1"/>
          <p:nvPr>
            <p:ph idx="1" type="subTitle"/>
          </p:nvPr>
        </p:nvSpPr>
        <p:spPr>
          <a:xfrm>
            <a:off x="713225" y="1584449"/>
            <a:ext cx="3281700" cy="895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pic>
        <p:nvPicPr>
          <p:cNvPr id="1203" name="Google Shape;1203;p136"/>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sp>
        <p:nvSpPr>
          <p:cNvPr id="1204" name="Google Shape;1204;p136"/>
          <p:cNvSpPr txBox="1"/>
          <p:nvPr/>
        </p:nvSpPr>
        <p:spPr>
          <a:xfrm>
            <a:off x="713225" y="3410538"/>
            <a:ext cx="3278700" cy="72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300"/>
              </a:spcBef>
              <a:spcAft>
                <a:spcPts val="0"/>
              </a:spcAft>
              <a:buClr>
                <a:srgbClr val="000000"/>
              </a:buClr>
              <a:buSzPts val="1000"/>
              <a:buFont typeface="Arial"/>
              <a:buNone/>
            </a:pPr>
            <a:r>
              <a:rPr b="1" i="0" lang="en" sz="1000" u="none" cap="none" strike="noStrike">
                <a:solidFill>
                  <a:schemeClr val="dk1"/>
                </a:solidFill>
                <a:latin typeface="Cairo"/>
                <a:ea typeface="Cairo"/>
                <a:cs typeface="Cairo"/>
                <a:sym typeface="Cairo"/>
              </a:rPr>
              <a:t>CREDITS:</a:t>
            </a:r>
            <a:r>
              <a:rPr b="0" i="0" lang="en" sz="1000" u="none" cap="none" strike="noStrike">
                <a:solidFill>
                  <a:schemeClr val="dk1"/>
                </a:solidFill>
                <a:latin typeface="Cairo"/>
                <a:ea typeface="Cairo"/>
                <a:cs typeface="Cairo"/>
                <a:sym typeface="Cairo"/>
              </a:rPr>
              <a:t> This presentation template was created by </a:t>
            </a:r>
            <a:r>
              <a:rPr b="1" i="0" lang="en" sz="1000" u="sng" cap="none" strike="noStrike">
                <a:solidFill>
                  <a:schemeClr val="hlink"/>
                </a:solidFill>
                <a:latin typeface="Cairo"/>
                <a:ea typeface="Cairo"/>
                <a:cs typeface="Cairo"/>
                <a:sym typeface="Cairo"/>
                <a:hlinkClick r:id="rId3"/>
              </a:rPr>
              <a:t>Slidesgo</a:t>
            </a:r>
            <a:r>
              <a:rPr b="0" i="0" lang="en" sz="1000" u="none" cap="none" strike="noStrike">
                <a:solidFill>
                  <a:schemeClr val="dk1"/>
                </a:solidFill>
                <a:latin typeface="Cairo"/>
                <a:ea typeface="Cairo"/>
                <a:cs typeface="Cairo"/>
                <a:sym typeface="Cairo"/>
              </a:rPr>
              <a:t>, and includes icons by </a:t>
            </a:r>
            <a:r>
              <a:rPr b="1" i="0" lang="en" sz="1000" u="sng" cap="none" strike="noStrike">
                <a:solidFill>
                  <a:schemeClr val="hlink"/>
                </a:solidFill>
                <a:latin typeface="Cairo"/>
                <a:ea typeface="Cairo"/>
                <a:cs typeface="Cairo"/>
                <a:sym typeface="Cairo"/>
                <a:hlinkClick r:id="rId4"/>
              </a:rPr>
              <a:t>Flaticon</a:t>
            </a:r>
            <a:r>
              <a:rPr b="0" i="0" lang="en" sz="1000" u="none" cap="none" strike="noStrike">
                <a:solidFill>
                  <a:schemeClr val="dk1"/>
                </a:solidFill>
                <a:latin typeface="Cairo"/>
                <a:ea typeface="Cairo"/>
                <a:cs typeface="Cairo"/>
                <a:sym typeface="Cairo"/>
              </a:rPr>
              <a:t>, and infographics &amp; images by </a:t>
            </a:r>
            <a:r>
              <a:rPr b="1" i="0" lang="en" sz="1000" u="sng" cap="none" strike="noStrike">
                <a:solidFill>
                  <a:schemeClr val="hlink"/>
                </a:solidFill>
                <a:latin typeface="Cairo"/>
                <a:ea typeface="Cairo"/>
                <a:cs typeface="Cairo"/>
                <a:sym typeface="Cairo"/>
                <a:hlinkClick r:id="rId5"/>
              </a:rPr>
              <a:t>Freepik</a:t>
            </a:r>
            <a:r>
              <a:rPr b="1" i="0" lang="en" sz="1000" u="sng" cap="none" strike="noStrike">
                <a:solidFill>
                  <a:schemeClr val="dk1"/>
                </a:solidFill>
                <a:latin typeface="Cairo"/>
                <a:ea typeface="Cairo"/>
                <a:cs typeface="Cairo"/>
                <a:sym typeface="Cairo"/>
              </a:rPr>
              <a:t> </a:t>
            </a:r>
            <a:endParaRPr b="1" i="0" sz="1000" u="sng" cap="none" strike="noStrike">
              <a:solidFill>
                <a:schemeClr val="dk1"/>
              </a:solidFill>
              <a:latin typeface="Cairo"/>
              <a:ea typeface="Cairo"/>
              <a:cs typeface="Cairo"/>
              <a:sym typeface="Cairo"/>
            </a:endParaRP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205" name="Shape 1205"/>
        <p:cNvGrpSpPr/>
        <p:nvPr/>
      </p:nvGrpSpPr>
      <p:grpSpPr>
        <a:xfrm>
          <a:off x="0" y="0"/>
          <a:ext cx="0" cy="0"/>
          <a:chOff x="0" y="0"/>
          <a:chExt cx="0" cy="0"/>
        </a:xfrm>
      </p:grpSpPr>
      <p:grpSp>
        <p:nvGrpSpPr>
          <p:cNvPr id="1206" name="Google Shape;1206;p137"/>
          <p:cNvGrpSpPr/>
          <p:nvPr/>
        </p:nvGrpSpPr>
        <p:grpSpPr>
          <a:xfrm>
            <a:off x="0" y="0"/>
            <a:ext cx="9144001" cy="5143500"/>
            <a:chOff x="0" y="0"/>
            <a:chExt cx="9144001" cy="5143500"/>
          </a:xfrm>
        </p:grpSpPr>
        <p:pic>
          <p:nvPicPr>
            <p:cNvPr id="1207" name="Google Shape;1207;p137"/>
            <p:cNvPicPr preferRelativeResize="0"/>
            <p:nvPr/>
          </p:nvPicPr>
          <p:blipFill rotWithShape="1">
            <a:blip r:embed="rId2">
              <a:alphaModFix/>
            </a:blip>
            <a:srcRect b="0" l="0" r="0" t="0"/>
            <a:stretch/>
          </p:blipFill>
          <p:spPr>
            <a:xfrm flipH="1" rot="10800000">
              <a:off x="0" y="0"/>
              <a:ext cx="4727801" cy="2256875"/>
            </a:xfrm>
            <a:prstGeom prst="rect">
              <a:avLst/>
            </a:prstGeom>
            <a:noFill/>
            <a:ln>
              <a:noFill/>
            </a:ln>
          </p:spPr>
        </p:pic>
        <p:pic>
          <p:nvPicPr>
            <p:cNvPr id="1208" name="Google Shape;1208;p137"/>
            <p:cNvPicPr preferRelativeResize="0"/>
            <p:nvPr/>
          </p:nvPicPr>
          <p:blipFill rotWithShape="1">
            <a:blip r:embed="rId3">
              <a:alphaModFix/>
            </a:blip>
            <a:srcRect b="0" l="0" r="0" t="0"/>
            <a:stretch/>
          </p:blipFill>
          <p:spPr>
            <a:xfrm flipH="1" rot="10800000">
              <a:off x="5738810" y="0"/>
              <a:ext cx="3405191" cy="5143500"/>
            </a:xfrm>
            <a:prstGeom prst="rect">
              <a:avLst/>
            </a:prstGeom>
            <a:noFill/>
            <a:ln>
              <a:noFill/>
            </a:ln>
          </p:spPr>
        </p:pic>
      </p:grpSp>
      <p:grpSp>
        <p:nvGrpSpPr>
          <p:cNvPr id="1209" name="Google Shape;1209;p137"/>
          <p:cNvGrpSpPr/>
          <p:nvPr/>
        </p:nvGrpSpPr>
        <p:grpSpPr>
          <a:xfrm rot="756538">
            <a:off x="-1069834" y="-1842572"/>
            <a:ext cx="4574157" cy="3479412"/>
            <a:chOff x="1522650" y="1117750"/>
            <a:chExt cx="4574075" cy="3479350"/>
          </a:xfrm>
        </p:grpSpPr>
        <p:sp>
          <p:nvSpPr>
            <p:cNvPr id="1210" name="Google Shape;1210;p13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1" name="Google Shape;1211;p13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212" name="Shape 1212"/>
        <p:cNvGrpSpPr/>
        <p:nvPr/>
      </p:nvGrpSpPr>
      <p:grpSpPr>
        <a:xfrm>
          <a:off x="0" y="0"/>
          <a:ext cx="0" cy="0"/>
          <a:chOff x="0" y="0"/>
          <a:chExt cx="0" cy="0"/>
        </a:xfrm>
      </p:grpSpPr>
      <p:grpSp>
        <p:nvGrpSpPr>
          <p:cNvPr id="1213" name="Google Shape;1213;p138"/>
          <p:cNvGrpSpPr/>
          <p:nvPr/>
        </p:nvGrpSpPr>
        <p:grpSpPr>
          <a:xfrm>
            <a:off x="0" y="0"/>
            <a:ext cx="9144001" cy="5143500"/>
            <a:chOff x="0" y="0"/>
            <a:chExt cx="9144001" cy="5143500"/>
          </a:xfrm>
        </p:grpSpPr>
        <p:pic>
          <p:nvPicPr>
            <p:cNvPr id="1214" name="Google Shape;1214;p138"/>
            <p:cNvPicPr preferRelativeResize="0"/>
            <p:nvPr/>
          </p:nvPicPr>
          <p:blipFill rotWithShape="1">
            <a:blip r:embed="rId2">
              <a:alphaModFix/>
            </a:blip>
            <a:srcRect b="0" l="0" r="0" t="0"/>
            <a:stretch/>
          </p:blipFill>
          <p:spPr>
            <a:xfrm flipH="1" rot="10800000">
              <a:off x="0" y="2052950"/>
              <a:ext cx="4220500" cy="3090550"/>
            </a:xfrm>
            <a:prstGeom prst="rect">
              <a:avLst/>
            </a:prstGeom>
            <a:noFill/>
            <a:ln>
              <a:noFill/>
            </a:ln>
          </p:spPr>
        </p:pic>
        <p:pic>
          <p:nvPicPr>
            <p:cNvPr id="1215" name="Google Shape;1215;p138"/>
            <p:cNvPicPr preferRelativeResize="0"/>
            <p:nvPr/>
          </p:nvPicPr>
          <p:blipFill rotWithShape="1">
            <a:blip r:embed="rId3">
              <a:alphaModFix/>
            </a:blip>
            <a:srcRect b="0" l="0" r="0" t="0"/>
            <a:stretch/>
          </p:blipFill>
          <p:spPr>
            <a:xfrm flipH="1" rot="10800000">
              <a:off x="6764924" y="0"/>
              <a:ext cx="2379077" cy="3237334"/>
            </a:xfrm>
            <a:prstGeom prst="rect">
              <a:avLst/>
            </a:prstGeom>
            <a:noFill/>
            <a:ln>
              <a:noFill/>
            </a:ln>
          </p:spPr>
        </p:pic>
      </p:grpSp>
      <p:grpSp>
        <p:nvGrpSpPr>
          <p:cNvPr id="1216" name="Google Shape;1216;p138"/>
          <p:cNvGrpSpPr/>
          <p:nvPr/>
        </p:nvGrpSpPr>
        <p:grpSpPr>
          <a:xfrm>
            <a:off x="-1845124" y="-2180828"/>
            <a:ext cx="12652562" cy="9877041"/>
            <a:chOff x="-1845124" y="-2180828"/>
            <a:chExt cx="12652562" cy="9877041"/>
          </a:xfrm>
        </p:grpSpPr>
        <p:grpSp>
          <p:nvGrpSpPr>
            <p:cNvPr id="1217" name="Google Shape;1217;p138"/>
            <p:cNvGrpSpPr/>
            <p:nvPr/>
          </p:nvGrpSpPr>
          <p:grpSpPr>
            <a:xfrm>
              <a:off x="-1845124" y="-2180828"/>
              <a:ext cx="4574075" cy="3479350"/>
              <a:chOff x="1522650" y="1117750"/>
              <a:chExt cx="4574075" cy="3479350"/>
            </a:xfrm>
          </p:grpSpPr>
          <p:sp>
            <p:nvSpPr>
              <p:cNvPr id="1218" name="Google Shape;1218;p138"/>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9" name="Google Shape;1219;p138"/>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20" name="Google Shape;1220;p138"/>
            <p:cNvGrpSpPr/>
            <p:nvPr/>
          </p:nvGrpSpPr>
          <p:grpSpPr>
            <a:xfrm flipH="1" rot="-10539848">
              <a:off x="6108563" y="4049074"/>
              <a:ext cx="4573901" cy="3479217"/>
              <a:chOff x="1522650" y="1117750"/>
              <a:chExt cx="4574075" cy="3479350"/>
            </a:xfrm>
          </p:grpSpPr>
          <p:sp>
            <p:nvSpPr>
              <p:cNvPr id="1221" name="Google Shape;1221;p138"/>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2" name="Google Shape;1222;p138"/>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 and body (h6e5cb4dda1302889_22_0)">
    <p:spTree>
      <p:nvGrpSpPr>
        <p:cNvPr id="1223" name="Shape 1223"/>
        <p:cNvGrpSpPr/>
        <p:nvPr/>
      </p:nvGrpSpPr>
      <p:grpSpPr>
        <a:xfrm>
          <a:off x="0" y="0"/>
          <a:ext cx="0" cy="0"/>
          <a:chOff x="0" y="0"/>
          <a:chExt cx="0" cy="0"/>
        </a:xfrm>
      </p:grpSpPr>
      <p:sp>
        <p:nvSpPr>
          <p:cNvPr id="1224" name="Google Shape;1224;p13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225" name="Google Shape;1225;p139"/>
          <p:cNvSpPr txBox="1"/>
          <p:nvPr>
            <p:ph idx="1" type="body"/>
          </p:nvPr>
        </p:nvSpPr>
        <p:spPr>
          <a:xfrm>
            <a:off x="720000" y="1090229"/>
            <a:ext cx="7704000" cy="3486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Font typeface="Nunito Light"/>
              <a:buChar char="●"/>
              <a:defRPr/>
            </a:lvl1pPr>
            <a:lvl2pPr indent="-304800" lvl="1" marL="914400" algn="l">
              <a:lnSpc>
                <a:spcPct val="100000"/>
              </a:lnSpc>
              <a:spcBef>
                <a:spcPts val="0"/>
              </a:spcBef>
              <a:spcAft>
                <a:spcPts val="0"/>
              </a:spcAft>
              <a:buSzPts val="1200"/>
              <a:buFont typeface="Nunito Light"/>
              <a:buChar char="○"/>
              <a:defRPr/>
            </a:lvl2pPr>
            <a:lvl3pPr indent="-304800" lvl="2" marL="1371600" algn="l">
              <a:lnSpc>
                <a:spcPct val="100000"/>
              </a:lnSpc>
              <a:spcBef>
                <a:spcPts val="0"/>
              </a:spcBef>
              <a:spcAft>
                <a:spcPts val="0"/>
              </a:spcAft>
              <a:buSzPts val="1200"/>
              <a:buFont typeface="Nunito Light"/>
              <a:buChar char="■"/>
              <a:defRPr/>
            </a:lvl3pPr>
            <a:lvl4pPr indent="-304800" lvl="3" marL="1828800" algn="l">
              <a:lnSpc>
                <a:spcPct val="100000"/>
              </a:lnSpc>
              <a:spcBef>
                <a:spcPts val="0"/>
              </a:spcBef>
              <a:spcAft>
                <a:spcPts val="0"/>
              </a:spcAft>
              <a:buSzPts val="1200"/>
              <a:buFont typeface="Nunito Light"/>
              <a:buChar char="●"/>
              <a:defRPr/>
            </a:lvl4pPr>
            <a:lvl5pPr indent="-304800" lvl="4" marL="2286000" algn="l">
              <a:lnSpc>
                <a:spcPct val="100000"/>
              </a:lnSpc>
              <a:spcBef>
                <a:spcPts val="0"/>
              </a:spcBef>
              <a:spcAft>
                <a:spcPts val="0"/>
              </a:spcAft>
              <a:buSzPts val="1200"/>
              <a:buFont typeface="Nunito Light"/>
              <a:buChar char="○"/>
              <a:defRPr/>
            </a:lvl5pPr>
            <a:lvl6pPr indent="-304800" lvl="5" marL="2743200" algn="l">
              <a:lnSpc>
                <a:spcPct val="100000"/>
              </a:lnSpc>
              <a:spcBef>
                <a:spcPts val="0"/>
              </a:spcBef>
              <a:spcAft>
                <a:spcPts val="0"/>
              </a:spcAft>
              <a:buSzPts val="1200"/>
              <a:buFont typeface="Nunito Light"/>
              <a:buChar char="■"/>
              <a:defRPr/>
            </a:lvl6pPr>
            <a:lvl7pPr indent="-304800" lvl="6" marL="3200400" algn="l">
              <a:lnSpc>
                <a:spcPct val="100000"/>
              </a:lnSpc>
              <a:spcBef>
                <a:spcPts val="0"/>
              </a:spcBef>
              <a:spcAft>
                <a:spcPts val="0"/>
              </a:spcAft>
              <a:buSzPts val="1200"/>
              <a:buFont typeface="Nunito Light"/>
              <a:buChar char="●"/>
              <a:defRPr/>
            </a:lvl7pPr>
            <a:lvl8pPr indent="-304800" lvl="7" marL="3657600" algn="l">
              <a:lnSpc>
                <a:spcPct val="100000"/>
              </a:lnSpc>
              <a:spcBef>
                <a:spcPts val="0"/>
              </a:spcBef>
              <a:spcAft>
                <a:spcPts val="0"/>
              </a:spcAft>
              <a:buSzPts val="1200"/>
              <a:buFont typeface="Nunito Light"/>
              <a:buChar char="○"/>
              <a:defRPr/>
            </a:lvl8pPr>
            <a:lvl9pPr indent="-304800" lvl="8" marL="4114800" algn="l">
              <a:lnSpc>
                <a:spcPct val="100000"/>
              </a:lnSpc>
              <a:spcBef>
                <a:spcPts val="0"/>
              </a:spcBef>
              <a:spcAft>
                <a:spcPts val="0"/>
              </a:spcAft>
              <a:buSzPts val="1200"/>
              <a:buFont typeface="Nunito Light"/>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5" Type="http://schemas.openxmlformats.org/officeDocument/2006/relationships/theme" Target="../theme/theme7.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5.xml"/><Relationship Id="rId22" Type="http://schemas.openxmlformats.org/officeDocument/2006/relationships/slideLayout" Target="../slideLayouts/slideLayout57.xml"/><Relationship Id="rId21" Type="http://schemas.openxmlformats.org/officeDocument/2006/relationships/slideLayout" Target="../slideLayouts/slideLayout56.xml"/><Relationship Id="rId24" Type="http://schemas.openxmlformats.org/officeDocument/2006/relationships/slideLayout" Target="../slideLayouts/slideLayout59.xml"/><Relationship Id="rId23" Type="http://schemas.openxmlformats.org/officeDocument/2006/relationships/slideLayout" Target="../slideLayouts/slideLayout58.xml"/><Relationship Id="rId1" Type="http://schemas.openxmlformats.org/officeDocument/2006/relationships/slideLayout" Target="../slideLayouts/slideLayout36.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9" Type="http://schemas.openxmlformats.org/officeDocument/2006/relationships/slideLayout" Target="../slideLayouts/slideLayout44.xml"/><Relationship Id="rId25" Type="http://schemas.openxmlformats.org/officeDocument/2006/relationships/theme" Target="../theme/theme2.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11" Type="http://schemas.openxmlformats.org/officeDocument/2006/relationships/slideLayout" Target="../slideLayouts/slideLayout46.xml"/><Relationship Id="rId10" Type="http://schemas.openxmlformats.org/officeDocument/2006/relationships/slideLayout" Target="../slideLayouts/slideLayout45.xml"/><Relationship Id="rId13" Type="http://schemas.openxmlformats.org/officeDocument/2006/relationships/slideLayout" Target="../slideLayouts/slideLayout48.xml"/><Relationship Id="rId12" Type="http://schemas.openxmlformats.org/officeDocument/2006/relationships/slideLayout" Target="../slideLayouts/slideLayout47.xml"/><Relationship Id="rId15" Type="http://schemas.openxmlformats.org/officeDocument/2006/relationships/slideLayout" Target="../slideLayouts/slideLayout50.xml"/><Relationship Id="rId14" Type="http://schemas.openxmlformats.org/officeDocument/2006/relationships/slideLayout" Target="../slideLayouts/slideLayout49.xml"/><Relationship Id="rId17" Type="http://schemas.openxmlformats.org/officeDocument/2006/relationships/slideLayout" Target="../slideLayouts/slideLayout52.xml"/><Relationship Id="rId16" Type="http://schemas.openxmlformats.org/officeDocument/2006/relationships/slideLayout" Target="../slideLayouts/slideLayout51.xml"/><Relationship Id="rId19" Type="http://schemas.openxmlformats.org/officeDocument/2006/relationships/slideLayout" Target="../slideLayouts/slideLayout54.xml"/><Relationship Id="rId18" Type="http://schemas.openxmlformats.org/officeDocument/2006/relationships/slideLayout" Target="../slideLayouts/slideLayout53.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79.xml"/><Relationship Id="rId22" Type="http://schemas.openxmlformats.org/officeDocument/2006/relationships/slideLayout" Target="../slideLayouts/slideLayout81.xml"/><Relationship Id="rId21" Type="http://schemas.openxmlformats.org/officeDocument/2006/relationships/slideLayout" Target="../slideLayouts/slideLayout80.xml"/><Relationship Id="rId24" Type="http://schemas.openxmlformats.org/officeDocument/2006/relationships/slideLayout" Target="../slideLayouts/slideLayout83.xml"/><Relationship Id="rId23" Type="http://schemas.openxmlformats.org/officeDocument/2006/relationships/slideLayout" Target="../slideLayouts/slideLayout82.xml"/><Relationship Id="rId1" Type="http://schemas.openxmlformats.org/officeDocument/2006/relationships/slideLayout" Target="../slideLayouts/slideLayout60.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9" Type="http://schemas.openxmlformats.org/officeDocument/2006/relationships/slideLayout" Target="../slideLayouts/slideLayout68.xml"/><Relationship Id="rId26" Type="http://schemas.openxmlformats.org/officeDocument/2006/relationships/theme" Target="../theme/theme4.xml"/><Relationship Id="rId25" Type="http://schemas.openxmlformats.org/officeDocument/2006/relationships/slideLayout" Target="../slideLayouts/slideLayout84.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11" Type="http://schemas.openxmlformats.org/officeDocument/2006/relationships/slideLayout" Target="../slideLayouts/slideLayout70.xml"/><Relationship Id="rId10" Type="http://schemas.openxmlformats.org/officeDocument/2006/relationships/slideLayout" Target="../slideLayouts/slideLayout69.xml"/><Relationship Id="rId13" Type="http://schemas.openxmlformats.org/officeDocument/2006/relationships/slideLayout" Target="../slideLayouts/slideLayout72.xml"/><Relationship Id="rId12" Type="http://schemas.openxmlformats.org/officeDocument/2006/relationships/slideLayout" Target="../slideLayouts/slideLayout71.xml"/><Relationship Id="rId15" Type="http://schemas.openxmlformats.org/officeDocument/2006/relationships/slideLayout" Target="../slideLayouts/slideLayout74.xml"/><Relationship Id="rId14" Type="http://schemas.openxmlformats.org/officeDocument/2006/relationships/slideLayout" Target="../slideLayouts/slideLayout73.xml"/><Relationship Id="rId17" Type="http://schemas.openxmlformats.org/officeDocument/2006/relationships/slideLayout" Target="../slideLayouts/slideLayout76.xml"/><Relationship Id="rId16" Type="http://schemas.openxmlformats.org/officeDocument/2006/relationships/slideLayout" Target="../slideLayouts/slideLayout75.xml"/><Relationship Id="rId19" Type="http://schemas.openxmlformats.org/officeDocument/2006/relationships/slideLayout" Target="../slideLayouts/slideLayout78.xml"/><Relationship Id="rId18" Type="http://schemas.openxmlformats.org/officeDocument/2006/relationships/slideLayout" Target="../slideLayouts/slideLayout77.xml"/></Relationships>
</file>

<file path=ppt/slideMasters/_rels/slideMaster5.xml.rels><?xml version="1.0" encoding="UTF-8" standalone="yes"?><Relationships xmlns="http://schemas.openxmlformats.org/package/2006/relationships"><Relationship Id="rId20" Type="http://schemas.openxmlformats.org/officeDocument/2006/relationships/slideLayout" Target="../slideLayouts/slideLayout104.xml"/><Relationship Id="rId22" Type="http://schemas.openxmlformats.org/officeDocument/2006/relationships/slideLayout" Target="../slideLayouts/slideLayout106.xml"/><Relationship Id="rId21" Type="http://schemas.openxmlformats.org/officeDocument/2006/relationships/slideLayout" Target="../slideLayouts/slideLayout105.xml"/><Relationship Id="rId24" Type="http://schemas.openxmlformats.org/officeDocument/2006/relationships/slideLayout" Target="../slideLayouts/slideLayout108.xml"/><Relationship Id="rId23" Type="http://schemas.openxmlformats.org/officeDocument/2006/relationships/slideLayout" Target="../slideLayouts/slideLayout107.xml"/><Relationship Id="rId1" Type="http://schemas.openxmlformats.org/officeDocument/2006/relationships/slideLayout" Target="../slideLayouts/slideLayout85.xml"/><Relationship Id="rId2" Type="http://schemas.openxmlformats.org/officeDocument/2006/relationships/slideLayout" Target="../slideLayouts/slideLayout86.xml"/><Relationship Id="rId3" Type="http://schemas.openxmlformats.org/officeDocument/2006/relationships/slideLayout" Target="../slideLayouts/slideLayout87.xml"/><Relationship Id="rId4" Type="http://schemas.openxmlformats.org/officeDocument/2006/relationships/slideLayout" Target="../slideLayouts/slideLayout88.xml"/><Relationship Id="rId9" Type="http://schemas.openxmlformats.org/officeDocument/2006/relationships/slideLayout" Target="../slideLayouts/slideLayout93.xml"/><Relationship Id="rId25" Type="http://schemas.openxmlformats.org/officeDocument/2006/relationships/theme" Target="../theme/theme5.xml"/><Relationship Id="rId5" Type="http://schemas.openxmlformats.org/officeDocument/2006/relationships/slideLayout" Target="../slideLayouts/slideLayout89.xml"/><Relationship Id="rId6" Type="http://schemas.openxmlformats.org/officeDocument/2006/relationships/slideLayout" Target="../slideLayouts/slideLayout90.xml"/><Relationship Id="rId7" Type="http://schemas.openxmlformats.org/officeDocument/2006/relationships/slideLayout" Target="../slideLayouts/slideLayout91.xml"/><Relationship Id="rId8" Type="http://schemas.openxmlformats.org/officeDocument/2006/relationships/slideLayout" Target="../slideLayouts/slideLayout92.xml"/><Relationship Id="rId11" Type="http://schemas.openxmlformats.org/officeDocument/2006/relationships/slideLayout" Target="../slideLayouts/slideLayout95.xml"/><Relationship Id="rId10" Type="http://schemas.openxmlformats.org/officeDocument/2006/relationships/slideLayout" Target="../slideLayouts/slideLayout94.xml"/><Relationship Id="rId13" Type="http://schemas.openxmlformats.org/officeDocument/2006/relationships/slideLayout" Target="../slideLayouts/slideLayout97.xml"/><Relationship Id="rId12" Type="http://schemas.openxmlformats.org/officeDocument/2006/relationships/slideLayout" Target="../slideLayouts/slideLayout96.xml"/><Relationship Id="rId15" Type="http://schemas.openxmlformats.org/officeDocument/2006/relationships/slideLayout" Target="../slideLayouts/slideLayout99.xml"/><Relationship Id="rId14" Type="http://schemas.openxmlformats.org/officeDocument/2006/relationships/slideLayout" Target="../slideLayouts/slideLayout98.xml"/><Relationship Id="rId17" Type="http://schemas.openxmlformats.org/officeDocument/2006/relationships/slideLayout" Target="../slideLayouts/slideLayout101.xml"/><Relationship Id="rId16" Type="http://schemas.openxmlformats.org/officeDocument/2006/relationships/slideLayout" Target="../slideLayouts/slideLayout100.xml"/><Relationship Id="rId19" Type="http://schemas.openxmlformats.org/officeDocument/2006/relationships/slideLayout" Target="../slideLayouts/slideLayout103.xml"/><Relationship Id="rId18" Type="http://schemas.openxmlformats.org/officeDocument/2006/relationships/slideLayout" Target="../slideLayouts/slideLayout102.xml"/></Relationships>
</file>

<file path=ppt/slideMasters/_rels/slideMaster6.xml.rels><?xml version="1.0" encoding="UTF-8" standalone="yes"?><Relationships xmlns="http://schemas.openxmlformats.org/package/2006/relationships"><Relationship Id="rId20" Type="http://schemas.openxmlformats.org/officeDocument/2006/relationships/slideLayout" Target="../slideLayouts/slideLayout128.xml"/><Relationship Id="rId22" Type="http://schemas.openxmlformats.org/officeDocument/2006/relationships/slideLayout" Target="../slideLayouts/slideLayout130.xml"/><Relationship Id="rId21" Type="http://schemas.openxmlformats.org/officeDocument/2006/relationships/slideLayout" Target="../slideLayouts/slideLayout129.xml"/><Relationship Id="rId24" Type="http://schemas.openxmlformats.org/officeDocument/2006/relationships/slideLayout" Target="../slideLayouts/slideLayout132.xml"/><Relationship Id="rId23" Type="http://schemas.openxmlformats.org/officeDocument/2006/relationships/slideLayout" Target="../slideLayouts/slideLayout131.xml"/><Relationship Id="rId1" Type="http://schemas.openxmlformats.org/officeDocument/2006/relationships/slideLayout" Target="../slideLayouts/slideLayout109.xml"/><Relationship Id="rId2" Type="http://schemas.openxmlformats.org/officeDocument/2006/relationships/slideLayout" Target="../slideLayouts/slideLayout110.xml"/><Relationship Id="rId3" Type="http://schemas.openxmlformats.org/officeDocument/2006/relationships/slideLayout" Target="../slideLayouts/slideLayout111.xml"/><Relationship Id="rId4" Type="http://schemas.openxmlformats.org/officeDocument/2006/relationships/slideLayout" Target="../slideLayouts/slideLayout112.xml"/><Relationship Id="rId9" Type="http://schemas.openxmlformats.org/officeDocument/2006/relationships/slideLayout" Target="../slideLayouts/slideLayout117.xml"/><Relationship Id="rId26" Type="http://schemas.openxmlformats.org/officeDocument/2006/relationships/theme" Target="../theme/theme1.xml"/><Relationship Id="rId25" Type="http://schemas.openxmlformats.org/officeDocument/2006/relationships/slideLayout" Target="../slideLayouts/slideLayout133.xml"/><Relationship Id="rId5" Type="http://schemas.openxmlformats.org/officeDocument/2006/relationships/slideLayout" Target="../slideLayouts/slideLayout113.xml"/><Relationship Id="rId6" Type="http://schemas.openxmlformats.org/officeDocument/2006/relationships/slideLayout" Target="../slideLayouts/slideLayout114.xml"/><Relationship Id="rId7" Type="http://schemas.openxmlformats.org/officeDocument/2006/relationships/slideLayout" Target="../slideLayouts/slideLayout115.xml"/><Relationship Id="rId8" Type="http://schemas.openxmlformats.org/officeDocument/2006/relationships/slideLayout" Target="../slideLayouts/slideLayout116.xml"/><Relationship Id="rId11" Type="http://schemas.openxmlformats.org/officeDocument/2006/relationships/slideLayout" Target="../slideLayouts/slideLayout119.xml"/><Relationship Id="rId10" Type="http://schemas.openxmlformats.org/officeDocument/2006/relationships/slideLayout" Target="../slideLayouts/slideLayout118.xml"/><Relationship Id="rId13" Type="http://schemas.openxmlformats.org/officeDocument/2006/relationships/slideLayout" Target="../slideLayouts/slideLayout121.xml"/><Relationship Id="rId12" Type="http://schemas.openxmlformats.org/officeDocument/2006/relationships/slideLayout" Target="../slideLayouts/slideLayout120.xml"/><Relationship Id="rId15" Type="http://schemas.openxmlformats.org/officeDocument/2006/relationships/slideLayout" Target="../slideLayouts/slideLayout123.xml"/><Relationship Id="rId14" Type="http://schemas.openxmlformats.org/officeDocument/2006/relationships/slideLayout" Target="../slideLayouts/slideLayout122.xml"/><Relationship Id="rId17" Type="http://schemas.openxmlformats.org/officeDocument/2006/relationships/slideLayout" Target="../slideLayouts/slideLayout125.xml"/><Relationship Id="rId16" Type="http://schemas.openxmlformats.org/officeDocument/2006/relationships/slideLayout" Target="../slideLayouts/slideLayout124.xml"/><Relationship Id="rId19" Type="http://schemas.openxmlformats.org/officeDocument/2006/relationships/slideLayout" Target="../slideLayouts/slideLayout127.xml"/><Relationship Id="rId18" Type="http://schemas.openxmlformats.org/officeDocument/2006/relationships/slideLayout" Target="../slideLayouts/slideLayout12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Space Grotesk"/>
              <a:buNone/>
              <a:defRPr sz="3000">
                <a:solidFill>
                  <a:schemeClr val="dk1"/>
                </a:solidFill>
                <a:latin typeface="Space Grotesk"/>
                <a:ea typeface="Space Grotesk"/>
                <a:cs typeface="Space Grotesk"/>
                <a:sym typeface="Space Grotesk"/>
              </a:defRPr>
            </a:lvl1pPr>
            <a:lvl2pPr lvl="1">
              <a:spcBef>
                <a:spcPts val="0"/>
              </a:spcBef>
              <a:spcAft>
                <a:spcPts val="0"/>
              </a:spcAft>
              <a:buClr>
                <a:schemeClr val="dk1"/>
              </a:buClr>
              <a:buSzPts val="3000"/>
              <a:buFont typeface="Space Grotesk"/>
              <a:buNone/>
              <a:defRPr b="1" sz="3000">
                <a:solidFill>
                  <a:schemeClr val="dk1"/>
                </a:solidFill>
                <a:latin typeface="Space Grotesk"/>
                <a:ea typeface="Space Grotesk"/>
                <a:cs typeface="Space Grotesk"/>
                <a:sym typeface="Space Grotesk"/>
              </a:defRPr>
            </a:lvl2pPr>
            <a:lvl3pPr lvl="2">
              <a:spcBef>
                <a:spcPts val="0"/>
              </a:spcBef>
              <a:spcAft>
                <a:spcPts val="0"/>
              </a:spcAft>
              <a:buClr>
                <a:schemeClr val="dk1"/>
              </a:buClr>
              <a:buSzPts val="3000"/>
              <a:buFont typeface="Space Grotesk"/>
              <a:buNone/>
              <a:defRPr b="1" sz="3000">
                <a:solidFill>
                  <a:schemeClr val="dk1"/>
                </a:solidFill>
                <a:latin typeface="Space Grotesk"/>
                <a:ea typeface="Space Grotesk"/>
                <a:cs typeface="Space Grotesk"/>
                <a:sym typeface="Space Grotesk"/>
              </a:defRPr>
            </a:lvl3pPr>
            <a:lvl4pPr lvl="3">
              <a:spcBef>
                <a:spcPts val="0"/>
              </a:spcBef>
              <a:spcAft>
                <a:spcPts val="0"/>
              </a:spcAft>
              <a:buClr>
                <a:schemeClr val="dk1"/>
              </a:buClr>
              <a:buSzPts val="3000"/>
              <a:buFont typeface="Space Grotesk"/>
              <a:buNone/>
              <a:defRPr b="1" sz="3000">
                <a:solidFill>
                  <a:schemeClr val="dk1"/>
                </a:solidFill>
                <a:latin typeface="Space Grotesk"/>
                <a:ea typeface="Space Grotesk"/>
                <a:cs typeface="Space Grotesk"/>
                <a:sym typeface="Space Grotesk"/>
              </a:defRPr>
            </a:lvl4pPr>
            <a:lvl5pPr lvl="4">
              <a:spcBef>
                <a:spcPts val="0"/>
              </a:spcBef>
              <a:spcAft>
                <a:spcPts val="0"/>
              </a:spcAft>
              <a:buClr>
                <a:schemeClr val="dk1"/>
              </a:buClr>
              <a:buSzPts val="3000"/>
              <a:buFont typeface="Space Grotesk"/>
              <a:buNone/>
              <a:defRPr b="1" sz="3000">
                <a:solidFill>
                  <a:schemeClr val="dk1"/>
                </a:solidFill>
                <a:latin typeface="Space Grotesk"/>
                <a:ea typeface="Space Grotesk"/>
                <a:cs typeface="Space Grotesk"/>
                <a:sym typeface="Space Grotesk"/>
              </a:defRPr>
            </a:lvl5pPr>
            <a:lvl6pPr lvl="5">
              <a:spcBef>
                <a:spcPts val="0"/>
              </a:spcBef>
              <a:spcAft>
                <a:spcPts val="0"/>
              </a:spcAft>
              <a:buClr>
                <a:schemeClr val="dk1"/>
              </a:buClr>
              <a:buSzPts val="3000"/>
              <a:buFont typeface="Space Grotesk"/>
              <a:buNone/>
              <a:defRPr b="1" sz="3000">
                <a:solidFill>
                  <a:schemeClr val="dk1"/>
                </a:solidFill>
                <a:latin typeface="Space Grotesk"/>
                <a:ea typeface="Space Grotesk"/>
                <a:cs typeface="Space Grotesk"/>
                <a:sym typeface="Space Grotesk"/>
              </a:defRPr>
            </a:lvl6pPr>
            <a:lvl7pPr lvl="6">
              <a:spcBef>
                <a:spcPts val="0"/>
              </a:spcBef>
              <a:spcAft>
                <a:spcPts val="0"/>
              </a:spcAft>
              <a:buClr>
                <a:schemeClr val="dk1"/>
              </a:buClr>
              <a:buSzPts val="3000"/>
              <a:buFont typeface="Space Grotesk"/>
              <a:buNone/>
              <a:defRPr b="1" sz="3000">
                <a:solidFill>
                  <a:schemeClr val="dk1"/>
                </a:solidFill>
                <a:latin typeface="Space Grotesk"/>
                <a:ea typeface="Space Grotesk"/>
                <a:cs typeface="Space Grotesk"/>
                <a:sym typeface="Space Grotesk"/>
              </a:defRPr>
            </a:lvl7pPr>
            <a:lvl8pPr lvl="7">
              <a:spcBef>
                <a:spcPts val="0"/>
              </a:spcBef>
              <a:spcAft>
                <a:spcPts val="0"/>
              </a:spcAft>
              <a:buClr>
                <a:schemeClr val="dk1"/>
              </a:buClr>
              <a:buSzPts val="3000"/>
              <a:buFont typeface="Space Grotesk"/>
              <a:buNone/>
              <a:defRPr b="1" sz="3000">
                <a:solidFill>
                  <a:schemeClr val="dk1"/>
                </a:solidFill>
                <a:latin typeface="Space Grotesk"/>
                <a:ea typeface="Space Grotesk"/>
                <a:cs typeface="Space Grotesk"/>
                <a:sym typeface="Space Grotesk"/>
              </a:defRPr>
            </a:lvl8pPr>
            <a:lvl9pPr lvl="8">
              <a:spcBef>
                <a:spcPts val="0"/>
              </a:spcBef>
              <a:spcAft>
                <a:spcPts val="0"/>
              </a:spcAft>
              <a:buClr>
                <a:schemeClr val="dk1"/>
              </a:buClr>
              <a:buSzPts val="3000"/>
              <a:buFont typeface="Space Grotesk"/>
              <a:buNone/>
              <a:defRPr b="1" sz="3000">
                <a:solidFill>
                  <a:schemeClr val="dk1"/>
                </a:solidFill>
                <a:latin typeface="Space Grotesk"/>
                <a:ea typeface="Space Grotesk"/>
                <a:cs typeface="Space Grotesk"/>
                <a:sym typeface="Space Grotesk"/>
              </a:defRPr>
            </a:lvl9pPr>
          </a:lstStyle>
          <a:p/>
        </p:txBody>
      </p:sp>
      <p:sp>
        <p:nvSpPr>
          <p:cNvPr id="52" name="Google Shape;52;p13"/>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1pPr>
            <a:lvl2pPr indent="-304800" lvl="1" marL="9144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2pPr>
            <a:lvl3pPr indent="-304800" lvl="2" marL="13716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3pPr>
            <a:lvl4pPr indent="-304800" lvl="3" marL="1828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4pPr>
            <a:lvl5pPr indent="-304800" lvl="4" marL="22860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5pPr>
            <a:lvl6pPr indent="-304800" lvl="5" marL="27432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6pPr>
            <a:lvl7pPr indent="-304800" lvl="6" marL="32004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7pPr>
            <a:lvl8pPr indent="-304800" lvl="7" marL="36576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8pPr>
            <a:lvl9pPr indent="-304800" lvl="8" marL="411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84" name="Shape 284"/>
        <p:cNvGrpSpPr/>
        <p:nvPr/>
      </p:nvGrpSpPr>
      <p:grpSpPr>
        <a:xfrm>
          <a:off x="0" y="0"/>
          <a:ext cx="0" cy="0"/>
          <a:chOff x="0" y="0"/>
          <a:chExt cx="0" cy="0"/>
        </a:xfrm>
      </p:grpSpPr>
      <p:sp>
        <p:nvSpPr>
          <p:cNvPr id="285" name="Google Shape;285;p38"/>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Space Grotesk"/>
              <a:buNone/>
              <a:defRPr b="0" i="0" sz="3000" u="none" cap="none" strike="noStrike">
                <a:solidFill>
                  <a:schemeClr val="dk1"/>
                </a:solidFill>
                <a:latin typeface="Space Grotesk"/>
                <a:ea typeface="Space Grotesk"/>
                <a:cs typeface="Space Grotesk"/>
                <a:sym typeface="Space Grotesk"/>
              </a:defRPr>
            </a:lvl1pPr>
            <a:lvl2pPr lvl="1"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2pPr>
            <a:lvl3pPr lvl="2"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3pPr>
            <a:lvl4pPr lvl="3"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4pPr>
            <a:lvl5pPr lvl="4"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5pPr>
            <a:lvl6pPr lvl="5"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6pPr>
            <a:lvl7pPr lvl="6"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7pPr>
            <a:lvl8pPr lvl="7"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8pPr>
            <a:lvl9pPr lvl="8"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9pPr>
          </a:lstStyle>
          <a:p/>
        </p:txBody>
      </p:sp>
      <p:sp>
        <p:nvSpPr>
          <p:cNvPr id="286" name="Google Shape;286;p38"/>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1pPr>
            <a:lvl2pPr indent="-304800" lvl="1" marL="9144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2pPr>
            <a:lvl3pPr indent="-304800" lvl="2" marL="13716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3pPr>
            <a:lvl4pPr indent="-304800" lvl="3" marL="18288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4pPr>
            <a:lvl5pPr indent="-304800" lvl="4" marL="22860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5pPr>
            <a:lvl6pPr indent="-304800" lvl="5" marL="27432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6pPr>
            <a:lvl7pPr indent="-304800" lvl="6" marL="32004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7pPr>
            <a:lvl8pPr indent="-304800" lvl="7" marL="36576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8pPr>
            <a:lvl9pPr indent="-304800" lvl="8" marL="41148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9pPr>
          </a:lstStyle>
          <a:p/>
        </p:txBody>
      </p:sp>
    </p:spTree>
  </p:cSld>
  <p:clrMap accent1="accent1" accent2="accent2" accent3="accent3" accent4="accent4" accent5="accent5" accent6="accent6" bg1="lt1" bg2="dk2" tx1="dk1" tx2="lt2" folHlink="folHlink" hlink="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 id="2147483699" r:id="rId17"/>
    <p:sldLayoutId id="2147483700" r:id="rId18"/>
    <p:sldLayoutId id="2147483701" r:id="rId19"/>
    <p:sldLayoutId id="2147483702" r:id="rId20"/>
    <p:sldLayoutId id="2147483703" r:id="rId21"/>
    <p:sldLayoutId id="2147483704" r:id="rId22"/>
    <p:sldLayoutId id="2147483705" r:id="rId23"/>
    <p:sldLayoutId id="2147483706"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18" name="Shape 518"/>
        <p:cNvGrpSpPr/>
        <p:nvPr/>
      </p:nvGrpSpPr>
      <p:grpSpPr>
        <a:xfrm>
          <a:off x="0" y="0"/>
          <a:ext cx="0" cy="0"/>
          <a:chOff x="0" y="0"/>
          <a:chExt cx="0" cy="0"/>
        </a:xfrm>
      </p:grpSpPr>
      <p:sp>
        <p:nvSpPr>
          <p:cNvPr id="519" name="Google Shape;519;p63"/>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Space Grotesk"/>
              <a:buNone/>
              <a:defRPr b="0" i="0" sz="3000" u="none" cap="none" strike="noStrike">
                <a:solidFill>
                  <a:schemeClr val="dk1"/>
                </a:solidFill>
                <a:latin typeface="Space Grotesk"/>
                <a:ea typeface="Space Grotesk"/>
                <a:cs typeface="Space Grotesk"/>
                <a:sym typeface="Space Grotesk"/>
              </a:defRPr>
            </a:lvl1pPr>
            <a:lvl2pPr lvl="1"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2pPr>
            <a:lvl3pPr lvl="2"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3pPr>
            <a:lvl4pPr lvl="3"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4pPr>
            <a:lvl5pPr lvl="4"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5pPr>
            <a:lvl6pPr lvl="5"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6pPr>
            <a:lvl7pPr lvl="6"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7pPr>
            <a:lvl8pPr lvl="7"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8pPr>
            <a:lvl9pPr lvl="8"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9pPr>
          </a:lstStyle>
          <a:p/>
        </p:txBody>
      </p:sp>
      <p:sp>
        <p:nvSpPr>
          <p:cNvPr id="520" name="Google Shape;520;p63"/>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1pPr>
            <a:lvl2pPr indent="-304800" lvl="1" marL="9144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2pPr>
            <a:lvl3pPr indent="-304800" lvl="2" marL="13716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3pPr>
            <a:lvl4pPr indent="-304800" lvl="3" marL="18288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4pPr>
            <a:lvl5pPr indent="-304800" lvl="4" marL="22860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5pPr>
            <a:lvl6pPr indent="-304800" lvl="5" marL="27432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6pPr>
            <a:lvl7pPr indent="-304800" lvl="6" marL="32004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7pPr>
            <a:lvl8pPr indent="-304800" lvl="7" marL="36576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8pPr>
            <a:lvl9pPr indent="-304800" lvl="8" marL="41148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9pPr>
          </a:lstStyle>
          <a:p/>
        </p:txBody>
      </p:sp>
    </p:spTree>
  </p:cSld>
  <p:clrMap accent1="accent1" accent2="accent2" accent3="accent3" accent4="accent4" accent5="accent5" accent6="accent6" bg1="lt1" bg2="dk2" tx1="dk1" tx2="lt2" folHlink="folHlink" hlink="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 id="2147483723" r:id="rId17"/>
    <p:sldLayoutId id="2147483724" r:id="rId18"/>
    <p:sldLayoutId id="2147483725" r:id="rId19"/>
    <p:sldLayoutId id="2147483726" r:id="rId20"/>
    <p:sldLayoutId id="2147483727" r:id="rId21"/>
    <p:sldLayoutId id="2147483728" r:id="rId22"/>
    <p:sldLayoutId id="2147483729" r:id="rId23"/>
    <p:sldLayoutId id="2147483730" r:id="rId24"/>
    <p:sldLayoutId id="2147483731"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755" name="Shape 755"/>
        <p:cNvGrpSpPr/>
        <p:nvPr/>
      </p:nvGrpSpPr>
      <p:grpSpPr>
        <a:xfrm>
          <a:off x="0" y="0"/>
          <a:ext cx="0" cy="0"/>
          <a:chOff x="0" y="0"/>
          <a:chExt cx="0" cy="0"/>
        </a:xfrm>
      </p:grpSpPr>
      <p:sp>
        <p:nvSpPr>
          <p:cNvPr id="756" name="Google Shape;756;p89"/>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Space Grotesk"/>
              <a:buNone/>
              <a:defRPr b="0" i="0" sz="3000" u="none" cap="none" strike="noStrike">
                <a:solidFill>
                  <a:schemeClr val="dk1"/>
                </a:solidFill>
                <a:latin typeface="Space Grotesk"/>
                <a:ea typeface="Space Grotesk"/>
                <a:cs typeface="Space Grotesk"/>
                <a:sym typeface="Space Grotesk"/>
              </a:defRPr>
            </a:lvl1pPr>
            <a:lvl2pPr lvl="1"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2pPr>
            <a:lvl3pPr lvl="2"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3pPr>
            <a:lvl4pPr lvl="3"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4pPr>
            <a:lvl5pPr lvl="4"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5pPr>
            <a:lvl6pPr lvl="5"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6pPr>
            <a:lvl7pPr lvl="6"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7pPr>
            <a:lvl8pPr lvl="7"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8pPr>
            <a:lvl9pPr lvl="8"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9pPr>
          </a:lstStyle>
          <a:p/>
        </p:txBody>
      </p:sp>
      <p:sp>
        <p:nvSpPr>
          <p:cNvPr id="757" name="Google Shape;757;p89"/>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1pPr>
            <a:lvl2pPr indent="-304800" lvl="1" marL="9144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2pPr>
            <a:lvl3pPr indent="-304800" lvl="2" marL="13716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3pPr>
            <a:lvl4pPr indent="-304800" lvl="3" marL="18288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4pPr>
            <a:lvl5pPr indent="-304800" lvl="4" marL="22860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5pPr>
            <a:lvl6pPr indent="-304800" lvl="5" marL="27432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6pPr>
            <a:lvl7pPr indent="-304800" lvl="6" marL="32004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7pPr>
            <a:lvl8pPr indent="-304800" lvl="7" marL="36576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8pPr>
            <a:lvl9pPr indent="-304800" lvl="8" marL="41148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9pPr>
          </a:lstStyle>
          <a:p/>
        </p:txBody>
      </p:sp>
    </p:spTree>
  </p:cSld>
  <p:clrMap accent1="accent1" accent2="accent2" accent3="accent3" accent4="accent4" accent5="accent5" accent6="accent6" bg1="lt1" bg2="dk2" tx1="dk1" tx2="lt2" folHlink="folHlink" hlink="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 id="2147483746" r:id="rId15"/>
    <p:sldLayoutId id="2147483747" r:id="rId16"/>
    <p:sldLayoutId id="2147483748" r:id="rId17"/>
    <p:sldLayoutId id="2147483749" r:id="rId18"/>
    <p:sldLayoutId id="2147483750" r:id="rId19"/>
    <p:sldLayoutId id="2147483751" r:id="rId20"/>
    <p:sldLayoutId id="2147483752" r:id="rId21"/>
    <p:sldLayoutId id="2147483753" r:id="rId22"/>
    <p:sldLayoutId id="2147483754" r:id="rId23"/>
    <p:sldLayoutId id="2147483755"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89" name="Shape 989"/>
        <p:cNvGrpSpPr/>
        <p:nvPr/>
      </p:nvGrpSpPr>
      <p:grpSpPr>
        <a:xfrm>
          <a:off x="0" y="0"/>
          <a:ext cx="0" cy="0"/>
          <a:chOff x="0" y="0"/>
          <a:chExt cx="0" cy="0"/>
        </a:xfrm>
      </p:grpSpPr>
      <p:sp>
        <p:nvSpPr>
          <p:cNvPr id="990" name="Google Shape;990;p114"/>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Space Grotesk"/>
              <a:buNone/>
              <a:defRPr b="0" i="0" sz="3000" u="none" cap="none" strike="noStrike">
                <a:solidFill>
                  <a:schemeClr val="dk1"/>
                </a:solidFill>
                <a:latin typeface="Space Grotesk"/>
                <a:ea typeface="Space Grotesk"/>
                <a:cs typeface="Space Grotesk"/>
                <a:sym typeface="Space Grotesk"/>
              </a:defRPr>
            </a:lvl1pPr>
            <a:lvl2pPr lvl="1"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2pPr>
            <a:lvl3pPr lvl="2"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3pPr>
            <a:lvl4pPr lvl="3"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4pPr>
            <a:lvl5pPr lvl="4"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5pPr>
            <a:lvl6pPr lvl="5"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6pPr>
            <a:lvl7pPr lvl="6"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7pPr>
            <a:lvl8pPr lvl="7"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8pPr>
            <a:lvl9pPr lvl="8" marR="0" rtl="0" algn="l">
              <a:lnSpc>
                <a:spcPct val="100000"/>
              </a:lnSpc>
              <a:spcBef>
                <a:spcPts val="0"/>
              </a:spcBef>
              <a:spcAft>
                <a:spcPts val="0"/>
              </a:spcAft>
              <a:buClr>
                <a:schemeClr val="dk1"/>
              </a:buClr>
              <a:buSzPts val="3000"/>
              <a:buFont typeface="Space Grotesk"/>
              <a:buNone/>
              <a:defRPr b="1" i="0" sz="3000" u="none" cap="none" strike="noStrike">
                <a:solidFill>
                  <a:schemeClr val="dk1"/>
                </a:solidFill>
                <a:latin typeface="Space Grotesk"/>
                <a:ea typeface="Space Grotesk"/>
                <a:cs typeface="Space Grotesk"/>
                <a:sym typeface="Space Grotesk"/>
              </a:defRPr>
            </a:lvl9pPr>
          </a:lstStyle>
          <a:p/>
        </p:txBody>
      </p:sp>
      <p:sp>
        <p:nvSpPr>
          <p:cNvPr id="991" name="Google Shape;991;p114"/>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1pPr>
            <a:lvl2pPr indent="-304800" lvl="1" marL="9144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2pPr>
            <a:lvl3pPr indent="-304800" lvl="2" marL="13716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3pPr>
            <a:lvl4pPr indent="-304800" lvl="3" marL="18288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4pPr>
            <a:lvl5pPr indent="-304800" lvl="4" marL="22860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5pPr>
            <a:lvl6pPr indent="-304800" lvl="5" marL="27432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6pPr>
            <a:lvl7pPr indent="-304800" lvl="6" marL="32004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7pPr>
            <a:lvl8pPr indent="-304800" lvl="7" marL="36576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8pPr>
            <a:lvl9pPr indent="-304800" lvl="8" marL="4114800" marR="0" rtl="0" algn="l">
              <a:lnSpc>
                <a:spcPct val="100000"/>
              </a:lnSpc>
              <a:spcBef>
                <a:spcPts val="0"/>
              </a:spcBef>
              <a:spcAft>
                <a:spcPts val="0"/>
              </a:spcAft>
              <a:buClr>
                <a:schemeClr val="dk1"/>
              </a:buClr>
              <a:buSzPts val="1200"/>
              <a:buFont typeface="Cairo"/>
              <a:buChar char="■"/>
              <a:defRPr b="0" i="0" sz="1200" u="none" cap="none" strike="noStrike">
                <a:solidFill>
                  <a:schemeClr val="dk1"/>
                </a:solidFill>
                <a:latin typeface="Cairo"/>
                <a:ea typeface="Cairo"/>
                <a:cs typeface="Cairo"/>
                <a:sym typeface="Cairo"/>
              </a:defRPr>
            </a:lvl9pPr>
          </a:lstStyle>
          <a:p/>
        </p:txBody>
      </p:sp>
    </p:spTree>
  </p:cSld>
  <p:clrMap accent1="accent1" accent2="accent2" accent3="accent3" accent4="accent4" accent5="accent5" accent6="accent6" bg1="lt1" bg2="dk2" tx1="dk1" tx2="lt2" folHlink="folHlink" hlink="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 id="2147483768" r:id="rId13"/>
    <p:sldLayoutId id="2147483769" r:id="rId14"/>
    <p:sldLayoutId id="2147483770" r:id="rId15"/>
    <p:sldLayoutId id="2147483771" r:id="rId16"/>
    <p:sldLayoutId id="2147483772" r:id="rId17"/>
    <p:sldLayoutId id="2147483773" r:id="rId18"/>
    <p:sldLayoutId id="2147483774" r:id="rId19"/>
    <p:sldLayoutId id="2147483775" r:id="rId20"/>
    <p:sldLayoutId id="2147483776" r:id="rId21"/>
    <p:sldLayoutId id="2147483777" r:id="rId22"/>
    <p:sldLayoutId id="2147483778" r:id="rId23"/>
    <p:sldLayoutId id="2147483779" r:id="rId24"/>
    <p:sldLayoutId id="2147483780"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 Id="rId3" Type="http://schemas.openxmlformats.org/officeDocument/2006/relationships/image" Target="../media/image21.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 Id="rId3" Type="http://schemas.openxmlformats.org/officeDocument/2006/relationships/image" Target="../media/image21.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0.xml"/><Relationship Id="rId3" Type="http://schemas.openxmlformats.org/officeDocument/2006/relationships/image" Target="../media/image21.png"/><Relationship Id="rId4" Type="http://schemas.openxmlformats.org/officeDocument/2006/relationships/image" Target="../media/image1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3.xml"/><Relationship Id="rId3"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4.png"/><Relationship Id="rId6" Type="http://schemas.openxmlformats.org/officeDocument/2006/relationships/image" Target="../media/image13.png"/><Relationship Id="rId7"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7.xml"/><Relationship Id="rId3"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8.xml"/><Relationship Id="rId3"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8.xml"/><Relationship Id="rId3" Type="http://schemas.openxmlformats.org/officeDocument/2006/relationships/image" Target="../media/image19.png"/><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9.xml"/><Relationship Id="rId3" Type="http://schemas.openxmlformats.org/officeDocument/2006/relationships/image" Target="../media/image19.png"/><Relationship Id="rId4" Type="http://schemas.openxmlformats.org/officeDocument/2006/relationships/image" Target="../media/image22.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30.xml"/><Relationship Id="rId3"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31.xml"/><Relationship Id="rId3"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3.xml"/><Relationship Id="rId2" Type="http://schemas.openxmlformats.org/officeDocument/2006/relationships/notesSlide" Target="../notesSlides/notesSlide32.xml"/><Relationship Id="rId3" Type="http://schemas.openxmlformats.org/officeDocument/2006/relationships/image" Target="../media/image3.png"/><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9.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9" name="Shape 1229"/>
        <p:cNvGrpSpPr/>
        <p:nvPr/>
      </p:nvGrpSpPr>
      <p:grpSpPr>
        <a:xfrm>
          <a:off x="0" y="0"/>
          <a:ext cx="0" cy="0"/>
          <a:chOff x="0" y="0"/>
          <a:chExt cx="0" cy="0"/>
        </a:xfrm>
      </p:grpSpPr>
      <p:sp>
        <p:nvSpPr>
          <p:cNvPr id="1230" name="Google Shape;1230;p140"/>
          <p:cNvSpPr/>
          <p:nvPr>
            <p:ph idx="2" type="pic"/>
          </p:nvPr>
        </p:nvSpPr>
        <p:spPr>
          <a:xfrm>
            <a:off x="0" y="0"/>
            <a:ext cx="9144000" cy="5143500"/>
          </a:xfrm>
          <a:prstGeom prst="rect">
            <a:avLst/>
          </a:prstGeom>
        </p:spPr>
      </p:sp>
      <p:sp>
        <p:nvSpPr>
          <p:cNvPr id="1231" name="Google Shape;1231;p140"/>
          <p:cNvSpPr txBox="1"/>
          <p:nvPr>
            <p:ph type="title"/>
          </p:nvPr>
        </p:nvSpPr>
        <p:spPr>
          <a:xfrm>
            <a:off x="720000" y="4014450"/>
            <a:ext cx="57132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Week 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5" name="Shape 1235"/>
        <p:cNvGrpSpPr/>
        <p:nvPr/>
      </p:nvGrpSpPr>
      <p:grpSpPr>
        <a:xfrm>
          <a:off x="0" y="0"/>
          <a:ext cx="0" cy="0"/>
          <a:chOff x="0" y="0"/>
          <a:chExt cx="0" cy="0"/>
        </a:xfrm>
      </p:grpSpPr>
      <p:grpSp>
        <p:nvGrpSpPr>
          <p:cNvPr id="1236" name="Google Shape;1236;p141"/>
          <p:cNvGrpSpPr/>
          <p:nvPr/>
        </p:nvGrpSpPr>
        <p:grpSpPr>
          <a:xfrm rot="756538">
            <a:off x="-943408" y="-1494947"/>
            <a:ext cx="4574157" cy="3479412"/>
            <a:chOff x="1522650" y="1117750"/>
            <a:chExt cx="4574075" cy="3479350"/>
          </a:xfrm>
        </p:grpSpPr>
        <p:sp>
          <p:nvSpPr>
            <p:cNvPr id="1237" name="Google Shape;1237;p141"/>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141"/>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239" name="Google Shape;1239;p141"/>
          <p:cNvPicPr preferRelativeResize="0"/>
          <p:nvPr/>
        </p:nvPicPr>
        <p:blipFill>
          <a:blip r:embed="rId3">
            <a:alphaModFix/>
          </a:blip>
          <a:stretch>
            <a:fillRect/>
          </a:stretch>
        </p:blipFill>
        <p:spPr>
          <a:xfrm flipH="1" rot="10800000">
            <a:off x="5738810" y="0"/>
            <a:ext cx="3405191" cy="5143500"/>
          </a:xfrm>
          <a:prstGeom prst="rect">
            <a:avLst/>
          </a:prstGeom>
          <a:noFill/>
          <a:ln>
            <a:noFill/>
          </a:ln>
        </p:spPr>
      </p:pic>
      <p:sp>
        <p:nvSpPr>
          <p:cNvPr id="1240" name="Google Shape;1240;p141"/>
          <p:cNvSpPr txBox="1"/>
          <p:nvPr>
            <p:ph type="ctrTitle"/>
          </p:nvPr>
        </p:nvSpPr>
        <p:spPr>
          <a:xfrm>
            <a:off x="311708" y="1133756"/>
            <a:ext cx="85206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1100"/>
              <a:buNone/>
            </a:pPr>
            <a:r>
              <a:rPr lang="en" sz="4800">
                <a:solidFill>
                  <a:srgbClr val="241160"/>
                </a:solidFill>
                <a:latin typeface="Space Grotesk"/>
                <a:ea typeface="Space Grotesk"/>
                <a:cs typeface="Space Grotesk"/>
                <a:sym typeface="Space Grotesk"/>
              </a:rPr>
              <a:t>From MLPs to CNNs for images</a:t>
            </a:r>
            <a:endParaRPr sz="4800">
              <a:solidFill>
                <a:srgbClr val="241160"/>
              </a:solidFill>
              <a:latin typeface="Space Grotesk"/>
              <a:ea typeface="Space Grotesk"/>
              <a:cs typeface="Space Grotesk"/>
              <a:sym typeface="Space Grotesk"/>
            </a:endParaRPr>
          </a:p>
        </p:txBody>
      </p:sp>
      <p:sp>
        <p:nvSpPr>
          <p:cNvPr id="1241" name="Google Shape;1241;p141"/>
          <p:cNvSpPr txBox="1"/>
          <p:nvPr>
            <p:ph idx="1" type="subTitle"/>
          </p:nvPr>
        </p:nvSpPr>
        <p:spPr>
          <a:xfrm>
            <a:off x="311700" y="3223306"/>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1600">
                <a:solidFill>
                  <a:srgbClr val="241160"/>
                </a:solidFill>
                <a:latin typeface="Cairo"/>
                <a:ea typeface="Cairo"/>
                <a:cs typeface="Cairo"/>
                <a:sym typeface="Cairo"/>
              </a:rPr>
              <a:t>Sarina &amp; Nick</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5" name="Shape 1245"/>
        <p:cNvGrpSpPr/>
        <p:nvPr/>
      </p:nvGrpSpPr>
      <p:grpSpPr>
        <a:xfrm>
          <a:off x="0" y="0"/>
          <a:ext cx="0" cy="0"/>
          <a:chOff x="0" y="0"/>
          <a:chExt cx="0" cy="0"/>
        </a:xfrm>
      </p:grpSpPr>
      <p:sp>
        <p:nvSpPr>
          <p:cNvPr id="1246" name="Google Shape;1246;p142"/>
          <p:cNvSpPr txBox="1"/>
          <p:nvPr>
            <p:ph type="title"/>
          </p:nvPr>
        </p:nvSpPr>
        <p:spPr>
          <a:xfrm>
            <a:off x="2224125" y="628950"/>
            <a:ext cx="4704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Multi-Layer Perceptrons</a:t>
            </a:r>
            <a:endParaRPr/>
          </a:p>
        </p:txBody>
      </p:sp>
      <p:sp>
        <p:nvSpPr>
          <p:cNvPr id="1247" name="Google Shape;1247;p142"/>
          <p:cNvSpPr txBox="1"/>
          <p:nvPr>
            <p:ph idx="1" type="body"/>
          </p:nvPr>
        </p:nvSpPr>
        <p:spPr>
          <a:xfrm>
            <a:off x="518750" y="1823550"/>
            <a:ext cx="2320800" cy="93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Has an input layer, output layer, and at least one hidden layer</a:t>
            </a:r>
            <a:endParaRPr sz="1800"/>
          </a:p>
        </p:txBody>
      </p:sp>
      <p:cxnSp>
        <p:nvCxnSpPr>
          <p:cNvPr id="1248" name="Google Shape;1248;p142"/>
          <p:cNvCxnSpPr/>
          <p:nvPr/>
        </p:nvCxnSpPr>
        <p:spPr>
          <a:xfrm flipH="1">
            <a:off x="2375425" y="1205450"/>
            <a:ext cx="464100" cy="550500"/>
          </a:xfrm>
          <a:prstGeom prst="straightConnector1">
            <a:avLst/>
          </a:prstGeom>
          <a:noFill/>
          <a:ln cap="flat" cmpd="sng" w="9525">
            <a:solidFill>
              <a:srgbClr val="241160"/>
            </a:solidFill>
            <a:prstDash val="solid"/>
            <a:round/>
            <a:headEnd len="med" w="med" type="none"/>
            <a:tailEnd len="med" w="med" type="triangle"/>
          </a:ln>
        </p:spPr>
      </p:cxnSp>
      <p:cxnSp>
        <p:nvCxnSpPr>
          <p:cNvPr id="1249" name="Google Shape;1249;p142"/>
          <p:cNvCxnSpPr>
            <a:stCxn id="1246" idx="2"/>
          </p:cNvCxnSpPr>
          <p:nvPr/>
        </p:nvCxnSpPr>
        <p:spPr>
          <a:xfrm>
            <a:off x="4576275" y="1201650"/>
            <a:ext cx="28200" cy="932100"/>
          </a:xfrm>
          <a:prstGeom prst="straightConnector1">
            <a:avLst/>
          </a:prstGeom>
          <a:noFill/>
          <a:ln cap="flat" cmpd="sng" w="9525">
            <a:solidFill>
              <a:srgbClr val="241160"/>
            </a:solidFill>
            <a:prstDash val="solid"/>
            <a:round/>
            <a:headEnd len="med" w="med" type="none"/>
            <a:tailEnd len="med" w="med" type="triangle"/>
          </a:ln>
        </p:spPr>
      </p:cxnSp>
      <p:sp>
        <p:nvSpPr>
          <p:cNvPr id="1250" name="Google Shape;1250;p142"/>
          <p:cNvSpPr txBox="1"/>
          <p:nvPr>
            <p:ph idx="1" type="body"/>
          </p:nvPr>
        </p:nvSpPr>
        <p:spPr>
          <a:xfrm>
            <a:off x="3173175" y="2229875"/>
            <a:ext cx="2806200" cy="96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Every neuron </a:t>
            </a:r>
            <a:r>
              <a:rPr lang="en" sz="1800"/>
              <a:t>connects</a:t>
            </a:r>
            <a:r>
              <a:rPr lang="en" sz="1800"/>
              <a:t> to every neuron in the following layer</a:t>
            </a:r>
            <a:endParaRPr sz="1800"/>
          </a:p>
        </p:txBody>
      </p:sp>
      <p:cxnSp>
        <p:nvCxnSpPr>
          <p:cNvPr id="1251" name="Google Shape;1251;p142"/>
          <p:cNvCxnSpPr/>
          <p:nvPr/>
        </p:nvCxnSpPr>
        <p:spPr>
          <a:xfrm>
            <a:off x="6380075" y="1194650"/>
            <a:ext cx="451200" cy="510300"/>
          </a:xfrm>
          <a:prstGeom prst="straightConnector1">
            <a:avLst/>
          </a:prstGeom>
          <a:noFill/>
          <a:ln cap="flat" cmpd="sng" w="9525">
            <a:solidFill>
              <a:srgbClr val="241160"/>
            </a:solidFill>
            <a:prstDash val="solid"/>
            <a:round/>
            <a:headEnd len="med" w="med" type="none"/>
            <a:tailEnd len="med" w="med" type="triangle"/>
          </a:ln>
        </p:spPr>
      </p:cxnSp>
      <p:sp>
        <p:nvSpPr>
          <p:cNvPr id="1252" name="Google Shape;1252;p142"/>
          <p:cNvSpPr txBox="1"/>
          <p:nvPr>
            <p:ph idx="1" type="body"/>
          </p:nvPr>
        </p:nvSpPr>
        <p:spPr>
          <a:xfrm>
            <a:off x="6334725" y="1758425"/>
            <a:ext cx="2290500" cy="76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Require a one dimensional input vector</a:t>
            </a:r>
            <a:endParaRPr sz="1800"/>
          </a:p>
        </p:txBody>
      </p:sp>
      <p:sp>
        <p:nvSpPr>
          <p:cNvPr id="1253" name="Google Shape;1253;p142"/>
          <p:cNvSpPr txBox="1"/>
          <p:nvPr>
            <p:ph idx="1" type="body"/>
          </p:nvPr>
        </p:nvSpPr>
        <p:spPr>
          <a:xfrm>
            <a:off x="720000" y="3628851"/>
            <a:ext cx="7704000" cy="79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The Multilayer Perceptron (MLP) procedure produces a predictive model for one or more dependent (target) variables based on values of the predictor variables </a:t>
            </a:r>
            <a:r>
              <a:rPr lang="en" sz="1800"/>
              <a:t>(ibm, n.d)</a:t>
            </a:r>
            <a:endParaRPr sz="1800"/>
          </a:p>
          <a:p>
            <a:pPr indent="0" lvl="0" marL="0" rtl="0" algn="ctr">
              <a:spcBef>
                <a:spcPts val="0"/>
              </a:spcBef>
              <a:spcAft>
                <a:spcPts val="0"/>
              </a:spcAft>
              <a:buNone/>
            </a:pPr>
            <a:r>
              <a:t/>
            </a:r>
            <a:endParaRPr sz="1800"/>
          </a:p>
          <a:p>
            <a:pPr indent="0" lvl="0" marL="0" rtl="0" algn="ctr">
              <a:spcBef>
                <a:spcPts val="0"/>
              </a:spcBef>
              <a:spcAft>
                <a:spcPts val="0"/>
              </a:spcAft>
              <a:buNone/>
            </a:pPr>
            <a:r>
              <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p143"/>
          <p:cNvSpPr txBox="1"/>
          <p:nvPr>
            <p:ph type="title"/>
          </p:nvPr>
        </p:nvSpPr>
        <p:spPr>
          <a:xfrm>
            <a:off x="670088" y="2415575"/>
            <a:ext cx="7704000" cy="79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400"/>
              <a:t>Convolutional Neural  Networks</a:t>
            </a:r>
            <a:endParaRPr sz="3400"/>
          </a:p>
        </p:txBody>
      </p:sp>
      <p:sp>
        <p:nvSpPr>
          <p:cNvPr id="1259" name="Google Shape;1259;p143"/>
          <p:cNvSpPr txBox="1"/>
          <p:nvPr>
            <p:ph idx="1" type="body"/>
          </p:nvPr>
        </p:nvSpPr>
        <p:spPr>
          <a:xfrm>
            <a:off x="720000" y="3628851"/>
            <a:ext cx="7704000" cy="79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Convolutional Neural Networks (CNNs) are unique neural networks for image recognition and computer vision (ibm, n.d)</a:t>
            </a:r>
            <a:endParaRPr sz="1800"/>
          </a:p>
        </p:txBody>
      </p:sp>
      <p:sp>
        <p:nvSpPr>
          <p:cNvPr id="1260" name="Google Shape;1260;p143"/>
          <p:cNvSpPr txBox="1"/>
          <p:nvPr>
            <p:ph idx="1" type="body"/>
          </p:nvPr>
        </p:nvSpPr>
        <p:spPr>
          <a:xfrm>
            <a:off x="401763" y="573150"/>
            <a:ext cx="1872900" cy="144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Operation used to scan an image with a small filter/kernel.</a:t>
            </a:r>
            <a:endParaRPr sz="1800"/>
          </a:p>
        </p:txBody>
      </p:sp>
      <p:cxnSp>
        <p:nvCxnSpPr>
          <p:cNvPr id="1261" name="Google Shape;1261;p143"/>
          <p:cNvCxnSpPr/>
          <p:nvPr/>
        </p:nvCxnSpPr>
        <p:spPr>
          <a:xfrm rot="10800000">
            <a:off x="1259163" y="1902900"/>
            <a:ext cx="158100" cy="555600"/>
          </a:xfrm>
          <a:prstGeom prst="straightConnector1">
            <a:avLst/>
          </a:prstGeom>
          <a:noFill/>
          <a:ln cap="flat" cmpd="sng" w="9525">
            <a:solidFill>
              <a:srgbClr val="241160"/>
            </a:solidFill>
            <a:prstDash val="solid"/>
            <a:round/>
            <a:headEnd len="med" w="med" type="none"/>
            <a:tailEnd len="med" w="med" type="triangle"/>
          </a:ln>
        </p:spPr>
      </p:cxnSp>
      <p:cxnSp>
        <p:nvCxnSpPr>
          <p:cNvPr id="1262" name="Google Shape;1262;p143"/>
          <p:cNvCxnSpPr>
            <a:endCxn id="1263" idx="2"/>
          </p:cNvCxnSpPr>
          <p:nvPr/>
        </p:nvCxnSpPr>
        <p:spPr>
          <a:xfrm rot="10800000">
            <a:off x="4373250" y="1708875"/>
            <a:ext cx="156600" cy="750900"/>
          </a:xfrm>
          <a:prstGeom prst="straightConnector1">
            <a:avLst/>
          </a:prstGeom>
          <a:noFill/>
          <a:ln cap="flat" cmpd="sng" w="9525">
            <a:solidFill>
              <a:srgbClr val="241160"/>
            </a:solidFill>
            <a:prstDash val="solid"/>
            <a:round/>
            <a:headEnd len="med" w="med" type="none"/>
            <a:tailEnd len="med" w="med" type="triangle"/>
          </a:ln>
        </p:spPr>
      </p:cxnSp>
      <p:sp>
        <p:nvSpPr>
          <p:cNvPr id="1263" name="Google Shape;1263;p143"/>
          <p:cNvSpPr txBox="1"/>
          <p:nvPr>
            <p:ph idx="1" type="body"/>
          </p:nvPr>
        </p:nvSpPr>
        <p:spPr>
          <a:xfrm>
            <a:off x="2970150" y="957975"/>
            <a:ext cx="2806200" cy="750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made from artificial neurons that learn weights</a:t>
            </a:r>
            <a:endParaRPr sz="1800"/>
          </a:p>
        </p:txBody>
      </p:sp>
      <p:cxnSp>
        <p:nvCxnSpPr>
          <p:cNvPr id="1264" name="Google Shape;1264;p143"/>
          <p:cNvCxnSpPr/>
          <p:nvPr/>
        </p:nvCxnSpPr>
        <p:spPr>
          <a:xfrm flipH="1" rot="10800000">
            <a:off x="6704538" y="1917150"/>
            <a:ext cx="229800" cy="590400"/>
          </a:xfrm>
          <a:prstGeom prst="straightConnector1">
            <a:avLst/>
          </a:prstGeom>
          <a:noFill/>
          <a:ln cap="flat" cmpd="sng" w="9525">
            <a:solidFill>
              <a:srgbClr val="241160"/>
            </a:solidFill>
            <a:prstDash val="solid"/>
            <a:round/>
            <a:headEnd len="med" w="med" type="none"/>
            <a:tailEnd len="med" w="med" type="triangle"/>
          </a:ln>
        </p:spPr>
      </p:cxnSp>
      <p:sp>
        <p:nvSpPr>
          <p:cNvPr id="1265" name="Google Shape;1265;p143"/>
          <p:cNvSpPr txBox="1"/>
          <p:nvPr>
            <p:ph idx="1" type="body"/>
          </p:nvPr>
        </p:nvSpPr>
        <p:spPr>
          <a:xfrm>
            <a:off x="6262138" y="957975"/>
            <a:ext cx="2480100" cy="1022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many layers of these computations connected together</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9" name="Shape 1269"/>
        <p:cNvGrpSpPr/>
        <p:nvPr/>
      </p:nvGrpSpPr>
      <p:grpSpPr>
        <a:xfrm>
          <a:off x="0" y="0"/>
          <a:ext cx="0" cy="0"/>
          <a:chOff x="0" y="0"/>
          <a:chExt cx="0" cy="0"/>
        </a:xfrm>
      </p:grpSpPr>
      <p:pic>
        <p:nvPicPr>
          <p:cNvPr id="1270" name="Google Shape;1270;p144"/>
          <p:cNvPicPr preferRelativeResize="0"/>
          <p:nvPr/>
        </p:nvPicPr>
        <p:blipFill>
          <a:blip r:embed="rId3">
            <a:alphaModFix/>
          </a:blip>
          <a:stretch>
            <a:fillRect/>
          </a:stretch>
        </p:blipFill>
        <p:spPr>
          <a:xfrm>
            <a:off x="2702300" y="702050"/>
            <a:ext cx="3739400" cy="3739400"/>
          </a:xfrm>
          <a:prstGeom prst="rect">
            <a:avLst/>
          </a:prstGeom>
          <a:noFill/>
          <a:ln>
            <a:noFill/>
          </a:ln>
        </p:spPr>
      </p:pic>
      <p:sp>
        <p:nvSpPr>
          <p:cNvPr id="1271" name="Google Shape;1271;p144"/>
          <p:cNvSpPr txBox="1"/>
          <p:nvPr>
            <p:ph type="title"/>
          </p:nvPr>
        </p:nvSpPr>
        <p:spPr>
          <a:xfrm>
            <a:off x="186288" y="0"/>
            <a:ext cx="7704000" cy="79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400"/>
              <a:t>Convolution Layer</a:t>
            </a:r>
            <a:endParaRPr sz="3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5" name="Shape 1275"/>
        <p:cNvGrpSpPr/>
        <p:nvPr/>
      </p:nvGrpSpPr>
      <p:grpSpPr>
        <a:xfrm>
          <a:off x="0" y="0"/>
          <a:ext cx="0" cy="0"/>
          <a:chOff x="0" y="0"/>
          <a:chExt cx="0" cy="0"/>
        </a:xfrm>
      </p:grpSpPr>
      <p:pic>
        <p:nvPicPr>
          <p:cNvPr id="1276" name="Google Shape;1276;p145"/>
          <p:cNvPicPr preferRelativeResize="0"/>
          <p:nvPr/>
        </p:nvPicPr>
        <p:blipFill>
          <a:blip r:embed="rId3">
            <a:alphaModFix/>
          </a:blip>
          <a:stretch>
            <a:fillRect/>
          </a:stretch>
        </p:blipFill>
        <p:spPr>
          <a:xfrm>
            <a:off x="2702300" y="702050"/>
            <a:ext cx="3739400" cy="3739400"/>
          </a:xfrm>
          <a:prstGeom prst="rect">
            <a:avLst/>
          </a:prstGeom>
          <a:noFill/>
          <a:ln>
            <a:noFill/>
          </a:ln>
        </p:spPr>
      </p:pic>
      <p:pic>
        <p:nvPicPr>
          <p:cNvPr id="1277" name="Google Shape;1277;p145"/>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1" name="Shape 1281"/>
        <p:cNvGrpSpPr/>
        <p:nvPr/>
      </p:nvGrpSpPr>
      <p:grpSpPr>
        <a:xfrm>
          <a:off x="0" y="0"/>
          <a:ext cx="0" cy="0"/>
          <a:chOff x="0" y="0"/>
          <a:chExt cx="0" cy="0"/>
        </a:xfrm>
      </p:grpSpPr>
      <p:pic>
        <p:nvPicPr>
          <p:cNvPr id="1282" name="Google Shape;1282;p146"/>
          <p:cNvPicPr preferRelativeResize="0"/>
          <p:nvPr/>
        </p:nvPicPr>
        <p:blipFill>
          <a:blip r:embed="rId3">
            <a:alphaModFix/>
          </a:blip>
          <a:stretch>
            <a:fillRect/>
          </a:stretch>
        </p:blipFill>
        <p:spPr>
          <a:xfrm>
            <a:off x="2702300" y="702050"/>
            <a:ext cx="3739400" cy="3739400"/>
          </a:xfrm>
          <a:prstGeom prst="rect">
            <a:avLst/>
          </a:prstGeom>
          <a:noFill/>
          <a:ln>
            <a:noFill/>
          </a:ln>
        </p:spPr>
      </p:pic>
      <p:pic>
        <p:nvPicPr>
          <p:cNvPr id="1283" name="Google Shape;1283;p146"/>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7" name="Shape 1287"/>
        <p:cNvGrpSpPr/>
        <p:nvPr/>
      </p:nvGrpSpPr>
      <p:grpSpPr>
        <a:xfrm>
          <a:off x="0" y="0"/>
          <a:ext cx="0" cy="0"/>
          <a:chOff x="0" y="0"/>
          <a:chExt cx="0" cy="0"/>
        </a:xfrm>
      </p:grpSpPr>
      <p:pic>
        <p:nvPicPr>
          <p:cNvPr id="1288" name="Google Shape;1288;p147" title="output_feature_map_5x5.png"/>
          <p:cNvPicPr preferRelativeResize="0"/>
          <p:nvPr/>
        </p:nvPicPr>
        <p:blipFill rotWithShape="1">
          <a:blip r:embed="rId3">
            <a:alphaModFix/>
          </a:blip>
          <a:srcRect b="26589" l="0" r="0" t="0"/>
          <a:stretch/>
        </p:blipFill>
        <p:spPr>
          <a:xfrm>
            <a:off x="-840787" y="0"/>
            <a:ext cx="10825574" cy="49088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sp>
        <p:nvSpPr>
          <p:cNvPr id="1293" name="Google Shape;1293;p148"/>
          <p:cNvSpPr txBox="1"/>
          <p:nvPr>
            <p:ph type="title"/>
          </p:nvPr>
        </p:nvSpPr>
        <p:spPr>
          <a:xfrm>
            <a:off x="500850" y="578100"/>
            <a:ext cx="3209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Activation Layer</a:t>
            </a:r>
            <a:endParaRPr/>
          </a:p>
        </p:txBody>
      </p:sp>
      <p:sp>
        <p:nvSpPr>
          <p:cNvPr id="1294" name="Google Shape;1294;p148"/>
          <p:cNvSpPr txBox="1"/>
          <p:nvPr>
            <p:ph type="title"/>
          </p:nvPr>
        </p:nvSpPr>
        <p:spPr>
          <a:xfrm>
            <a:off x="4217600" y="578100"/>
            <a:ext cx="3209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Pooling Layer</a:t>
            </a:r>
            <a:endParaRPr/>
          </a:p>
        </p:txBody>
      </p:sp>
      <p:sp>
        <p:nvSpPr>
          <p:cNvPr id="1295" name="Google Shape;1295;p148"/>
          <p:cNvSpPr txBox="1"/>
          <p:nvPr>
            <p:ph type="title"/>
          </p:nvPr>
        </p:nvSpPr>
        <p:spPr>
          <a:xfrm>
            <a:off x="2253775" y="2651250"/>
            <a:ext cx="43959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Fully Connected Layer</a:t>
            </a:r>
            <a:endParaRPr/>
          </a:p>
        </p:txBody>
      </p:sp>
      <p:sp>
        <p:nvSpPr>
          <p:cNvPr id="1296" name="Google Shape;1296;p148"/>
          <p:cNvSpPr/>
          <p:nvPr/>
        </p:nvSpPr>
        <p:spPr>
          <a:xfrm>
            <a:off x="996925" y="1344950"/>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-100</a:t>
            </a:r>
            <a:endParaRPr>
              <a:latin typeface="Cairo"/>
              <a:ea typeface="Cairo"/>
              <a:cs typeface="Cairo"/>
              <a:sym typeface="Cairo"/>
            </a:endParaRPr>
          </a:p>
        </p:txBody>
      </p:sp>
      <p:sp>
        <p:nvSpPr>
          <p:cNvPr id="1297" name="Google Shape;1297;p148"/>
          <p:cNvSpPr/>
          <p:nvPr/>
        </p:nvSpPr>
        <p:spPr>
          <a:xfrm>
            <a:off x="1692925" y="1344950"/>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442</a:t>
            </a:r>
            <a:endParaRPr>
              <a:latin typeface="Cairo"/>
              <a:ea typeface="Cairo"/>
              <a:cs typeface="Cairo"/>
              <a:sym typeface="Cairo"/>
            </a:endParaRPr>
          </a:p>
        </p:txBody>
      </p:sp>
      <p:sp>
        <p:nvSpPr>
          <p:cNvPr id="1298" name="Google Shape;1298;p148"/>
          <p:cNvSpPr/>
          <p:nvPr/>
        </p:nvSpPr>
        <p:spPr>
          <a:xfrm>
            <a:off x="996925" y="1939850"/>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232</a:t>
            </a:r>
            <a:endParaRPr>
              <a:latin typeface="Cairo"/>
              <a:ea typeface="Cairo"/>
              <a:cs typeface="Cairo"/>
              <a:sym typeface="Cairo"/>
            </a:endParaRPr>
          </a:p>
        </p:txBody>
      </p:sp>
      <p:sp>
        <p:nvSpPr>
          <p:cNvPr id="1299" name="Google Shape;1299;p148"/>
          <p:cNvSpPr/>
          <p:nvPr/>
        </p:nvSpPr>
        <p:spPr>
          <a:xfrm>
            <a:off x="996925" y="1356050"/>
            <a:ext cx="696000" cy="572700"/>
          </a:xfrm>
          <a:prstGeom prst="mathMultiply">
            <a:avLst>
              <a:gd fmla="val 23520" name="adj1"/>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iro"/>
              <a:ea typeface="Cairo"/>
              <a:cs typeface="Cairo"/>
              <a:sym typeface="Cairo"/>
            </a:endParaRPr>
          </a:p>
        </p:txBody>
      </p:sp>
      <p:sp>
        <p:nvSpPr>
          <p:cNvPr id="1300" name="Google Shape;1300;p148"/>
          <p:cNvSpPr/>
          <p:nvPr/>
        </p:nvSpPr>
        <p:spPr>
          <a:xfrm>
            <a:off x="1692925" y="1939850"/>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291</a:t>
            </a:r>
            <a:endParaRPr>
              <a:latin typeface="Cairo"/>
              <a:ea typeface="Cairo"/>
              <a:cs typeface="Cairo"/>
              <a:sym typeface="Cairo"/>
            </a:endParaRPr>
          </a:p>
        </p:txBody>
      </p:sp>
      <p:sp>
        <p:nvSpPr>
          <p:cNvPr id="1301" name="Google Shape;1301;p148"/>
          <p:cNvSpPr/>
          <p:nvPr/>
        </p:nvSpPr>
        <p:spPr>
          <a:xfrm>
            <a:off x="4829700" y="1344950"/>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-100</a:t>
            </a:r>
            <a:endParaRPr>
              <a:latin typeface="Cairo"/>
              <a:ea typeface="Cairo"/>
              <a:cs typeface="Cairo"/>
              <a:sym typeface="Cairo"/>
            </a:endParaRPr>
          </a:p>
        </p:txBody>
      </p:sp>
      <p:sp>
        <p:nvSpPr>
          <p:cNvPr id="1302" name="Google Shape;1302;p148"/>
          <p:cNvSpPr/>
          <p:nvPr/>
        </p:nvSpPr>
        <p:spPr>
          <a:xfrm>
            <a:off x="5525700" y="1344950"/>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442</a:t>
            </a:r>
            <a:endParaRPr>
              <a:latin typeface="Cairo"/>
              <a:ea typeface="Cairo"/>
              <a:cs typeface="Cairo"/>
              <a:sym typeface="Cairo"/>
            </a:endParaRPr>
          </a:p>
        </p:txBody>
      </p:sp>
      <p:sp>
        <p:nvSpPr>
          <p:cNvPr id="1303" name="Google Shape;1303;p148"/>
          <p:cNvSpPr/>
          <p:nvPr/>
        </p:nvSpPr>
        <p:spPr>
          <a:xfrm>
            <a:off x="4829700" y="1939850"/>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232</a:t>
            </a:r>
            <a:endParaRPr>
              <a:latin typeface="Cairo"/>
              <a:ea typeface="Cairo"/>
              <a:cs typeface="Cairo"/>
              <a:sym typeface="Cairo"/>
            </a:endParaRPr>
          </a:p>
        </p:txBody>
      </p:sp>
      <p:sp>
        <p:nvSpPr>
          <p:cNvPr id="1304" name="Google Shape;1304;p148"/>
          <p:cNvSpPr/>
          <p:nvPr/>
        </p:nvSpPr>
        <p:spPr>
          <a:xfrm>
            <a:off x="4829700" y="1356050"/>
            <a:ext cx="696000" cy="572700"/>
          </a:xfrm>
          <a:prstGeom prst="mathMultiply">
            <a:avLst>
              <a:gd fmla="val 23520" name="adj1"/>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iro"/>
              <a:ea typeface="Cairo"/>
              <a:cs typeface="Cairo"/>
              <a:sym typeface="Cairo"/>
            </a:endParaRPr>
          </a:p>
        </p:txBody>
      </p:sp>
      <p:sp>
        <p:nvSpPr>
          <p:cNvPr id="1305" name="Google Shape;1305;p148"/>
          <p:cNvSpPr/>
          <p:nvPr/>
        </p:nvSpPr>
        <p:spPr>
          <a:xfrm>
            <a:off x="5525700" y="1939850"/>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291</a:t>
            </a:r>
            <a:endParaRPr>
              <a:latin typeface="Cairo"/>
              <a:ea typeface="Cairo"/>
              <a:cs typeface="Cairo"/>
              <a:sym typeface="Cairo"/>
            </a:endParaRPr>
          </a:p>
        </p:txBody>
      </p:sp>
      <p:sp>
        <p:nvSpPr>
          <p:cNvPr id="1306" name="Google Shape;1306;p148"/>
          <p:cNvSpPr/>
          <p:nvPr/>
        </p:nvSpPr>
        <p:spPr>
          <a:xfrm>
            <a:off x="4829700" y="1950950"/>
            <a:ext cx="696000" cy="572700"/>
          </a:xfrm>
          <a:prstGeom prst="mathMultiply">
            <a:avLst>
              <a:gd fmla="val 23520" name="adj1"/>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iro"/>
              <a:ea typeface="Cairo"/>
              <a:cs typeface="Cairo"/>
              <a:sym typeface="Cairo"/>
            </a:endParaRPr>
          </a:p>
        </p:txBody>
      </p:sp>
      <p:sp>
        <p:nvSpPr>
          <p:cNvPr id="1307" name="Google Shape;1307;p148"/>
          <p:cNvSpPr/>
          <p:nvPr/>
        </p:nvSpPr>
        <p:spPr>
          <a:xfrm>
            <a:off x="5525700" y="1950950"/>
            <a:ext cx="696000" cy="572700"/>
          </a:xfrm>
          <a:prstGeom prst="mathMultiply">
            <a:avLst>
              <a:gd fmla="val 23520" name="adj1"/>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iro"/>
              <a:ea typeface="Cairo"/>
              <a:cs typeface="Cairo"/>
              <a:sym typeface="Cairo"/>
            </a:endParaRPr>
          </a:p>
        </p:txBody>
      </p:sp>
      <p:sp>
        <p:nvSpPr>
          <p:cNvPr id="1308" name="Google Shape;1308;p148"/>
          <p:cNvSpPr/>
          <p:nvPr/>
        </p:nvSpPr>
        <p:spPr>
          <a:xfrm>
            <a:off x="2363725" y="3476125"/>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442</a:t>
            </a:r>
            <a:endParaRPr>
              <a:latin typeface="Cairo"/>
              <a:ea typeface="Cairo"/>
              <a:cs typeface="Cairo"/>
              <a:sym typeface="Cairo"/>
            </a:endParaRPr>
          </a:p>
        </p:txBody>
      </p:sp>
      <p:sp>
        <p:nvSpPr>
          <p:cNvPr id="1309" name="Google Shape;1309;p148"/>
          <p:cNvSpPr/>
          <p:nvPr/>
        </p:nvSpPr>
        <p:spPr>
          <a:xfrm>
            <a:off x="3059725" y="3476125"/>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283</a:t>
            </a:r>
            <a:endParaRPr>
              <a:latin typeface="Cairo"/>
              <a:ea typeface="Cairo"/>
              <a:cs typeface="Cairo"/>
              <a:sym typeface="Cairo"/>
            </a:endParaRPr>
          </a:p>
        </p:txBody>
      </p:sp>
      <p:sp>
        <p:nvSpPr>
          <p:cNvPr id="1310" name="Google Shape;1310;p148"/>
          <p:cNvSpPr/>
          <p:nvPr/>
        </p:nvSpPr>
        <p:spPr>
          <a:xfrm>
            <a:off x="3755725" y="3476125"/>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331</a:t>
            </a:r>
            <a:endParaRPr>
              <a:latin typeface="Cairo"/>
              <a:ea typeface="Cairo"/>
              <a:cs typeface="Cairo"/>
              <a:sym typeface="Cairo"/>
            </a:endParaRPr>
          </a:p>
        </p:txBody>
      </p:sp>
      <p:sp>
        <p:nvSpPr>
          <p:cNvPr id="1311" name="Google Shape;1311;p148"/>
          <p:cNvSpPr/>
          <p:nvPr/>
        </p:nvSpPr>
        <p:spPr>
          <a:xfrm>
            <a:off x="4451725" y="3476125"/>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407</a:t>
            </a:r>
            <a:endParaRPr>
              <a:latin typeface="Cairo"/>
              <a:ea typeface="Cairo"/>
              <a:cs typeface="Cairo"/>
              <a:sym typeface="Cairo"/>
            </a:endParaRPr>
          </a:p>
        </p:txBody>
      </p:sp>
      <p:sp>
        <p:nvSpPr>
          <p:cNvPr id="1312" name="Google Shape;1312;p148"/>
          <p:cNvSpPr/>
          <p:nvPr/>
        </p:nvSpPr>
        <p:spPr>
          <a:xfrm>
            <a:off x="5147725" y="3476125"/>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364</a:t>
            </a:r>
            <a:endParaRPr>
              <a:latin typeface="Cairo"/>
              <a:ea typeface="Cairo"/>
              <a:cs typeface="Cairo"/>
              <a:sym typeface="Cairo"/>
            </a:endParaRPr>
          </a:p>
        </p:txBody>
      </p:sp>
      <p:sp>
        <p:nvSpPr>
          <p:cNvPr id="1313" name="Google Shape;1313;p148"/>
          <p:cNvSpPr/>
          <p:nvPr/>
        </p:nvSpPr>
        <p:spPr>
          <a:xfrm>
            <a:off x="5843725" y="3476125"/>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319</a:t>
            </a:r>
            <a:endParaRPr>
              <a:latin typeface="Cairo"/>
              <a:ea typeface="Cairo"/>
              <a:cs typeface="Cairo"/>
              <a:sym typeface="Cair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7" name="Shape 1317"/>
        <p:cNvGrpSpPr/>
        <p:nvPr/>
      </p:nvGrpSpPr>
      <p:grpSpPr>
        <a:xfrm>
          <a:off x="0" y="0"/>
          <a:ext cx="0" cy="0"/>
          <a:chOff x="0" y="0"/>
          <a:chExt cx="0" cy="0"/>
        </a:xfrm>
      </p:grpSpPr>
      <p:sp>
        <p:nvSpPr>
          <p:cNvPr id="1318" name="Google Shape;1318;p14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Classifier (Softmax)</a:t>
            </a:r>
            <a:endParaRPr/>
          </a:p>
        </p:txBody>
      </p:sp>
      <p:sp>
        <p:nvSpPr>
          <p:cNvPr id="1319" name="Google Shape;1319;p149"/>
          <p:cNvSpPr/>
          <p:nvPr/>
        </p:nvSpPr>
        <p:spPr>
          <a:xfrm>
            <a:off x="2305725" y="1284675"/>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442</a:t>
            </a:r>
            <a:endParaRPr>
              <a:latin typeface="Cairo"/>
              <a:ea typeface="Cairo"/>
              <a:cs typeface="Cairo"/>
              <a:sym typeface="Cairo"/>
            </a:endParaRPr>
          </a:p>
        </p:txBody>
      </p:sp>
      <p:sp>
        <p:nvSpPr>
          <p:cNvPr id="1320" name="Google Shape;1320;p149"/>
          <p:cNvSpPr/>
          <p:nvPr/>
        </p:nvSpPr>
        <p:spPr>
          <a:xfrm>
            <a:off x="3001725" y="1284675"/>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283</a:t>
            </a:r>
            <a:endParaRPr>
              <a:latin typeface="Cairo"/>
              <a:ea typeface="Cairo"/>
              <a:cs typeface="Cairo"/>
              <a:sym typeface="Cairo"/>
            </a:endParaRPr>
          </a:p>
        </p:txBody>
      </p:sp>
      <p:sp>
        <p:nvSpPr>
          <p:cNvPr id="1321" name="Google Shape;1321;p149"/>
          <p:cNvSpPr/>
          <p:nvPr/>
        </p:nvSpPr>
        <p:spPr>
          <a:xfrm>
            <a:off x="3697725" y="1284675"/>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331</a:t>
            </a:r>
            <a:endParaRPr>
              <a:latin typeface="Cairo"/>
              <a:ea typeface="Cairo"/>
              <a:cs typeface="Cairo"/>
              <a:sym typeface="Cairo"/>
            </a:endParaRPr>
          </a:p>
        </p:txBody>
      </p:sp>
      <p:sp>
        <p:nvSpPr>
          <p:cNvPr id="1322" name="Google Shape;1322;p149"/>
          <p:cNvSpPr/>
          <p:nvPr/>
        </p:nvSpPr>
        <p:spPr>
          <a:xfrm>
            <a:off x="4393725" y="1284675"/>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407</a:t>
            </a:r>
            <a:endParaRPr>
              <a:latin typeface="Cairo"/>
              <a:ea typeface="Cairo"/>
              <a:cs typeface="Cairo"/>
              <a:sym typeface="Cairo"/>
            </a:endParaRPr>
          </a:p>
        </p:txBody>
      </p:sp>
      <p:sp>
        <p:nvSpPr>
          <p:cNvPr id="1323" name="Google Shape;1323;p149"/>
          <p:cNvSpPr/>
          <p:nvPr/>
        </p:nvSpPr>
        <p:spPr>
          <a:xfrm>
            <a:off x="5089725" y="1284675"/>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364</a:t>
            </a:r>
            <a:endParaRPr>
              <a:latin typeface="Cairo"/>
              <a:ea typeface="Cairo"/>
              <a:cs typeface="Cairo"/>
              <a:sym typeface="Cairo"/>
            </a:endParaRPr>
          </a:p>
        </p:txBody>
      </p:sp>
      <p:sp>
        <p:nvSpPr>
          <p:cNvPr id="1324" name="Google Shape;1324;p149"/>
          <p:cNvSpPr/>
          <p:nvPr/>
        </p:nvSpPr>
        <p:spPr>
          <a:xfrm>
            <a:off x="5785725" y="1284675"/>
            <a:ext cx="696000" cy="5949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iro"/>
                <a:ea typeface="Cairo"/>
                <a:cs typeface="Cairo"/>
                <a:sym typeface="Cairo"/>
              </a:rPr>
              <a:t>319</a:t>
            </a:r>
            <a:endParaRPr>
              <a:latin typeface="Cairo"/>
              <a:ea typeface="Cairo"/>
              <a:cs typeface="Cairo"/>
              <a:sym typeface="Cairo"/>
            </a:endParaRPr>
          </a:p>
        </p:txBody>
      </p:sp>
      <p:pic>
        <p:nvPicPr>
          <p:cNvPr id="1325" name="Google Shape;1325;p149"/>
          <p:cNvPicPr preferRelativeResize="0"/>
          <p:nvPr/>
        </p:nvPicPr>
        <p:blipFill>
          <a:blip r:embed="rId3">
            <a:alphaModFix/>
          </a:blip>
          <a:stretch>
            <a:fillRect/>
          </a:stretch>
        </p:blipFill>
        <p:spPr>
          <a:xfrm>
            <a:off x="1962725" y="2623225"/>
            <a:ext cx="1381974" cy="1381974"/>
          </a:xfrm>
          <a:prstGeom prst="rect">
            <a:avLst/>
          </a:prstGeom>
          <a:noFill/>
          <a:ln>
            <a:noFill/>
          </a:ln>
        </p:spPr>
      </p:pic>
      <p:sp>
        <p:nvSpPr>
          <p:cNvPr id="1326" name="Google Shape;1326;p149"/>
          <p:cNvSpPr txBox="1"/>
          <p:nvPr>
            <p:ph type="title"/>
          </p:nvPr>
        </p:nvSpPr>
        <p:spPr>
          <a:xfrm>
            <a:off x="1666563" y="4005200"/>
            <a:ext cx="1974300" cy="47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1800"/>
              <a:t>Probability: 92%</a:t>
            </a:r>
            <a:endParaRPr sz="1800"/>
          </a:p>
        </p:txBody>
      </p:sp>
      <p:sp>
        <p:nvSpPr>
          <p:cNvPr id="1327" name="Google Shape;1327;p149"/>
          <p:cNvSpPr txBox="1"/>
          <p:nvPr>
            <p:ph type="title"/>
          </p:nvPr>
        </p:nvSpPr>
        <p:spPr>
          <a:xfrm>
            <a:off x="2358213" y="2146525"/>
            <a:ext cx="591000" cy="47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1800"/>
              <a:t>Cat</a:t>
            </a:r>
            <a:endParaRPr sz="1800"/>
          </a:p>
        </p:txBody>
      </p:sp>
      <p:sp>
        <p:nvSpPr>
          <p:cNvPr id="1328" name="Google Shape;1328;p149"/>
          <p:cNvSpPr txBox="1"/>
          <p:nvPr>
            <p:ph type="title"/>
          </p:nvPr>
        </p:nvSpPr>
        <p:spPr>
          <a:xfrm>
            <a:off x="4900500" y="4005200"/>
            <a:ext cx="1974300" cy="47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1800"/>
              <a:t>Probability: 26%</a:t>
            </a:r>
            <a:endParaRPr sz="1800"/>
          </a:p>
        </p:txBody>
      </p:sp>
      <p:sp>
        <p:nvSpPr>
          <p:cNvPr id="1329" name="Google Shape;1329;p149"/>
          <p:cNvSpPr txBox="1"/>
          <p:nvPr>
            <p:ph type="title"/>
          </p:nvPr>
        </p:nvSpPr>
        <p:spPr>
          <a:xfrm>
            <a:off x="5544888" y="2146525"/>
            <a:ext cx="638400" cy="47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1800"/>
              <a:t>Dog</a:t>
            </a:r>
            <a:endParaRPr sz="1800"/>
          </a:p>
        </p:txBody>
      </p:sp>
      <p:cxnSp>
        <p:nvCxnSpPr>
          <p:cNvPr id="1330" name="Google Shape;1330;p149"/>
          <p:cNvCxnSpPr/>
          <p:nvPr/>
        </p:nvCxnSpPr>
        <p:spPr>
          <a:xfrm>
            <a:off x="4258325" y="2041075"/>
            <a:ext cx="6600" cy="1431000"/>
          </a:xfrm>
          <a:prstGeom prst="straightConnector1">
            <a:avLst/>
          </a:prstGeom>
          <a:noFill/>
          <a:ln cap="flat" cmpd="sng" w="9525">
            <a:solidFill>
              <a:srgbClr val="666666"/>
            </a:solidFill>
            <a:prstDash val="solid"/>
            <a:round/>
            <a:headEnd len="med" w="med" type="none"/>
            <a:tailEnd len="med" w="med" type="none"/>
          </a:ln>
        </p:spPr>
      </p:cxnSp>
      <p:cxnSp>
        <p:nvCxnSpPr>
          <p:cNvPr id="1331" name="Google Shape;1331;p149"/>
          <p:cNvCxnSpPr/>
          <p:nvPr/>
        </p:nvCxnSpPr>
        <p:spPr>
          <a:xfrm>
            <a:off x="4264775" y="3471975"/>
            <a:ext cx="515700" cy="0"/>
          </a:xfrm>
          <a:prstGeom prst="straightConnector1">
            <a:avLst/>
          </a:prstGeom>
          <a:noFill/>
          <a:ln cap="flat" cmpd="sng" w="9525">
            <a:solidFill>
              <a:srgbClr val="666666"/>
            </a:solidFill>
            <a:prstDash val="solid"/>
            <a:round/>
            <a:headEnd len="med" w="med" type="none"/>
            <a:tailEnd len="med" w="med" type="triangle"/>
          </a:ln>
        </p:spPr>
      </p:cxnSp>
      <p:cxnSp>
        <p:nvCxnSpPr>
          <p:cNvPr id="1332" name="Google Shape;1332;p149"/>
          <p:cNvCxnSpPr/>
          <p:nvPr/>
        </p:nvCxnSpPr>
        <p:spPr>
          <a:xfrm>
            <a:off x="4264775" y="3471975"/>
            <a:ext cx="515700" cy="0"/>
          </a:xfrm>
          <a:prstGeom prst="straightConnector1">
            <a:avLst/>
          </a:prstGeom>
          <a:noFill/>
          <a:ln cap="flat" cmpd="sng" w="9525">
            <a:solidFill>
              <a:srgbClr val="666666"/>
            </a:solidFill>
            <a:prstDash val="solid"/>
            <a:round/>
            <a:headEnd len="med" w="med" type="none"/>
            <a:tailEnd len="med" w="med" type="triangle"/>
          </a:ln>
        </p:spPr>
      </p:cxnSp>
      <p:cxnSp>
        <p:nvCxnSpPr>
          <p:cNvPr id="1333" name="Google Shape;1333;p149"/>
          <p:cNvCxnSpPr/>
          <p:nvPr/>
        </p:nvCxnSpPr>
        <p:spPr>
          <a:xfrm rot="10800000">
            <a:off x="3781625" y="3468825"/>
            <a:ext cx="476700" cy="6300"/>
          </a:xfrm>
          <a:prstGeom prst="straightConnector1">
            <a:avLst/>
          </a:prstGeom>
          <a:noFill/>
          <a:ln cap="flat" cmpd="sng" w="9525">
            <a:solidFill>
              <a:srgbClr val="666666"/>
            </a:solidFill>
            <a:prstDash val="solid"/>
            <a:round/>
            <a:headEnd len="med" w="med" type="none"/>
            <a:tailEnd len="med" w="med" type="triangle"/>
          </a:ln>
        </p:spPr>
      </p:cxnSp>
      <p:pic>
        <p:nvPicPr>
          <p:cNvPr id="1334" name="Google Shape;1334;p149" title="golden-retriever-tongue-out.jpg"/>
          <p:cNvPicPr preferRelativeResize="0"/>
          <p:nvPr/>
        </p:nvPicPr>
        <p:blipFill rotWithShape="1">
          <a:blip r:embed="rId4">
            <a:alphaModFix/>
          </a:blip>
          <a:srcRect b="0" l="11224" r="28207" t="0"/>
          <a:stretch/>
        </p:blipFill>
        <p:spPr>
          <a:xfrm>
            <a:off x="5178550" y="2623225"/>
            <a:ext cx="1381974" cy="13819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8" name="Shape 1338"/>
        <p:cNvGrpSpPr/>
        <p:nvPr/>
      </p:nvGrpSpPr>
      <p:grpSpPr>
        <a:xfrm>
          <a:off x="0" y="0"/>
          <a:ext cx="0" cy="0"/>
          <a:chOff x="0" y="0"/>
          <a:chExt cx="0" cy="0"/>
        </a:xfrm>
      </p:grpSpPr>
      <p:sp>
        <p:nvSpPr>
          <p:cNvPr id="1339" name="Google Shape;1339;p15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Putting It All Together</a:t>
            </a:r>
            <a:endParaRPr/>
          </a:p>
        </p:txBody>
      </p:sp>
      <p:sp>
        <p:nvSpPr>
          <p:cNvPr id="1340" name="Google Shape;1340;p150"/>
          <p:cNvSpPr txBox="1"/>
          <p:nvPr>
            <p:ph idx="1" type="body"/>
          </p:nvPr>
        </p:nvSpPr>
        <p:spPr>
          <a:xfrm>
            <a:off x="720000" y="1335850"/>
            <a:ext cx="7704000" cy="3102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2000"/>
              <a:t>Early on in convolutions, the network notices simple things (edges, lines, corners)</a:t>
            </a:r>
            <a:endParaRPr sz="2000"/>
          </a:p>
          <a:p>
            <a:pPr indent="0" lvl="0" marL="0" rtl="0" algn="l">
              <a:lnSpc>
                <a:spcPct val="100000"/>
              </a:lnSpc>
              <a:spcBef>
                <a:spcPts val="0"/>
              </a:spcBef>
              <a:spcAft>
                <a:spcPts val="0"/>
              </a:spcAft>
              <a:buSzPts val="1200"/>
              <a:buNone/>
            </a:pPr>
            <a:r>
              <a:rPr lang="en" sz="2000"/>
              <a:t>Those get combined into slightly more complex shapes (curves, textures)</a:t>
            </a:r>
            <a:endParaRPr sz="2000"/>
          </a:p>
          <a:p>
            <a:pPr indent="0" lvl="0" marL="0" rtl="0" algn="l">
              <a:lnSpc>
                <a:spcPct val="100000"/>
              </a:lnSpc>
              <a:spcBef>
                <a:spcPts val="0"/>
              </a:spcBef>
              <a:spcAft>
                <a:spcPts val="0"/>
              </a:spcAft>
              <a:buSzPts val="1200"/>
              <a:buNone/>
            </a:pPr>
            <a:r>
              <a:rPr lang="en" sz="2000"/>
              <a:t>Eventually those combine into recognizable objects (eyes, a wheel, a face)</a:t>
            </a:r>
            <a:endParaRPr sz="2000"/>
          </a:p>
          <a:p>
            <a:pPr indent="0" lvl="0" marL="0" rtl="0" algn="l">
              <a:lnSpc>
                <a:spcPct val="100000"/>
              </a:lnSpc>
              <a:spcBef>
                <a:spcPts val="0"/>
              </a:spcBef>
              <a:spcAft>
                <a:spcPts val="0"/>
              </a:spcAft>
              <a:buSzPts val="1200"/>
              <a:buNone/>
            </a:pPr>
            <a:r>
              <a:rPr lang="en" sz="2000"/>
              <a:t>Flattening happens at the end then classification.</a:t>
            </a:r>
            <a:endParaRPr sz="2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4" name="Shape 1344"/>
        <p:cNvGrpSpPr/>
        <p:nvPr/>
      </p:nvGrpSpPr>
      <p:grpSpPr>
        <a:xfrm>
          <a:off x="0" y="0"/>
          <a:ext cx="0" cy="0"/>
          <a:chOff x="0" y="0"/>
          <a:chExt cx="0" cy="0"/>
        </a:xfrm>
      </p:grpSpPr>
      <p:sp>
        <p:nvSpPr>
          <p:cNvPr id="1345" name="Google Shape;1345;p15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Polished Talks Benefit Careers</a:t>
            </a:r>
            <a:endParaRPr/>
          </a:p>
        </p:txBody>
      </p:sp>
      <p:sp>
        <p:nvSpPr>
          <p:cNvPr id="1346" name="Google Shape;1346;p151"/>
          <p:cNvSpPr txBox="1"/>
          <p:nvPr>
            <p:ph idx="1" type="body"/>
          </p:nvPr>
        </p:nvSpPr>
        <p:spPr>
          <a:xfrm>
            <a:off x="720000" y="1090229"/>
            <a:ext cx="7704000" cy="34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Review by Sarina &amp; Nick</a:t>
            </a:r>
            <a:endParaRPr/>
          </a:p>
        </p:txBody>
      </p:sp>
      <p:pic>
        <p:nvPicPr>
          <p:cNvPr id="1347" name="Google Shape;1347;p151" title="Screenshot 2026-09-10 162615.png"/>
          <p:cNvPicPr preferRelativeResize="0"/>
          <p:nvPr/>
        </p:nvPicPr>
        <p:blipFill>
          <a:blip r:embed="rId3">
            <a:alphaModFix/>
          </a:blip>
          <a:stretch>
            <a:fillRect/>
          </a:stretch>
        </p:blipFill>
        <p:spPr>
          <a:xfrm>
            <a:off x="5234200" y="1164729"/>
            <a:ext cx="2321109" cy="3399872"/>
          </a:xfrm>
          <a:prstGeom prst="rect">
            <a:avLst/>
          </a:prstGeom>
          <a:noFill/>
          <a:ln>
            <a:noFill/>
          </a:ln>
        </p:spPr>
      </p:pic>
      <p:pic>
        <p:nvPicPr>
          <p:cNvPr id="1348" name="Google Shape;1348;p151" title="Screenshot 2026-09-10 162654.png"/>
          <p:cNvPicPr preferRelativeResize="0"/>
          <p:nvPr/>
        </p:nvPicPr>
        <p:blipFill rotWithShape="1">
          <a:blip r:embed="rId4">
            <a:alphaModFix/>
          </a:blip>
          <a:srcRect b="0" l="0" r="67804" t="14821"/>
          <a:stretch/>
        </p:blipFill>
        <p:spPr>
          <a:xfrm>
            <a:off x="521275" y="2500675"/>
            <a:ext cx="1254875" cy="1299525"/>
          </a:xfrm>
          <a:prstGeom prst="rect">
            <a:avLst/>
          </a:prstGeom>
          <a:noFill/>
          <a:ln>
            <a:noFill/>
          </a:ln>
        </p:spPr>
      </p:pic>
      <p:pic>
        <p:nvPicPr>
          <p:cNvPr id="1349" name="Google Shape;1349;p151" title="Screenshot 2026-09-10 162654.png"/>
          <p:cNvPicPr preferRelativeResize="0"/>
          <p:nvPr/>
        </p:nvPicPr>
        <p:blipFill rotWithShape="1">
          <a:blip r:embed="rId4">
            <a:alphaModFix/>
          </a:blip>
          <a:srcRect b="84945" l="0" r="47282" t="0"/>
          <a:stretch/>
        </p:blipFill>
        <p:spPr>
          <a:xfrm>
            <a:off x="1442725" y="2172500"/>
            <a:ext cx="2054775" cy="229688"/>
          </a:xfrm>
          <a:prstGeom prst="rect">
            <a:avLst/>
          </a:prstGeom>
          <a:noFill/>
          <a:ln>
            <a:noFill/>
          </a:ln>
        </p:spPr>
      </p:pic>
      <p:pic>
        <p:nvPicPr>
          <p:cNvPr id="1350" name="Google Shape;1350;p151" title="Screenshot 2026-09-10 162654.png"/>
          <p:cNvPicPr preferRelativeResize="0"/>
          <p:nvPr/>
        </p:nvPicPr>
        <p:blipFill rotWithShape="1">
          <a:blip r:embed="rId4">
            <a:alphaModFix/>
          </a:blip>
          <a:srcRect b="0" l="32487" r="33237" t="14821"/>
          <a:stretch/>
        </p:blipFill>
        <p:spPr>
          <a:xfrm>
            <a:off x="1878950" y="2500675"/>
            <a:ext cx="1335950" cy="1299525"/>
          </a:xfrm>
          <a:prstGeom prst="rect">
            <a:avLst/>
          </a:prstGeom>
          <a:noFill/>
          <a:ln>
            <a:noFill/>
          </a:ln>
        </p:spPr>
      </p:pic>
      <p:pic>
        <p:nvPicPr>
          <p:cNvPr id="1351" name="Google Shape;1351;p151" title="Screenshot 2026-09-10 162654.png"/>
          <p:cNvPicPr preferRelativeResize="0"/>
          <p:nvPr/>
        </p:nvPicPr>
        <p:blipFill rotWithShape="1">
          <a:blip r:embed="rId4">
            <a:alphaModFix/>
          </a:blip>
          <a:srcRect b="0" l="66561" r="0" t="14821"/>
          <a:stretch/>
        </p:blipFill>
        <p:spPr>
          <a:xfrm>
            <a:off x="3348500" y="2500675"/>
            <a:ext cx="1303325" cy="12995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5" name="Shape 1355"/>
        <p:cNvGrpSpPr/>
        <p:nvPr/>
      </p:nvGrpSpPr>
      <p:grpSpPr>
        <a:xfrm>
          <a:off x="0" y="0"/>
          <a:ext cx="0" cy="0"/>
          <a:chOff x="0" y="0"/>
          <a:chExt cx="0" cy="0"/>
        </a:xfrm>
      </p:grpSpPr>
      <p:sp>
        <p:nvSpPr>
          <p:cNvPr id="1356" name="Google Shape;1356;p152"/>
          <p:cNvSpPr txBox="1"/>
          <p:nvPr>
            <p:ph idx="1" type="body"/>
          </p:nvPr>
        </p:nvSpPr>
        <p:spPr>
          <a:xfrm>
            <a:off x="3175075" y="3949650"/>
            <a:ext cx="1741800" cy="34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rPr>
              <a:t>Review by Sarina &amp; Nick</a:t>
            </a:r>
            <a:endParaRPr>
              <a:solidFill>
                <a:srgbClr val="000000"/>
              </a:solidFill>
            </a:endParaRPr>
          </a:p>
        </p:txBody>
      </p:sp>
      <p:pic>
        <p:nvPicPr>
          <p:cNvPr id="1357" name="Google Shape;1357;p152" title="Screenshot 2026-09-10 162615.png"/>
          <p:cNvPicPr preferRelativeResize="0"/>
          <p:nvPr/>
        </p:nvPicPr>
        <p:blipFill rotWithShape="1">
          <a:blip r:embed="rId3">
            <a:alphaModFix/>
          </a:blip>
          <a:srcRect b="19120" l="0" r="0" t="0"/>
          <a:stretch/>
        </p:blipFill>
        <p:spPr>
          <a:xfrm>
            <a:off x="3130300" y="1624350"/>
            <a:ext cx="1763325" cy="2088950"/>
          </a:xfrm>
          <a:prstGeom prst="rect">
            <a:avLst/>
          </a:prstGeom>
          <a:noFill/>
          <a:ln>
            <a:noFill/>
          </a:ln>
        </p:spPr>
      </p:pic>
      <p:pic>
        <p:nvPicPr>
          <p:cNvPr id="1358" name="Google Shape;1358;p152" title="Screenshot 2026-09-10 162615.png"/>
          <p:cNvPicPr preferRelativeResize="0"/>
          <p:nvPr/>
        </p:nvPicPr>
        <p:blipFill rotWithShape="1">
          <a:blip r:embed="rId3">
            <a:alphaModFix/>
          </a:blip>
          <a:srcRect b="0" l="0" r="0" t="85322"/>
          <a:stretch/>
        </p:blipFill>
        <p:spPr>
          <a:xfrm>
            <a:off x="2337250" y="527550"/>
            <a:ext cx="3417474" cy="7347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2" name="Shape 1362"/>
        <p:cNvGrpSpPr/>
        <p:nvPr/>
      </p:nvGrpSpPr>
      <p:grpSpPr>
        <a:xfrm>
          <a:off x="0" y="0"/>
          <a:ext cx="0" cy="0"/>
          <a:chOff x="0" y="0"/>
          <a:chExt cx="0" cy="0"/>
        </a:xfrm>
      </p:grpSpPr>
      <p:sp>
        <p:nvSpPr>
          <p:cNvPr id="1363" name="Google Shape;1363;p153"/>
          <p:cNvSpPr/>
          <p:nvPr>
            <p:ph idx="2" type="pic"/>
          </p:nvPr>
        </p:nvSpPr>
        <p:spPr>
          <a:xfrm>
            <a:off x="0" y="0"/>
            <a:ext cx="9144000" cy="5143500"/>
          </a:xfrm>
          <a:prstGeom prst="rect">
            <a:avLst/>
          </a:prstGeom>
        </p:spPr>
      </p:sp>
      <p:sp>
        <p:nvSpPr>
          <p:cNvPr id="1364" name="Google Shape;1364;p153"/>
          <p:cNvSpPr txBox="1"/>
          <p:nvPr>
            <p:ph type="title"/>
          </p:nvPr>
        </p:nvSpPr>
        <p:spPr>
          <a:xfrm>
            <a:off x="720000" y="4014450"/>
            <a:ext cx="57132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Week 4</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8" name="Shape 1368"/>
        <p:cNvGrpSpPr/>
        <p:nvPr/>
      </p:nvGrpSpPr>
      <p:grpSpPr>
        <a:xfrm>
          <a:off x="0" y="0"/>
          <a:ext cx="0" cy="0"/>
          <a:chOff x="0" y="0"/>
          <a:chExt cx="0" cy="0"/>
        </a:xfrm>
      </p:grpSpPr>
      <p:sp>
        <p:nvSpPr>
          <p:cNvPr id="1369" name="Google Shape;1369;p15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t>Progress So Far</a:t>
            </a:r>
            <a:endParaRPr sz="3200"/>
          </a:p>
        </p:txBody>
      </p:sp>
      <p:sp>
        <p:nvSpPr>
          <p:cNvPr id="1370" name="Google Shape;1370;p154"/>
          <p:cNvSpPr txBox="1"/>
          <p:nvPr>
            <p:ph idx="1" type="body"/>
          </p:nvPr>
        </p:nvSpPr>
        <p:spPr>
          <a:xfrm>
            <a:off x="720000" y="1090200"/>
            <a:ext cx="4959300" cy="30801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Char char="-"/>
            </a:pPr>
            <a:r>
              <a:rPr lang="en" sz="2100"/>
              <a:t>Received</a:t>
            </a:r>
            <a:r>
              <a:rPr lang="en" sz="2100"/>
              <a:t> the dataset of images from biology professor.</a:t>
            </a:r>
            <a:endParaRPr sz="2100"/>
          </a:p>
          <a:p>
            <a:pPr indent="-361950" lvl="0" marL="457200" rtl="0" algn="l">
              <a:spcBef>
                <a:spcPts val="0"/>
              </a:spcBef>
              <a:spcAft>
                <a:spcPts val="0"/>
              </a:spcAft>
              <a:buSzPts val="2100"/>
              <a:buChar char="-"/>
            </a:pPr>
            <a:r>
              <a:rPr lang="en" sz="2100"/>
              <a:t>Analyzed the folders/filenames to </a:t>
            </a:r>
            <a:r>
              <a:rPr lang="en" sz="2100"/>
              <a:t>separate</a:t>
            </a:r>
            <a:r>
              <a:rPr lang="en" sz="2100"/>
              <a:t> attributes</a:t>
            </a:r>
            <a:endParaRPr sz="2100"/>
          </a:p>
          <a:p>
            <a:pPr indent="-361950" lvl="0" marL="457200" rtl="0" algn="l">
              <a:spcBef>
                <a:spcPts val="0"/>
              </a:spcBef>
              <a:spcAft>
                <a:spcPts val="0"/>
              </a:spcAft>
              <a:buSzPts val="2100"/>
              <a:buChar char="-"/>
            </a:pPr>
            <a:r>
              <a:rPr lang="en" sz="2100"/>
              <a:t>Wrote a script to run through the dataset</a:t>
            </a:r>
            <a:endParaRPr sz="2100"/>
          </a:p>
          <a:p>
            <a:pPr indent="-361950" lvl="0" marL="457200" rtl="0" algn="l">
              <a:spcBef>
                <a:spcPts val="0"/>
              </a:spcBef>
              <a:spcAft>
                <a:spcPts val="0"/>
              </a:spcAft>
              <a:buSzPts val="2100"/>
              <a:buChar char="-"/>
            </a:pPr>
            <a:r>
              <a:rPr lang="en" sz="2100"/>
              <a:t>Designed a dashboard to represent current csv data.</a:t>
            </a:r>
            <a:endParaRPr sz="2100"/>
          </a:p>
        </p:txBody>
      </p:sp>
      <p:pic>
        <p:nvPicPr>
          <p:cNvPr id="1371" name="Google Shape;1371;p154" title="Bell Pond_5.15.2023_10X_TR1 no dilution-pp_00010.png"/>
          <p:cNvPicPr preferRelativeResize="0"/>
          <p:nvPr/>
        </p:nvPicPr>
        <p:blipFill>
          <a:blip r:embed="rId3">
            <a:alphaModFix/>
          </a:blip>
          <a:stretch>
            <a:fillRect/>
          </a:stretch>
        </p:blipFill>
        <p:spPr>
          <a:xfrm>
            <a:off x="6657075" y="790950"/>
            <a:ext cx="805918" cy="626825"/>
          </a:xfrm>
          <a:prstGeom prst="rect">
            <a:avLst/>
          </a:prstGeom>
          <a:noFill/>
          <a:ln>
            <a:noFill/>
          </a:ln>
        </p:spPr>
      </p:pic>
      <p:pic>
        <p:nvPicPr>
          <p:cNvPr id="1372" name="Google Shape;1372;p154" title="Bell Pond_5.15.2023_10X_TR1 no dilution-pp_00016.png"/>
          <p:cNvPicPr preferRelativeResize="0"/>
          <p:nvPr/>
        </p:nvPicPr>
        <p:blipFill>
          <a:blip r:embed="rId4">
            <a:alphaModFix/>
          </a:blip>
          <a:stretch>
            <a:fillRect/>
          </a:stretch>
        </p:blipFill>
        <p:spPr>
          <a:xfrm>
            <a:off x="5969600" y="1417775"/>
            <a:ext cx="687475" cy="626825"/>
          </a:xfrm>
          <a:prstGeom prst="rect">
            <a:avLst/>
          </a:prstGeom>
          <a:noFill/>
          <a:ln>
            <a:noFill/>
          </a:ln>
        </p:spPr>
      </p:pic>
      <p:pic>
        <p:nvPicPr>
          <p:cNvPr id="1373" name="Google Shape;1373;p154" title="Bell Pond_8.19.2023_10x_TM 0.5 dilution-PP_00006.png"/>
          <p:cNvPicPr preferRelativeResize="0"/>
          <p:nvPr/>
        </p:nvPicPr>
        <p:blipFill>
          <a:blip r:embed="rId5">
            <a:alphaModFix/>
          </a:blip>
          <a:stretch>
            <a:fillRect/>
          </a:stretch>
        </p:blipFill>
        <p:spPr>
          <a:xfrm>
            <a:off x="6721900" y="1969275"/>
            <a:ext cx="676275" cy="695325"/>
          </a:xfrm>
          <a:prstGeom prst="rect">
            <a:avLst/>
          </a:prstGeom>
          <a:noFill/>
          <a:ln>
            <a:noFill/>
          </a:ln>
        </p:spPr>
      </p:pic>
      <p:pic>
        <p:nvPicPr>
          <p:cNvPr id="1374" name="Google Shape;1374;p154" title="Bell Pond_8.19.2023_10x_TM 0.5 dilution-PP_00002.png"/>
          <p:cNvPicPr preferRelativeResize="0"/>
          <p:nvPr/>
        </p:nvPicPr>
        <p:blipFill>
          <a:blip r:embed="rId6">
            <a:alphaModFix/>
          </a:blip>
          <a:stretch>
            <a:fillRect/>
          </a:stretch>
        </p:blipFill>
        <p:spPr>
          <a:xfrm>
            <a:off x="6165700" y="2508925"/>
            <a:ext cx="295275" cy="457200"/>
          </a:xfrm>
          <a:prstGeom prst="rect">
            <a:avLst/>
          </a:prstGeom>
          <a:noFill/>
          <a:ln>
            <a:noFill/>
          </a:ln>
        </p:spPr>
      </p:pic>
      <p:pic>
        <p:nvPicPr>
          <p:cNvPr id="1375" name="Google Shape;1375;p154" title="Bell Pond_8.19.2023_10x_TM 0.5 dilution-PP_00003.png"/>
          <p:cNvPicPr preferRelativeResize="0"/>
          <p:nvPr/>
        </p:nvPicPr>
        <p:blipFill>
          <a:blip r:embed="rId7">
            <a:alphaModFix/>
          </a:blip>
          <a:stretch>
            <a:fillRect/>
          </a:stretch>
        </p:blipFill>
        <p:spPr>
          <a:xfrm>
            <a:off x="6883825" y="2876100"/>
            <a:ext cx="352425" cy="457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9" name="Shape 1379"/>
        <p:cNvGrpSpPr/>
        <p:nvPr/>
      </p:nvGrpSpPr>
      <p:grpSpPr>
        <a:xfrm>
          <a:off x="0" y="0"/>
          <a:ext cx="0" cy="0"/>
          <a:chOff x="0" y="0"/>
          <a:chExt cx="0" cy="0"/>
        </a:xfrm>
      </p:grpSpPr>
      <p:pic>
        <p:nvPicPr>
          <p:cNvPr id="1380" name="Google Shape;1380;p155" title="Screenshot 2026-09-14 at 6.45.52 PM.png"/>
          <p:cNvPicPr preferRelativeResize="0"/>
          <p:nvPr/>
        </p:nvPicPr>
        <p:blipFill>
          <a:blip r:embed="rId3">
            <a:alphaModFix/>
          </a:blip>
          <a:stretch>
            <a:fillRect/>
          </a:stretch>
        </p:blipFill>
        <p:spPr>
          <a:xfrm>
            <a:off x="108125" y="1937125"/>
            <a:ext cx="8927749" cy="1089800"/>
          </a:xfrm>
          <a:prstGeom prst="rect">
            <a:avLst/>
          </a:prstGeom>
          <a:noFill/>
          <a:ln>
            <a:noFill/>
          </a:ln>
        </p:spPr>
      </p:pic>
      <p:sp>
        <p:nvSpPr>
          <p:cNvPr id="1381" name="Google Shape;1381;p155"/>
          <p:cNvSpPr txBox="1"/>
          <p:nvPr>
            <p:ph idx="4294967295" type="body"/>
          </p:nvPr>
        </p:nvSpPr>
        <p:spPr>
          <a:xfrm>
            <a:off x="693200" y="3295050"/>
            <a:ext cx="6700500" cy="10899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Char char="-"/>
            </a:pPr>
            <a:r>
              <a:rPr lang="en" sz="1700"/>
              <a:t>~550,000 images in the dataset</a:t>
            </a:r>
            <a:endParaRPr sz="1700"/>
          </a:p>
          <a:p>
            <a:pPr indent="-336550" lvl="0" marL="457200" rtl="0" algn="l">
              <a:spcBef>
                <a:spcPts val="0"/>
              </a:spcBef>
              <a:spcAft>
                <a:spcPts val="0"/>
              </a:spcAft>
              <a:buSzPts val="1700"/>
              <a:buChar char="-"/>
            </a:pPr>
            <a:r>
              <a:rPr lang="en" sz="1700"/>
              <a:t>From the 648 total folders, 77 are raw, and 571 are -pp.</a:t>
            </a:r>
            <a:endParaRPr sz="1700"/>
          </a:p>
          <a:p>
            <a:pPr indent="-336550" lvl="0" marL="457200" rtl="0" algn="l">
              <a:spcBef>
                <a:spcPts val="0"/>
              </a:spcBef>
              <a:spcAft>
                <a:spcPts val="0"/>
              </a:spcAft>
              <a:buSzPts val="1700"/>
              <a:buChar char="-"/>
            </a:pPr>
            <a:r>
              <a:rPr lang="en" sz="1700"/>
              <a:t>out of the 77 raw, 34 are pairs with -pp, and 43 are standalone</a:t>
            </a:r>
            <a:endParaRPr sz="17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5" name="Shape 1385"/>
        <p:cNvGrpSpPr/>
        <p:nvPr/>
      </p:nvGrpSpPr>
      <p:grpSpPr>
        <a:xfrm>
          <a:off x="0" y="0"/>
          <a:ext cx="0" cy="0"/>
          <a:chOff x="0" y="0"/>
          <a:chExt cx="0" cy="0"/>
        </a:xfrm>
      </p:grpSpPr>
      <p:pic>
        <p:nvPicPr>
          <p:cNvPr id="1386" name="Google Shape;1386;p156" title="Screenshot 2026-09-17 at 2.41.16 PM.png"/>
          <p:cNvPicPr preferRelativeResize="0"/>
          <p:nvPr/>
        </p:nvPicPr>
        <p:blipFill>
          <a:blip r:embed="rId3">
            <a:alphaModFix/>
          </a:blip>
          <a:stretch>
            <a:fillRect/>
          </a:stretch>
        </p:blipFill>
        <p:spPr>
          <a:xfrm>
            <a:off x="276938" y="646774"/>
            <a:ext cx="8590124" cy="38499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0" name="Shape 1390"/>
        <p:cNvGrpSpPr/>
        <p:nvPr/>
      </p:nvGrpSpPr>
      <p:grpSpPr>
        <a:xfrm>
          <a:off x="0" y="0"/>
          <a:ext cx="0" cy="0"/>
          <a:chOff x="0" y="0"/>
          <a:chExt cx="0" cy="0"/>
        </a:xfrm>
      </p:grpSpPr>
      <p:pic>
        <p:nvPicPr>
          <p:cNvPr id="1391" name="Google Shape;1391;p157" title="Screenshot 2026-09-17 at 2.40.59 PM.png"/>
          <p:cNvPicPr preferRelativeResize="0"/>
          <p:nvPr/>
        </p:nvPicPr>
        <p:blipFill>
          <a:blip r:embed="rId3">
            <a:alphaModFix/>
          </a:blip>
          <a:stretch>
            <a:fillRect/>
          </a:stretch>
        </p:blipFill>
        <p:spPr>
          <a:xfrm>
            <a:off x="576938" y="698012"/>
            <a:ext cx="7990123" cy="37474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5" name="Shape 1395"/>
        <p:cNvGrpSpPr/>
        <p:nvPr/>
      </p:nvGrpSpPr>
      <p:grpSpPr>
        <a:xfrm>
          <a:off x="0" y="0"/>
          <a:ext cx="0" cy="0"/>
          <a:chOff x="0" y="0"/>
          <a:chExt cx="0" cy="0"/>
        </a:xfrm>
      </p:grpSpPr>
      <p:sp>
        <p:nvSpPr>
          <p:cNvPr id="1396" name="Google Shape;1396;p15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Challenges</a:t>
            </a:r>
            <a:endParaRPr/>
          </a:p>
        </p:txBody>
      </p:sp>
      <p:sp>
        <p:nvSpPr>
          <p:cNvPr id="1397" name="Google Shape;1397;p158"/>
          <p:cNvSpPr txBox="1"/>
          <p:nvPr>
            <p:ph idx="1" type="body"/>
          </p:nvPr>
        </p:nvSpPr>
        <p:spPr>
          <a:xfrm>
            <a:off x="720000" y="1090195"/>
            <a:ext cx="7704000" cy="216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2000"/>
              <a:t>-649 raw folders with no consistent naming convention</a:t>
            </a:r>
            <a:endParaRPr sz="2000"/>
          </a:p>
          <a:p>
            <a:pPr indent="0" lvl="0" marL="0" rtl="0" algn="l">
              <a:lnSpc>
                <a:spcPct val="100000"/>
              </a:lnSpc>
              <a:spcBef>
                <a:spcPts val="0"/>
              </a:spcBef>
              <a:spcAft>
                <a:spcPts val="0"/>
              </a:spcAft>
              <a:buSzPts val="1200"/>
              <a:buNone/>
            </a:pPr>
            <a:r>
              <a:rPr lang="en" sz="2000"/>
              <a:t>-Didnt know whether to normalize names or to separate them</a:t>
            </a:r>
            <a:endParaRPr sz="2000"/>
          </a:p>
          <a:p>
            <a:pPr indent="0" lvl="0" marL="0" rtl="0" algn="l">
              <a:lnSpc>
                <a:spcPct val="100000"/>
              </a:lnSpc>
              <a:spcBef>
                <a:spcPts val="0"/>
              </a:spcBef>
              <a:spcAft>
                <a:spcPts val="0"/>
              </a:spcAft>
              <a:buSzPts val="1200"/>
              <a:buNone/>
            </a:pPr>
            <a:r>
              <a:rPr lang="en" sz="2000"/>
              <a:t>-37 folders are missing magnification info</a:t>
            </a:r>
            <a:endParaRPr sz="2000"/>
          </a:p>
          <a:p>
            <a:pPr indent="0" lvl="0" marL="0" rtl="0" algn="l">
              <a:lnSpc>
                <a:spcPct val="100000"/>
              </a:lnSpc>
              <a:spcBef>
                <a:spcPts val="0"/>
              </a:spcBef>
              <a:spcAft>
                <a:spcPts val="0"/>
              </a:spcAft>
              <a:buSzPts val="1200"/>
              <a:buNone/>
            </a:pPr>
            <a:r>
              <a:rPr lang="en" sz="2000"/>
              <a:t>-Didnt know what -pp was; then discovered it wasnt a clean filter (90% success rate)</a:t>
            </a:r>
            <a:endParaRPr sz="2000"/>
          </a:p>
          <a:p>
            <a:pPr indent="0" lvl="0" marL="0" rtl="0" algn="l">
              <a:lnSpc>
                <a:spcPct val="100000"/>
              </a:lnSpc>
              <a:spcBef>
                <a:spcPts val="0"/>
              </a:spcBef>
              <a:spcAft>
                <a:spcPts val="0"/>
              </a:spcAft>
              <a:buSzPts val="1200"/>
              <a:buNone/>
            </a:pPr>
            <a:r>
              <a:rPr lang="en" sz="2000"/>
              <a:t>-Some -pp folders included duplicates from their raw counterparts</a:t>
            </a:r>
            <a:endParaRPr sz="20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1" name="Shape 1401"/>
        <p:cNvGrpSpPr/>
        <p:nvPr/>
      </p:nvGrpSpPr>
      <p:grpSpPr>
        <a:xfrm>
          <a:off x="0" y="0"/>
          <a:ext cx="0" cy="0"/>
          <a:chOff x="0" y="0"/>
          <a:chExt cx="0" cy="0"/>
        </a:xfrm>
      </p:grpSpPr>
      <p:sp>
        <p:nvSpPr>
          <p:cNvPr id="1402" name="Google Shape;1402;p15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Prof. Ahlgren Update: Most Recent State</a:t>
            </a:r>
            <a:endParaRPr/>
          </a:p>
        </p:txBody>
      </p:sp>
      <p:sp>
        <p:nvSpPr>
          <p:cNvPr id="1403" name="Google Shape;1403;p159"/>
          <p:cNvSpPr txBox="1"/>
          <p:nvPr>
            <p:ph idx="1" type="body"/>
          </p:nvPr>
        </p:nvSpPr>
        <p:spPr>
          <a:xfrm>
            <a:off x="793050" y="1090200"/>
            <a:ext cx="7557900" cy="3260100"/>
          </a:xfrm>
          <a:prstGeom prst="rect">
            <a:avLst/>
          </a:prstGeom>
          <a:noFill/>
          <a:ln>
            <a:noFill/>
          </a:ln>
        </p:spPr>
        <p:txBody>
          <a:bodyPr anchorCtr="0" anchor="t" bIns="91425" lIns="91425" spcFirstLastPara="1" rIns="91425" wrap="square" tIns="91425">
            <a:noAutofit/>
          </a:bodyPr>
          <a:lstStyle/>
          <a:p>
            <a:pPr indent="-361950" lvl="0" marL="457200" rtl="0" algn="l">
              <a:lnSpc>
                <a:spcPct val="100000"/>
              </a:lnSpc>
              <a:spcBef>
                <a:spcPts val="0"/>
              </a:spcBef>
              <a:spcAft>
                <a:spcPts val="0"/>
              </a:spcAft>
              <a:buSzPts val="2100"/>
              <a:buChar char="-"/>
            </a:pPr>
            <a:r>
              <a:rPr lang="en" sz="2100"/>
              <a:t>pp = post-processing</a:t>
            </a:r>
            <a:endParaRPr sz="2200"/>
          </a:p>
          <a:p>
            <a:pPr indent="-361950" lvl="0" marL="457200" rtl="0" algn="l">
              <a:lnSpc>
                <a:spcPct val="100000"/>
              </a:lnSpc>
              <a:spcBef>
                <a:spcPts val="0"/>
              </a:spcBef>
              <a:spcAft>
                <a:spcPts val="0"/>
              </a:spcAft>
              <a:buSzPts val="2100"/>
              <a:buChar char="-"/>
            </a:pPr>
            <a:r>
              <a:rPr lang="en" sz="2100"/>
              <a:t>AI = autoimage mode; TR1/TM = trigger mode (preferred, standardized post-2022)</a:t>
            </a:r>
            <a:endParaRPr sz="2200"/>
          </a:p>
          <a:p>
            <a:pPr indent="-361950" lvl="0" marL="457200" rtl="0" algn="l">
              <a:lnSpc>
                <a:spcPct val="100000"/>
              </a:lnSpc>
              <a:spcBef>
                <a:spcPts val="0"/>
              </a:spcBef>
              <a:spcAft>
                <a:spcPts val="0"/>
              </a:spcAft>
              <a:buSzPts val="2100"/>
              <a:buChar char="-"/>
            </a:pPr>
            <a:r>
              <a:rPr lang="en" sz="2100"/>
              <a:t>Dilution 0.1/0.5 = diluted 1:10/1:5; none listed = undiluted</a:t>
            </a:r>
            <a:endParaRPr sz="2200"/>
          </a:p>
          <a:p>
            <a:pPr indent="-361950" lvl="0" marL="457200" rtl="0" algn="l">
              <a:lnSpc>
                <a:spcPct val="100000"/>
              </a:lnSpc>
              <a:spcBef>
                <a:spcPts val="0"/>
              </a:spcBef>
              <a:spcAft>
                <a:spcPts val="0"/>
              </a:spcAft>
              <a:buSzPts val="2100"/>
              <a:buChar char="-"/>
            </a:pPr>
            <a:r>
              <a:rPr lang="en" sz="2100"/>
              <a:t>Magnification: 10X standard, 4X for high concentration; none listed = assume 10X</a:t>
            </a:r>
            <a:endParaRPr sz="2200"/>
          </a:p>
          <a:p>
            <a:pPr indent="-361950" lvl="0" marL="457200" rtl="0" algn="l">
              <a:lnSpc>
                <a:spcPct val="100000"/>
              </a:lnSpc>
              <a:spcBef>
                <a:spcPts val="0"/>
              </a:spcBef>
              <a:spcAft>
                <a:spcPts val="0"/>
              </a:spcAft>
              <a:buSzPts val="2100"/>
              <a:buChar char="-"/>
            </a:pPr>
            <a:r>
              <a:rPr lang="en" sz="2100"/>
              <a:t>Prefiltering: assume 50µm if noted</a:t>
            </a:r>
            <a:endParaRPr sz="22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7" name="Shape 1407"/>
        <p:cNvGrpSpPr/>
        <p:nvPr/>
      </p:nvGrpSpPr>
      <p:grpSpPr>
        <a:xfrm>
          <a:off x="0" y="0"/>
          <a:ext cx="0" cy="0"/>
          <a:chOff x="0" y="0"/>
          <a:chExt cx="0" cy="0"/>
        </a:xfrm>
      </p:grpSpPr>
      <p:sp>
        <p:nvSpPr>
          <p:cNvPr id="1408" name="Google Shape;1408;p16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Next Steps</a:t>
            </a:r>
            <a:endParaRPr/>
          </a:p>
        </p:txBody>
      </p:sp>
      <p:sp>
        <p:nvSpPr>
          <p:cNvPr id="1409" name="Google Shape;1409;p160"/>
          <p:cNvSpPr txBox="1"/>
          <p:nvPr>
            <p:ph idx="1" type="body"/>
          </p:nvPr>
        </p:nvSpPr>
        <p:spPr>
          <a:xfrm>
            <a:off x="776875" y="1090200"/>
            <a:ext cx="8103000" cy="3260100"/>
          </a:xfrm>
          <a:prstGeom prst="rect">
            <a:avLst/>
          </a:prstGeom>
          <a:noFill/>
          <a:ln>
            <a:noFill/>
          </a:ln>
        </p:spPr>
        <p:txBody>
          <a:bodyPr anchorCtr="0" anchor="t" bIns="91425" lIns="91425" spcFirstLastPara="1" rIns="91425" wrap="square" tIns="91425">
            <a:noAutofit/>
          </a:bodyPr>
          <a:lstStyle/>
          <a:p>
            <a:pPr indent="-368300" lvl="0" marL="457200" rtl="0" algn="l">
              <a:lnSpc>
                <a:spcPct val="100000"/>
              </a:lnSpc>
              <a:spcBef>
                <a:spcPts val="0"/>
              </a:spcBef>
              <a:spcAft>
                <a:spcPts val="0"/>
              </a:spcAft>
              <a:buSzPts val="2200"/>
              <a:buChar char="-"/>
            </a:pPr>
            <a:r>
              <a:rPr lang="en" sz="2200"/>
              <a:t>Organize dataset using the PP folders (city's standard pipeline)</a:t>
            </a:r>
            <a:endParaRPr sz="2300"/>
          </a:p>
          <a:p>
            <a:pPr indent="-368300" lvl="0" marL="457200" rtl="0" algn="l">
              <a:lnSpc>
                <a:spcPct val="100000"/>
              </a:lnSpc>
              <a:spcBef>
                <a:spcPts val="0"/>
              </a:spcBef>
              <a:spcAft>
                <a:spcPts val="0"/>
              </a:spcAft>
              <a:buSzPts val="2200"/>
              <a:buChar char="-"/>
            </a:pPr>
            <a:r>
              <a:rPr lang="en" sz="2200"/>
              <a:t>Include AI and TR1/TM as modes in csv file</a:t>
            </a:r>
            <a:endParaRPr sz="2300"/>
          </a:p>
          <a:p>
            <a:pPr indent="-368300" lvl="0" marL="457200" rtl="0" algn="l">
              <a:lnSpc>
                <a:spcPct val="100000"/>
              </a:lnSpc>
              <a:spcBef>
                <a:spcPts val="0"/>
              </a:spcBef>
              <a:spcAft>
                <a:spcPts val="0"/>
              </a:spcAft>
              <a:buSzPts val="2200"/>
              <a:buChar char="-"/>
            </a:pPr>
            <a:r>
              <a:rPr lang="en" sz="2200"/>
              <a:t>Record prefiltration as attributes in the script</a:t>
            </a:r>
            <a:endParaRPr sz="2300"/>
          </a:p>
          <a:p>
            <a:pPr indent="-368300" lvl="0" marL="457200" rtl="0" algn="l">
              <a:lnSpc>
                <a:spcPct val="100000"/>
              </a:lnSpc>
              <a:spcBef>
                <a:spcPts val="0"/>
              </a:spcBef>
              <a:spcAft>
                <a:spcPts val="0"/>
              </a:spcAft>
              <a:buSzPts val="2200"/>
              <a:buChar char="-"/>
            </a:pPr>
            <a:r>
              <a:rPr lang="en" sz="2200"/>
              <a:t>Incorporate the new 2024 dataset </a:t>
            </a:r>
            <a:endParaRPr sz="2300"/>
          </a:p>
          <a:p>
            <a:pPr indent="-374650" lvl="0" marL="457200" rtl="0" algn="l">
              <a:lnSpc>
                <a:spcPct val="100000"/>
              </a:lnSpc>
              <a:spcBef>
                <a:spcPts val="0"/>
              </a:spcBef>
              <a:spcAft>
                <a:spcPts val="0"/>
              </a:spcAft>
              <a:buSzPts val="2300"/>
              <a:buChar char="-"/>
            </a:pPr>
            <a:r>
              <a:rPr lang="en" sz="2300"/>
              <a:t>Decide on a database to start using</a:t>
            </a:r>
            <a:endParaRPr sz="23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3" name="Shape 1413"/>
        <p:cNvGrpSpPr/>
        <p:nvPr/>
      </p:nvGrpSpPr>
      <p:grpSpPr>
        <a:xfrm>
          <a:off x="0" y="0"/>
          <a:ext cx="0" cy="0"/>
          <a:chOff x="0" y="0"/>
          <a:chExt cx="0" cy="0"/>
        </a:xfrm>
      </p:grpSpPr>
      <p:sp>
        <p:nvSpPr>
          <p:cNvPr id="1414" name="Google Shape;1414;p161"/>
          <p:cNvSpPr txBox="1"/>
          <p:nvPr>
            <p:ph type="title"/>
          </p:nvPr>
        </p:nvSpPr>
        <p:spPr>
          <a:xfrm>
            <a:off x="1881500" y="1428025"/>
            <a:ext cx="5315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800"/>
              <a:t>Utility of Posters</a:t>
            </a:r>
            <a:endParaRPr sz="4800"/>
          </a:p>
        </p:txBody>
      </p:sp>
      <p:sp>
        <p:nvSpPr>
          <p:cNvPr id="1415" name="Google Shape;1415;p161"/>
          <p:cNvSpPr txBox="1"/>
          <p:nvPr>
            <p:ph idx="1" type="body"/>
          </p:nvPr>
        </p:nvSpPr>
        <p:spPr>
          <a:xfrm>
            <a:off x="3342050" y="2926475"/>
            <a:ext cx="2394300" cy="61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Sarina &amp; Nick</a:t>
            </a:r>
            <a:endParaRPr sz="30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9" name="Shape 1419"/>
        <p:cNvGrpSpPr/>
        <p:nvPr/>
      </p:nvGrpSpPr>
      <p:grpSpPr>
        <a:xfrm>
          <a:off x="0" y="0"/>
          <a:ext cx="0" cy="0"/>
          <a:chOff x="0" y="0"/>
          <a:chExt cx="0" cy="0"/>
        </a:xfrm>
      </p:grpSpPr>
      <p:grpSp>
        <p:nvGrpSpPr>
          <p:cNvPr id="1420" name="Google Shape;1420;p162"/>
          <p:cNvGrpSpPr/>
          <p:nvPr/>
        </p:nvGrpSpPr>
        <p:grpSpPr>
          <a:xfrm>
            <a:off x="666750" y="428625"/>
            <a:ext cx="3714900" cy="4286400"/>
            <a:chOff x="666750" y="428625"/>
            <a:chExt cx="3714900" cy="4286400"/>
          </a:xfrm>
        </p:grpSpPr>
        <p:sp>
          <p:nvSpPr>
            <p:cNvPr id="1421" name="Google Shape;1421;p162"/>
            <p:cNvSpPr/>
            <p:nvPr/>
          </p:nvSpPr>
          <p:spPr>
            <a:xfrm>
              <a:off x="666750" y="428625"/>
              <a:ext cx="3714900" cy="4286400"/>
            </a:xfrm>
            <a:prstGeom prst="roundRect">
              <a:avLst>
                <a:gd fmla="val 4102" name="adj"/>
              </a:avLst>
            </a:prstGeom>
            <a:solidFill>
              <a:srgbClr val="FFFFFF">
                <a:alpha val="90000"/>
              </a:srgbClr>
            </a:solidFill>
            <a:ln cap="flat" cmpd="sng" w="19050">
              <a:solidFill>
                <a:srgbClr val="DCFCE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2" name="Google Shape;1422;p162"/>
            <p:cNvSpPr/>
            <p:nvPr/>
          </p:nvSpPr>
          <p:spPr>
            <a:xfrm>
              <a:off x="904875" y="647700"/>
              <a:ext cx="1047900" cy="362100"/>
            </a:xfrm>
            <a:prstGeom prst="roundRect">
              <a:avLst>
                <a:gd fmla="val 21052" name="adj"/>
              </a:avLst>
            </a:prstGeom>
            <a:solidFill>
              <a:srgbClr val="DCFCE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3" name="Google Shape;1423;p162"/>
            <p:cNvSpPr txBox="1"/>
            <p:nvPr/>
          </p:nvSpPr>
          <p:spPr>
            <a:xfrm>
              <a:off x="904875" y="647700"/>
              <a:ext cx="10479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700">
                  <a:solidFill>
                    <a:srgbClr val="15803D"/>
                  </a:solidFill>
                  <a:latin typeface="Space Grotesk"/>
                  <a:ea typeface="Space Grotesk"/>
                  <a:cs typeface="Space Grotesk"/>
                  <a:sym typeface="Space Grotesk"/>
                </a:rPr>
                <a:t>PROS</a:t>
              </a:r>
              <a:endParaRPr b="1" sz="1700">
                <a:solidFill>
                  <a:srgbClr val="15803D"/>
                </a:solidFill>
                <a:latin typeface="Space Grotesk"/>
                <a:ea typeface="Space Grotesk"/>
                <a:cs typeface="Space Grotesk"/>
                <a:sym typeface="Space Grotesk"/>
              </a:endParaRPr>
            </a:p>
          </p:txBody>
        </p:sp>
        <p:sp>
          <p:nvSpPr>
            <p:cNvPr id="1424" name="Google Shape;1424;p162"/>
            <p:cNvSpPr txBox="1"/>
            <p:nvPr/>
          </p:nvSpPr>
          <p:spPr>
            <a:xfrm>
              <a:off x="904875" y="1190625"/>
              <a:ext cx="3238500" cy="32385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b="1" lang="en" sz="1500">
                  <a:solidFill>
                    <a:srgbClr val="16A34A"/>
                  </a:solidFill>
                  <a:latin typeface="Cairo"/>
                  <a:ea typeface="Cairo"/>
                  <a:cs typeface="Cairo"/>
                  <a:sym typeface="Cairo"/>
                </a:rPr>
                <a:t>✓ </a:t>
              </a:r>
              <a:r>
                <a:rPr lang="en" sz="1500">
                  <a:solidFill>
                    <a:srgbClr val="241160"/>
                  </a:solidFill>
                  <a:latin typeface="Cairo"/>
                  <a:ea typeface="Cairo"/>
                  <a:cs typeface="Cairo"/>
                  <a:sym typeface="Cairo"/>
                </a:rPr>
                <a:t>Rapid updating</a:t>
              </a:r>
              <a:endParaRPr sz="1500">
                <a:solidFill>
                  <a:srgbClr val="241160"/>
                </a:solidFill>
                <a:latin typeface="Cairo"/>
                <a:ea typeface="Cairo"/>
                <a:cs typeface="Cairo"/>
                <a:sym typeface="Cairo"/>
              </a:endParaRPr>
            </a:p>
            <a:p>
              <a:pPr indent="0" lvl="0" marL="0" rtl="0" algn="l">
                <a:lnSpc>
                  <a:spcPct val="150000"/>
                </a:lnSpc>
                <a:spcBef>
                  <a:spcPts val="1050"/>
                </a:spcBef>
                <a:spcAft>
                  <a:spcPts val="0"/>
                </a:spcAft>
                <a:buNone/>
              </a:pPr>
              <a:r>
                <a:rPr b="1" lang="en" sz="1500">
                  <a:solidFill>
                    <a:srgbClr val="16A34A"/>
                  </a:solidFill>
                  <a:latin typeface="Cairo"/>
                  <a:ea typeface="Cairo"/>
                  <a:cs typeface="Cairo"/>
                  <a:sym typeface="Cairo"/>
                </a:rPr>
                <a:t>✓ </a:t>
              </a:r>
              <a:r>
                <a:rPr lang="en" sz="1500">
                  <a:solidFill>
                    <a:srgbClr val="241160"/>
                  </a:solidFill>
                  <a:latin typeface="Cairo"/>
                  <a:ea typeface="Cairo"/>
                  <a:cs typeface="Cairo"/>
                  <a:sym typeface="Cairo"/>
                </a:rPr>
                <a:t>Sources of inspiration</a:t>
              </a:r>
              <a:endParaRPr sz="1500">
                <a:solidFill>
                  <a:srgbClr val="241160"/>
                </a:solidFill>
                <a:latin typeface="Cairo"/>
                <a:ea typeface="Cairo"/>
                <a:cs typeface="Cairo"/>
                <a:sym typeface="Cairo"/>
              </a:endParaRPr>
            </a:p>
            <a:p>
              <a:pPr indent="0" lvl="0" marL="0" rtl="0" algn="l">
                <a:lnSpc>
                  <a:spcPct val="150000"/>
                </a:lnSpc>
                <a:spcBef>
                  <a:spcPts val="1050"/>
                </a:spcBef>
                <a:spcAft>
                  <a:spcPts val="0"/>
                </a:spcAft>
                <a:buNone/>
              </a:pPr>
              <a:r>
                <a:rPr b="1" lang="en" sz="1500">
                  <a:solidFill>
                    <a:srgbClr val="16A34A"/>
                  </a:solidFill>
                  <a:latin typeface="Cairo"/>
                  <a:ea typeface="Cairo"/>
                  <a:cs typeface="Cairo"/>
                  <a:sym typeface="Cairo"/>
                </a:rPr>
                <a:t>✓ </a:t>
              </a:r>
              <a:r>
                <a:rPr lang="en" sz="1500">
                  <a:solidFill>
                    <a:srgbClr val="241160"/>
                  </a:solidFill>
                  <a:latin typeface="Cairo"/>
                  <a:ea typeface="Cairo"/>
                  <a:cs typeface="Cairo"/>
                  <a:sym typeface="Cairo"/>
                </a:rPr>
                <a:t>Flexibility</a:t>
              </a:r>
              <a:endParaRPr sz="1500">
                <a:solidFill>
                  <a:srgbClr val="241160"/>
                </a:solidFill>
                <a:latin typeface="Cairo"/>
                <a:ea typeface="Cairo"/>
                <a:cs typeface="Cairo"/>
                <a:sym typeface="Cairo"/>
              </a:endParaRPr>
            </a:p>
            <a:p>
              <a:pPr indent="0" lvl="0" marL="0" rtl="0" algn="l">
                <a:lnSpc>
                  <a:spcPct val="150000"/>
                </a:lnSpc>
                <a:spcBef>
                  <a:spcPts val="1050"/>
                </a:spcBef>
                <a:spcAft>
                  <a:spcPts val="0"/>
                </a:spcAft>
                <a:buNone/>
              </a:pPr>
              <a:r>
                <a:rPr b="1" lang="en" sz="1500">
                  <a:solidFill>
                    <a:srgbClr val="16A34A"/>
                  </a:solidFill>
                  <a:latin typeface="Cairo"/>
                  <a:ea typeface="Cairo"/>
                  <a:cs typeface="Cairo"/>
                  <a:sym typeface="Cairo"/>
                </a:rPr>
                <a:t>✓ </a:t>
              </a:r>
              <a:r>
                <a:rPr lang="en" sz="1500">
                  <a:solidFill>
                    <a:srgbClr val="241160"/>
                  </a:solidFill>
                  <a:latin typeface="Cairo"/>
                  <a:ea typeface="Cairo"/>
                  <a:cs typeface="Cairo"/>
                  <a:sym typeface="Cairo"/>
                </a:rPr>
                <a:t>Enabling personalization of the conference program</a:t>
              </a:r>
              <a:endParaRPr sz="1500">
                <a:solidFill>
                  <a:srgbClr val="241160"/>
                </a:solidFill>
                <a:latin typeface="Cairo"/>
                <a:ea typeface="Cairo"/>
                <a:cs typeface="Cairo"/>
                <a:sym typeface="Cairo"/>
              </a:endParaRPr>
            </a:p>
            <a:p>
              <a:pPr indent="0" lvl="0" marL="0" rtl="0" algn="l">
                <a:lnSpc>
                  <a:spcPct val="150000"/>
                </a:lnSpc>
                <a:spcBef>
                  <a:spcPts val="1050"/>
                </a:spcBef>
                <a:spcAft>
                  <a:spcPts val="0"/>
                </a:spcAft>
                <a:buNone/>
              </a:pPr>
              <a:r>
                <a:rPr b="1" lang="en" sz="1500">
                  <a:solidFill>
                    <a:srgbClr val="16A34A"/>
                  </a:solidFill>
                  <a:latin typeface="Cairo"/>
                  <a:ea typeface="Cairo"/>
                  <a:cs typeface="Cairo"/>
                  <a:sym typeface="Cairo"/>
                </a:rPr>
                <a:t>✓ </a:t>
              </a:r>
              <a:r>
                <a:rPr lang="en" sz="1500">
                  <a:solidFill>
                    <a:srgbClr val="241160"/>
                  </a:solidFill>
                  <a:latin typeface="Cairo"/>
                  <a:ea typeface="Cairo"/>
                  <a:cs typeface="Cairo"/>
                  <a:sym typeface="Cairo"/>
                </a:rPr>
                <a:t>Facilitation of networking</a:t>
              </a:r>
              <a:endParaRPr sz="1500">
                <a:solidFill>
                  <a:srgbClr val="241160"/>
                </a:solidFill>
                <a:latin typeface="Cairo"/>
                <a:ea typeface="Cairo"/>
                <a:cs typeface="Cairo"/>
                <a:sym typeface="Cairo"/>
              </a:endParaRPr>
            </a:p>
            <a:p>
              <a:pPr indent="0" lvl="0" marL="0" rtl="0" algn="l">
                <a:lnSpc>
                  <a:spcPct val="150000"/>
                </a:lnSpc>
                <a:spcBef>
                  <a:spcPts val="1050"/>
                </a:spcBef>
                <a:spcAft>
                  <a:spcPts val="0"/>
                </a:spcAft>
                <a:buNone/>
              </a:pPr>
              <a:r>
                <a:rPr b="1" lang="en" sz="1500">
                  <a:solidFill>
                    <a:srgbClr val="16A34A"/>
                  </a:solidFill>
                  <a:latin typeface="Cairo"/>
                  <a:ea typeface="Cairo"/>
                  <a:cs typeface="Cairo"/>
                  <a:sym typeface="Cairo"/>
                </a:rPr>
                <a:t>✓ </a:t>
              </a:r>
              <a:r>
                <a:rPr lang="en" sz="1500">
                  <a:solidFill>
                    <a:srgbClr val="241160"/>
                  </a:solidFill>
                  <a:latin typeface="Cairo"/>
                  <a:ea typeface="Cairo"/>
                  <a:cs typeface="Cairo"/>
                  <a:sym typeface="Cairo"/>
                </a:rPr>
                <a:t>Good for early career presenters</a:t>
              </a:r>
              <a:endParaRPr sz="1500">
                <a:solidFill>
                  <a:srgbClr val="241160"/>
                </a:solidFill>
                <a:latin typeface="Cairo"/>
                <a:ea typeface="Cairo"/>
                <a:cs typeface="Cairo"/>
                <a:sym typeface="Cairo"/>
              </a:endParaRPr>
            </a:p>
          </p:txBody>
        </p:sp>
      </p:grpSp>
      <p:grpSp>
        <p:nvGrpSpPr>
          <p:cNvPr id="1425" name="Google Shape;1425;p162"/>
          <p:cNvGrpSpPr/>
          <p:nvPr/>
        </p:nvGrpSpPr>
        <p:grpSpPr>
          <a:xfrm>
            <a:off x="4762500" y="428625"/>
            <a:ext cx="3714900" cy="4286400"/>
            <a:chOff x="4762500" y="428625"/>
            <a:chExt cx="3714900" cy="4286400"/>
          </a:xfrm>
        </p:grpSpPr>
        <p:sp>
          <p:nvSpPr>
            <p:cNvPr id="1426" name="Google Shape;1426;p162"/>
            <p:cNvSpPr/>
            <p:nvPr/>
          </p:nvSpPr>
          <p:spPr>
            <a:xfrm>
              <a:off x="4762500" y="428625"/>
              <a:ext cx="3714900" cy="4286400"/>
            </a:xfrm>
            <a:prstGeom prst="roundRect">
              <a:avLst>
                <a:gd fmla="val 4102" name="adj"/>
              </a:avLst>
            </a:prstGeom>
            <a:solidFill>
              <a:srgbClr val="FFFFFF">
                <a:alpha val="90000"/>
              </a:srgbClr>
            </a:solidFill>
            <a:ln cap="flat" cmpd="sng" w="19050">
              <a:solidFill>
                <a:srgbClr val="FEE2E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7" name="Google Shape;1427;p162"/>
            <p:cNvSpPr/>
            <p:nvPr/>
          </p:nvSpPr>
          <p:spPr>
            <a:xfrm>
              <a:off x="5000625" y="647700"/>
              <a:ext cx="1047900" cy="362100"/>
            </a:xfrm>
            <a:prstGeom prst="roundRect">
              <a:avLst>
                <a:gd fmla="val 21052"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8" name="Google Shape;1428;p162"/>
            <p:cNvSpPr txBox="1"/>
            <p:nvPr/>
          </p:nvSpPr>
          <p:spPr>
            <a:xfrm>
              <a:off x="5000625" y="647700"/>
              <a:ext cx="10479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700">
                  <a:solidFill>
                    <a:srgbClr val="B91C1C"/>
                  </a:solidFill>
                  <a:latin typeface="Space Grotesk"/>
                  <a:ea typeface="Space Grotesk"/>
                  <a:cs typeface="Space Grotesk"/>
                  <a:sym typeface="Space Grotesk"/>
                </a:rPr>
                <a:t>CONS</a:t>
              </a:r>
              <a:endParaRPr b="1" sz="1700">
                <a:solidFill>
                  <a:srgbClr val="B91C1C"/>
                </a:solidFill>
                <a:latin typeface="Space Grotesk"/>
                <a:ea typeface="Space Grotesk"/>
                <a:cs typeface="Space Grotesk"/>
                <a:sym typeface="Space Grotesk"/>
              </a:endParaRPr>
            </a:p>
          </p:txBody>
        </p:sp>
        <p:sp>
          <p:nvSpPr>
            <p:cNvPr id="1429" name="Google Shape;1429;p162"/>
            <p:cNvSpPr txBox="1"/>
            <p:nvPr/>
          </p:nvSpPr>
          <p:spPr>
            <a:xfrm>
              <a:off x="5000625" y="1190625"/>
              <a:ext cx="3238500" cy="32385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b="1" lang="en" sz="1500">
                  <a:solidFill>
                    <a:srgbClr val="DC2626"/>
                  </a:solidFill>
                  <a:latin typeface="Cairo"/>
                  <a:ea typeface="Cairo"/>
                  <a:cs typeface="Cairo"/>
                  <a:sym typeface="Cairo"/>
                </a:rPr>
                <a:t>✕ </a:t>
              </a:r>
              <a:r>
                <a:rPr lang="en" sz="1500">
                  <a:solidFill>
                    <a:srgbClr val="241160"/>
                  </a:solidFill>
                  <a:latin typeface="Cairo"/>
                  <a:ea typeface="Cairo"/>
                  <a:cs typeface="Cairo"/>
                  <a:sym typeface="Cairo"/>
                </a:rPr>
                <a:t>Too little information</a:t>
              </a:r>
              <a:endParaRPr sz="1500">
                <a:solidFill>
                  <a:srgbClr val="241160"/>
                </a:solidFill>
                <a:latin typeface="Cairo"/>
                <a:ea typeface="Cairo"/>
                <a:cs typeface="Cairo"/>
                <a:sym typeface="Cairo"/>
              </a:endParaRPr>
            </a:p>
            <a:p>
              <a:pPr indent="0" lvl="0" marL="0" rtl="0" algn="l">
                <a:lnSpc>
                  <a:spcPct val="150000"/>
                </a:lnSpc>
                <a:spcBef>
                  <a:spcPts val="1500"/>
                </a:spcBef>
                <a:spcAft>
                  <a:spcPts val="0"/>
                </a:spcAft>
                <a:buNone/>
              </a:pPr>
              <a:r>
                <a:rPr b="1" lang="en" sz="1500">
                  <a:solidFill>
                    <a:srgbClr val="DC2626"/>
                  </a:solidFill>
                  <a:latin typeface="Cairo"/>
                  <a:ea typeface="Cairo"/>
                  <a:cs typeface="Cairo"/>
                  <a:sym typeface="Cairo"/>
                </a:rPr>
                <a:t>✕ </a:t>
              </a:r>
              <a:r>
                <a:rPr lang="en" sz="1500">
                  <a:solidFill>
                    <a:srgbClr val="241160"/>
                  </a:solidFill>
                  <a:latin typeface="Cairo"/>
                  <a:ea typeface="Cairo"/>
                  <a:cs typeface="Cairo"/>
                  <a:sym typeface="Cairo"/>
                </a:rPr>
                <a:t>Less prestigious than oral presentations</a:t>
              </a:r>
              <a:endParaRPr sz="1500">
                <a:solidFill>
                  <a:srgbClr val="241160"/>
                </a:solidFill>
                <a:latin typeface="Cairo"/>
                <a:ea typeface="Cairo"/>
                <a:cs typeface="Cairo"/>
                <a:sym typeface="Cairo"/>
              </a:endParaRPr>
            </a:p>
            <a:p>
              <a:pPr indent="0" lvl="0" marL="0" rtl="0" algn="l">
                <a:lnSpc>
                  <a:spcPct val="150000"/>
                </a:lnSpc>
                <a:spcBef>
                  <a:spcPts val="1500"/>
                </a:spcBef>
                <a:spcAft>
                  <a:spcPts val="0"/>
                </a:spcAft>
                <a:buNone/>
              </a:pPr>
              <a:r>
                <a:rPr b="1" lang="en" sz="1500">
                  <a:solidFill>
                    <a:srgbClr val="DC2626"/>
                  </a:solidFill>
                  <a:latin typeface="Cairo"/>
                  <a:ea typeface="Cairo"/>
                  <a:cs typeface="Cairo"/>
                  <a:sym typeface="Cairo"/>
                </a:rPr>
                <a:t>✕ </a:t>
              </a:r>
              <a:r>
                <a:rPr lang="en" sz="1500">
                  <a:solidFill>
                    <a:srgbClr val="241160"/>
                  </a:solidFill>
                  <a:latin typeface="Cairo"/>
                  <a:ea typeface="Cairo"/>
                  <a:cs typeface="Cairo"/>
                  <a:sym typeface="Cairo"/>
                </a:rPr>
                <a:t>Challenging to prepare</a:t>
              </a:r>
              <a:endParaRPr sz="1500">
                <a:solidFill>
                  <a:srgbClr val="241160"/>
                </a:solidFill>
                <a:latin typeface="Cairo"/>
                <a:ea typeface="Cairo"/>
                <a:cs typeface="Cairo"/>
                <a:sym typeface="Cairo"/>
              </a:endParaRPr>
            </a:p>
            <a:p>
              <a:pPr indent="0" lvl="0" marL="0" rtl="0" algn="l">
                <a:lnSpc>
                  <a:spcPct val="150000"/>
                </a:lnSpc>
                <a:spcBef>
                  <a:spcPts val="1500"/>
                </a:spcBef>
                <a:spcAft>
                  <a:spcPts val="0"/>
                </a:spcAft>
                <a:buNone/>
              </a:pPr>
              <a:r>
                <a:rPr b="1" lang="en" sz="1500">
                  <a:solidFill>
                    <a:srgbClr val="DC2626"/>
                  </a:solidFill>
                  <a:latin typeface="Cairo"/>
                  <a:ea typeface="Cairo"/>
                  <a:cs typeface="Cairo"/>
                  <a:sym typeface="Cairo"/>
                </a:rPr>
                <a:t>✕ </a:t>
              </a:r>
              <a:r>
                <a:rPr lang="en" sz="1500">
                  <a:solidFill>
                    <a:srgbClr val="241160"/>
                  </a:solidFill>
                  <a:latin typeface="Cairo"/>
                  <a:ea typeface="Cairo"/>
                  <a:cs typeface="Cairo"/>
                  <a:sym typeface="Cairo"/>
                </a:rPr>
                <a:t>Monopolizing presenter's time at conference</a:t>
              </a:r>
              <a:endParaRPr sz="1500">
                <a:solidFill>
                  <a:srgbClr val="241160"/>
                </a:solidFill>
                <a:latin typeface="Cairo"/>
                <a:ea typeface="Cairo"/>
                <a:cs typeface="Cairo"/>
                <a:sym typeface="Cairo"/>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3" name="Shape 1433"/>
        <p:cNvGrpSpPr/>
        <p:nvPr/>
      </p:nvGrpSpPr>
      <p:grpSpPr>
        <a:xfrm>
          <a:off x="0" y="0"/>
          <a:ext cx="0" cy="0"/>
          <a:chOff x="0" y="0"/>
          <a:chExt cx="0" cy="0"/>
        </a:xfrm>
      </p:grpSpPr>
      <p:sp>
        <p:nvSpPr>
          <p:cNvPr id="1434" name="Google Shape;1434;p163"/>
          <p:cNvSpPr/>
          <p:nvPr/>
        </p:nvSpPr>
        <p:spPr>
          <a:xfrm>
            <a:off x="733664" y="428550"/>
            <a:ext cx="7676700" cy="4286400"/>
          </a:xfrm>
          <a:prstGeom prst="roundRect">
            <a:avLst>
              <a:gd fmla="val 4102" name="adj"/>
            </a:avLst>
          </a:prstGeom>
          <a:solidFill>
            <a:srgbClr val="FFFFFF">
              <a:alpha val="90000"/>
            </a:srgbClr>
          </a:solidFill>
          <a:ln cap="flat" cmpd="sng" w="19050">
            <a:solidFill>
              <a:schemeClr val="accent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5" name="Google Shape;1435;p163"/>
          <p:cNvSpPr/>
          <p:nvPr/>
        </p:nvSpPr>
        <p:spPr>
          <a:xfrm>
            <a:off x="1729476" y="524575"/>
            <a:ext cx="5685000" cy="441300"/>
          </a:xfrm>
          <a:prstGeom prst="roundRect">
            <a:avLst>
              <a:gd fmla="val 21052" name="adj"/>
            </a:avLst>
          </a:prstGeom>
          <a:solidFill>
            <a:srgbClr val="01CFE6">
              <a:alpha val="2278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1706">
              <a:solidFill>
                <a:schemeClr val="accent3"/>
              </a:solidFill>
            </a:endParaRPr>
          </a:p>
        </p:txBody>
      </p:sp>
      <p:sp>
        <p:nvSpPr>
          <p:cNvPr id="1436" name="Google Shape;1436;p163"/>
          <p:cNvSpPr txBox="1"/>
          <p:nvPr/>
        </p:nvSpPr>
        <p:spPr>
          <a:xfrm>
            <a:off x="1729537" y="524575"/>
            <a:ext cx="5685000" cy="441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3025">
                <a:solidFill>
                  <a:schemeClr val="accent3"/>
                </a:solidFill>
                <a:latin typeface="Space Grotesk"/>
                <a:ea typeface="Space Grotesk"/>
                <a:cs typeface="Space Grotesk"/>
                <a:sym typeface="Space Grotesk"/>
              </a:rPr>
              <a:t>Suggestions </a:t>
            </a:r>
            <a:r>
              <a:rPr b="1" lang="en" sz="3025">
                <a:solidFill>
                  <a:schemeClr val="accent3"/>
                </a:solidFill>
                <a:latin typeface="Space Grotesk"/>
                <a:ea typeface="Space Grotesk"/>
                <a:cs typeface="Space Grotesk"/>
                <a:sym typeface="Space Grotesk"/>
              </a:rPr>
              <a:t>to Improve</a:t>
            </a:r>
            <a:endParaRPr b="1" sz="3025">
              <a:solidFill>
                <a:schemeClr val="accent3"/>
              </a:solidFill>
              <a:latin typeface="Space Grotesk"/>
              <a:ea typeface="Space Grotesk"/>
              <a:cs typeface="Space Grotesk"/>
              <a:sym typeface="Space Grotesk"/>
            </a:endParaRPr>
          </a:p>
        </p:txBody>
      </p:sp>
      <p:sp>
        <p:nvSpPr>
          <p:cNvPr id="1437" name="Google Shape;1437;p163"/>
          <p:cNvSpPr txBox="1"/>
          <p:nvPr/>
        </p:nvSpPr>
        <p:spPr>
          <a:xfrm>
            <a:off x="961800" y="1163200"/>
            <a:ext cx="6692360" cy="32385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b="1" lang="en" sz="2200">
                <a:solidFill>
                  <a:srgbClr val="01CFE6"/>
                </a:solidFill>
                <a:latin typeface="Cairo"/>
                <a:ea typeface="Cairo"/>
                <a:cs typeface="Cairo"/>
                <a:sym typeface="Cairo"/>
              </a:rPr>
              <a:t>+</a:t>
            </a:r>
            <a:r>
              <a:rPr b="1" lang="en" sz="2200">
                <a:solidFill>
                  <a:srgbClr val="16A34A"/>
                </a:solidFill>
                <a:latin typeface="Cairo"/>
                <a:ea typeface="Cairo"/>
                <a:cs typeface="Cairo"/>
                <a:sym typeface="Cairo"/>
              </a:rPr>
              <a:t> </a:t>
            </a:r>
            <a:r>
              <a:rPr lang="en" sz="2200">
                <a:solidFill>
                  <a:srgbClr val="241160"/>
                </a:solidFill>
                <a:latin typeface="Cairo"/>
                <a:ea typeface="Cairo"/>
                <a:cs typeface="Cairo"/>
                <a:sym typeface="Cairo"/>
              </a:rPr>
              <a:t>Schedule adequate and dedicated viewing time</a:t>
            </a:r>
            <a:endParaRPr sz="2200">
              <a:solidFill>
                <a:srgbClr val="241160"/>
              </a:solidFill>
              <a:latin typeface="Cairo"/>
              <a:ea typeface="Cairo"/>
              <a:cs typeface="Cairo"/>
              <a:sym typeface="Cairo"/>
            </a:endParaRPr>
          </a:p>
          <a:p>
            <a:pPr indent="0" lvl="0" marL="0" rtl="0" algn="l">
              <a:lnSpc>
                <a:spcPct val="150000"/>
              </a:lnSpc>
              <a:spcBef>
                <a:spcPts val="1050"/>
              </a:spcBef>
              <a:spcAft>
                <a:spcPts val="0"/>
              </a:spcAft>
              <a:buNone/>
            </a:pPr>
            <a:r>
              <a:rPr b="1" lang="en" sz="2200">
                <a:solidFill>
                  <a:srgbClr val="01CFE6"/>
                </a:solidFill>
                <a:latin typeface="Cairo"/>
                <a:ea typeface="Cairo"/>
                <a:cs typeface="Cairo"/>
                <a:sym typeface="Cairo"/>
              </a:rPr>
              <a:t>+ </a:t>
            </a:r>
            <a:r>
              <a:rPr lang="en" sz="2200">
                <a:solidFill>
                  <a:srgbClr val="241160"/>
                </a:solidFill>
                <a:latin typeface="Cairo"/>
                <a:ea typeface="Cairo"/>
                <a:cs typeface="Cairo"/>
                <a:sym typeface="Cairo"/>
              </a:rPr>
              <a:t>Central</a:t>
            </a:r>
            <a:r>
              <a:rPr lang="en" sz="2200">
                <a:solidFill>
                  <a:srgbClr val="241160"/>
                </a:solidFill>
                <a:latin typeface="Cairo"/>
                <a:ea typeface="Cairo"/>
                <a:cs typeface="Cairo"/>
                <a:sym typeface="Cairo"/>
              </a:rPr>
              <a:t> and prominent hub for the posters</a:t>
            </a:r>
            <a:endParaRPr sz="2200">
              <a:solidFill>
                <a:srgbClr val="241160"/>
              </a:solidFill>
              <a:latin typeface="Cairo"/>
              <a:ea typeface="Cairo"/>
              <a:cs typeface="Cairo"/>
              <a:sym typeface="Cairo"/>
            </a:endParaRPr>
          </a:p>
          <a:p>
            <a:pPr indent="0" lvl="0" marL="0" rtl="0" algn="l">
              <a:lnSpc>
                <a:spcPct val="150000"/>
              </a:lnSpc>
              <a:spcBef>
                <a:spcPts val="1050"/>
              </a:spcBef>
              <a:spcAft>
                <a:spcPts val="0"/>
              </a:spcAft>
              <a:buNone/>
            </a:pPr>
            <a:r>
              <a:rPr b="1" lang="en" sz="2200">
                <a:solidFill>
                  <a:srgbClr val="01CFE6"/>
                </a:solidFill>
                <a:latin typeface="Cairo"/>
                <a:ea typeface="Cairo"/>
                <a:cs typeface="Cairo"/>
                <a:sym typeface="Cairo"/>
              </a:rPr>
              <a:t>+</a:t>
            </a:r>
            <a:r>
              <a:rPr b="1" lang="en" sz="2200">
                <a:solidFill>
                  <a:srgbClr val="16A34A"/>
                </a:solidFill>
                <a:latin typeface="Cairo"/>
                <a:ea typeface="Cairo"/>
                <a:cs typeface="Cairo"/>
                <a:sym typeface="Cairo"/>
              </a:rPr>
              <a:t> </a:t>
            </a:r>
            <a:r>
              <a:rPr lang="en" sz="2200">
                <a:solidFill>
                  <a:srgbClr val="241160"/>
                </a:solidFill>
                <a:latin typeface="Cairo"/>
                <a:ea typeface="Cairo"/>
                <a:cs typeface="Cairo"/>
                <a:sym typeface="Cairo"/>
              </a:rPr>
              <a:t>Provision</a:t>
            </a:r>
            <a:r>
              <a:rPr lang="en" sz="2200">
                <a:solidFill>
                  <a:srgbClr val="241160"/>
                </a:solidFill>
                <a:latin typeface="Cairo"/>
                <a:ea typeface="Cairo"/>
                <a:cs typeface="Cairo"/>
                <a:sym typeface="Cairo"/>
              </a:rPr>
              <a:t> of an </a:t>
            </a:r>
            <a:r>
              <a:rPr lang="en" sz="2200">
                <a:solidFill>
                  <a:srgbClr val="241160"/>
                </a:solidFill>
                <a:latin typeface="Cairo"/>
                <a:ea typeface="Cairo"/>
                <a:cs typeface="Cairo"/>
                <a:sym typeface="Cairo"/>
              </a:rPr>
              <a:t>environment</a:t>
            </a:r>
            <a:r>
              <a:rPr lang="en" sz="2200">
                <a:solidFill>
                  <a:srgbClr val="241160"/>
                </a:solidFill>
                <a:latin typeface="Cairo"/>
                <a:ea typeface="Cairo"/>
                <a:cs typeface="Cairo"/>
                <a:sym typeface="Cairo"/>
              </a:rPr>
              <a:t> </a:t>
            </a:r>
            <a:r>
              <a:rPr lang="en" sz="2200">
                <a:solidFill>
                  <a:srgbClr val="241160"/>
                </a:solidFill>
                <a:latin typeface="Cairo"/>
                <a:ea typeface="Cairo"/>
                <a:cs typeface="Cairo"/>
                <a:sym typeface="Cairo"/>
              </a:rPr>
              <a:t>conducive</a:t>
            </a:r>
            <a:r>
              <a:rPr lang="en" sz="2200">
                <a:solidFill>
                  <a:srgbClr val="241160"/>
                </a:solidFill>
                <a:latin typeface="Cairo"/>
                <a:ea typeface="Cairo"/>
                <a:cs typeface="Cairo"/>
                <a:sym typeface="Cairo"/>
              </a:rPr>
              <a:t> to discussion</a:t>
            </a:r>
            <a:endParaRPr sz="2200">
              <a:solidFill>
                <a:srgbClr val="241160"/>
              </a:solidFill>
              <a:latin typeface="Cairo"/>
              <a:ea typeface="Cairo"/>
              <a:cs typeface="Cairo"/>
              <a:sym typeface="Cairo"/>
            </a:endParaRPr>
          </a:p>
          <a:p>
            <a:pPr indent="0" lvl="0" marL="0" rtl="0" algn="l">
              <a:lnSpc>
                <a:spcPct val="150000"/>
              </a:lnSpc>
              <a:spcBef>
                <a:spcPts val="1050"/>
              </a:spcBef>
              <a:spcAft>
                <a:spcPts val="0"/>
              </a:spcAft>
              <a:buNone/>
            </a:pPr>
            <a:r>
              <a:rPr b="1" lang="en" sz="2200">
                <a:solidFill>
                  <a:srgbClr val="01CFE6"/>
                </a:solidFill>
                <a:latin typeface="Cairo"/>
                <a:ea typeface="Cairo"/>
                <a:cs typeface="Cairo"/>
                <a:sym typeface="Cairo"/>
              </a:rPr>
              <a:t>+</a:t>
            </a:r>
            <a:r>
              <a:rPr b="1" lang="en" sz="2200">
                <a:solidFill>
                  <a:srgbClr val="16A34A"/>
                </a:solidFill>
                <a:latin typeface="Cairo"/>
                <a:ea typeface="Cairo"/>
                <a:cs typeface="Cairo"/>
                <a:sym typeface="Cairo"/>
              </a:rPr>
              <a:t> </a:t>
            </a:r>
            <a:r>
              <a:rPr lang="en" sz="2200">
                <a:solidFill>
                  <a:srgbClr val="241160"/>
                </a:solidFill>
                <a:latin typeface="Cairo"/>
                <a:ea typeface="Cairo"/>
                <a:cs typeface="Cairo"/>
                <a:sym typeface="Cairo"/>
              </a:rPr>
              <a:t>Requirement</a:t>
            </a:r>
            <a:r>
              <a:rPr lang="en" sz="2200">
                <a:solidFill>
                  <a:srgbClr val="241160"/>
                </a:solidFill>
                <a:latin typeface="Cairo"/>
                <a:ea typeface="Cairo"/>
                <a:cs typeface="Cairo"/>
                <a:sym typeface="Cairo"/>
              </a:rPr>
              <a:t> to display contact details</a:t>
            </a:r>
            <a:endParaRPr sz="2200">
              <a:solidFill>
                <a:srgbClr val="241160"/>
              </a:solidFill>
              <a:latin typeface="Cairo"/>
              <a:ea typeface="Cairo"/>
              <a:cs typeface="Cairo"/>
              <a:sym typeface="Cairo"/>
            </a:endParaRPr>
          </a:p>
          <a:p>
            <a:pPr indent="0" lvl="0" marL="0" rtl="0" algn="l">
              <a:lnSpc>
                <a:spcPct val="150000"/>
              </a:lnSpc>
              <a:spcBef>
                <a:spcPts val="1050"/>
              </a:spcBef>
              <a:spcAft>
                <a:spcPts val="0"/>
              </a:spcAft>
              <a:buNone/>
            </a:pPr>
            <a:r>
              <a:rPr b="1" lang="en" sz="2200">
                <a:solidFill>
                  <a:srgbClr val="01CFE6"/>
                </a:solidFill>
                <a:latin typeface="Cairo"/>
                <a:ea typeface="Cairo"/>
                <a:cs typeface="Cairo"/>
                <a:sym typeface="Cairo"/>
              </a:rPr>
              <a:t>+</a:t>
            </a:r>
            <a:r>
              <a:rPr b="1" lang="en" sz="2200">
                <a:solidFill>
                  <a:srgbClr val="16A34A"/>
                </a:solidFill>
                <a:latin typeface="Cairo"/>
                <a:ea typeface="Cairo"/>
                <a:cs typeface="Cairo"/>
                <a:sym typeface="Cairo"/>
              </a:rPr>
              <a:t> </a:t>
            </a:r>
            <a:r>
              <a:rPr lang="en" sz="2200">
                <a:solidFill>
                  <a:srgbClr val="241160"/>
                </a:solidFill>
                <a:latin typeface="Cairo"/>
                <a:ea typeface="Cairo"/>
                <a:cs typeface="Cairo"/>
                <a:sym typeface="Cairo"/>
              </a:rPr>
              <a:t>Show poster abstracts</a:t>
            </a:r>
            <a:endParaRPr sz="2200">
              <a:solidFill>
                <a:srgbClr val="241160"/>
              </a:solidFill>
              <a:latin typeface="Cairo"/>
              <a:ea typeface="Cairo"/>
              <a:cs typeface="Cairo"/>
              <a:sym typeface="Cair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1" name="Shape 1441"/>
        <p:cNvGrpSpPr/>
        <p:nvPr/>
      </p:nvGrpSpPr>
      <p:grpSpPr>
        <a:xfrm>
          <a:off x="0" y="0"/>
          <a:ext cx="0" cy="0"/>
          <a:chOff x="0" y="0"/>
          <a:chExt cx="0" cy="0"/>
        </a:xfrm>
      </p:grpSpPr>
      <p:sp>
        <p:nvSpPr>
          <p:cNvPr id="1442" name="Google Shape;1442;p164"/>
          <p:cNvSpPr txBox="1"/>
          <p:nvPr>
            <p:ph type="title"/>
          </p:nvPr>
        </p:nvSpPr>
        <p:spPr>
          <a:xfrm>
            <a:off x="720000" y="4014450"/>
            <a:ext cx="57132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Week 5</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6" name="Shape 1446"/>
        <p:cNvGrpSpPr/>
        <p:nvPr/>
      </p:nvGrpSpPr>
      <p:grpSpPr>
        <a:xfrm>
          <a:off x="0" y="0"/>
          <a:ext cx="0" cy="0"/>
          <a:chOff x="0" y="0"/>
          <a:chExt cx="0" cy="0"/>
        </a:xfrm>
      </p:grpSpPr>
      <p:sp>
        <p:nvSpPr>
          <p:cNvPr id="1447" name="Google Shape;1447;p16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t>Progress</a:t>
            </a:r>
            <a:endParaRPr sz="3200"/>
          </a:p>
        </p:txBody>
      </p:sp>
      <p:sp>
        <p:nvSpPr>
          <p:cNvPr id="1448" name="Google Shape;1448;p165"/>
          <p:cNvSpPr/>
          <p:nvPr/>
        </p:nvSpPr>
        <p:spPr>
          <a:xfrm>
            <a:off x="714375" y="1238250"/>
            <a:ext cx="2381400" cy="3143400"/>
          </a:xfrm>
          <a:prstGeom prst="roundRect">
            <a:avLst>
              <a:gd fmla="val 6400"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9" name="Google Shape;1449;p165"/>
          <p:cNvSpPr/>
          <p:nvPr/>
        </p:nvSpPr>
        <p:spPr>
          <a:xfrm>
            <a:off x="904875" y="1447800"/>
            <a:ext cx="457200" cy="457200"/>
          </a:xfrm>
          <a:prstGeom prst="roundRect">
            <a:avLst>
              <a:gd fmla="val 25000" name="adj"/>
            </a:avLst>
          </a:prstGeom>
          <a:solidFill>
            <a:srgbClr val="01CFE6">
              <a:alpha val="1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0" name="Google Shape;1450;p165"/>
          <p:cNvSpPr txBox="1"/>
          <p:nvPr/>
        </p:nvSpPr>
        <p:spPr>
          <a:xfrm>
            <a:off x="904875" y="1482852"/>
            <a:ext cx="4572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400">
                <a:solidFill>
                  <a:schemeClr val="lt2"/>
                </a:solidFill>
                <a:latin typeface="Material Icons"/>
                <a:ea typeface="Material Icons"/>
                <a:cs typeface="Material Icons"/>
                <a:sym typeface="Material Icons"/>
              </a:rPr>
              <a:t>tune</a:t>
            </a:r>
            <a:endParaRPr sz="2400">
              <a:solidFill>
                <a:schemeClr val="lt2"/>
              </a:solidFill>
              <a:latin typeface="Material Icons"/>
              <a:ea typeface="Material Icons"/>
              <a:cs typeface="Material Icons"/>
              <a:sym typeface="Material Icons"/>
            </a:endParaRPr>
          </a:p>
        </p:txBody>
      </p:sp>
      <p:sp>
        <p:nvSpPr>
          <p:cNvPr id="1451" name="Google Shape;1451;p165"/>
          <p:cNvSpPr/>
          <p:nvPr/>
        </p:nvSpPr>
        <p:spPr>
          <a:xfrm>
            <a:off x="2505075" y="1552575"/>
            <a:ext cx="400200" cy="2478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2" name="Google Shape;1452;p165"/>
          <p:cNvSpPr txBox="1"/>
          <p:nvPr/>
        </p:nvSpPr>
        <p:spPr>
          <a:xfrm>
            <a:off x="2505075" y="1552575"/>
            <a:ext cx="4002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Space Grotesk"/>
                <a:ea typeface="Space Grotesk"/>
                <a:cs typeface="Space Grotesk"/>
                <a:sym typeface="Space Grotesk"/>
              </a:rPr>
              <a:t>01</a:t>
            </a:r>
            <a:endParaRPr b="1" sz="1100">
              <a:solidFill>
                <a:srgbClr val="FFFFFF"/>
              </a:solidFill>
              <a:latin typeface="Space Grotesk"/>
              <a:ea typeface="Space Grotesk"/>
              <a:cs typeface="Space Grotesk"/>
              <a:sym typeface="Space Grotesk"/>
            </a:endParaRPr>
          </a:p>
        </p:txBody>
      </p:sp>
      <p:sp>
        <p:nvSpPr>
          <p:cNvPr id="1453" name="Google Shape;1453;p165"/>
          <p:cNvSpPr txBox="1"/>
          <p:nvPr/>
        </p:nvSpPr>
        <p:spPr>
          <a:xfrm>
            <a:off x="904875" y="2095500"/>
            <a:ext cx="2000100" cy="252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241160"/>
                </a:solidFill>
                <a:latin typeface="Space Grotesk"/>
                <a:ea typeface="Space Grotesk"/>
                <a:cs typeface="Space Grotesk"/>
                <a:sym typeface="Space Grotesk"/>
              </a:rPr>
              <a:t>Script Optimization</a:t>
            </a:r>
            <a:endParaRPr b="1" sz="1600">
              <a:solidFill>
                <a:srgbClr val="241160"/>
              </a:solidFill>
              <a:latin typeface="Space Grotesk"/>
              <a:ea typeface="Space Grotesk"/>
              <a:cs typeface="Space Grotesk"/>
              <a:sym typeface="Space Grotesk"/>
            </a:endParaRPr>
          </a:p>
          <a:p>
            <a:pPr indent="0" lvl="0" marL="0" rtl="0" algn="l">
              <a:spcBef>
                <a:spcPts val="750"/>
              </a:spcBef>
              <a:spcAft>
                <a:spcPts val="0"/>
              </a:spcAft>
              <a:buNone/>
            </a:pPr>
            <a:r>
              <a:rPr lang="en" sz="1300">
                <a:solidFill>
                  <a:srgbClr val="475569"/>
                </a:solidFill>
                <a:latin typeface="Cairo"/>
                <a:ea typeface="Cairo"/>
                <a:cs typeface="Cairo"/>
                <a:sym typeface="Cairo"/>
              </a:rPr>
              <a:t>Slight tweaks to script and dashboard to improve organization and clutter</a:t>
            </a:r>
            <a:endParaRPr sz="1300">
              <a:solidFill>
                <a:srgbClr val="475569"/>
              </a:solidFill>
              <a:latin typeface="Cairo"/>
              <a:ea typeface="Cairo"/>
              <a:cs typeface="Cairo"/>
              <a:sym typeface="Cairo"/>
            </a:endParaRPr>
          </a:p>
          <a:p>
            <a:pPr indent="0" lvl="0" marL="0" rtl="0" algn="l">
              <a:spcBef>
                <a:spcPts val="0"/>
              </a:spcBef>
              <a:spcAft>
                <a:spcPts val="0"/>
              </a:spcAft>
              <a:buNone/>
            </a:pPr>
            <a:r>
              <a:t/>
            </a:r>
            <a:endParaRPr sz="1300">
              <a:solidFill>
                <a:srgbClr val="475569"/>
              </a:solidFill>
              <a:latin typeface="Cairo"/>
              <a:ea typeface="Cairo"/>
              <a:cs typeface="Cairo"/>
              <a:sym typeface="Cairo"/>
            </a:endParaRPr>
          </a:p>
        </p:txBody>
      </p:sp>
      <p:sp>
        <p:nvSpPr>
          <p:cNvPr id="1454" name="Google Shape;1454;p165"/>
          <p:cNvSpPr/>
          <p:nvPr/>
        </p:nvSpPr>
        <p:spPr>
          <a:xfrm>
            <a:off x="3381375" y="1238250"/>
            <a:ext cx="2381400" cy="3143400"/>
          </a:xfrm>
          <a:prstGeom prst="roundRect">
            <a:avLst>
              <a:gd fmla="val 6400"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5" name="Google Shape;1455;p165"/>
          <p:cNvSpPr/>
          <p:nvPr/>
        </p:nvSpPr>
        <p:spPr>
          <a:xfrm>
            <a:off x="3571875" y="1447800"/>
            <a:ext cx="457200" cy="457200"/>
          </a:xfrm>
          <a:prstGeom prst="roundRect">
            <a:avLst>
              <a:gd fmla="val 25000" name="adj"/>
            </a:avLst>
          </a:prstGeom>
          <a:solidFill>
            <a:srgbClr val="01CFE6">
              <a:alpha val="1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6" name="Google Shape;1456;p165"/>
          <p:cNvSpPr txBox="1"/>
          <p:nvPr/>
        </p:nvSpPr>
        <p:spPr>
          <a:xfrm>
            <a:off x="3571875" y="1482852"/>
            <a:ext cx="4572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400">
                <a:solidFill>
                  <a:schemeClr val="accent1"/>
                </a:solidFill>
                <a:latin typeface="Material Icons"/>
                <a:ea typeface="Material Icons"/>
                <a:cs typeface="Material Icons"/>
                <a:sym typeface="Material Icons"/>
              </a:rPr>
              <a:t>language</a:t>
            </a:r>
            <a:endParaRPr sz="2400">
              <a:solidFill>
                <a:schemeClr val="accent1"/>
              </a:solidFill>
              <a:latin typeface="Material Icons"/>
              <a:ea typeface="Material Icons"/>
              <a:cs typeface="Material Icons"/>
              <a:sym typeface="Material Icons"/>
            </a:endParaRPr>
          </a:p>
        </p:txBody>
      </p:sp>
      <p:sp>
        <p:nvSpPr>
          <p:cNvPr id="1457" name="Google Shape;1457;p165"/>
          <p:cNvSpPr/>
          <p:nvPr/>
        </p:nvSpPr>
        <p:spPr>
          <a:xfrm>
            <a:off x="5172075" y="1552575"/>
            <a:ext cx="400200" cy="2478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8" name="Google Shape;1458;p165"/>
          <p:cNvSpPr txBox="1"/>
          <p:nvPr/>
        </p:nvSpPr>
        <p:spPr>
          <a:xfrm>
            <a:off x="5172075" y="1552575"/>
            <a:ext cx="4002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Space Grotesk"/>
                <a:ea typeface="Space Grotesk"/>
                <a:cs typeface="Space Grotesk"/>
                <a:sym typeface="Space Grotesk"/>
              </a:rPr>
              <a:t>02</a:t>
            </a:r>
            <a:endParaRPr b="1" sz="1100">
              <a:solidFill>
                <a:srgbClr val="FFFFFF"/>
              </a:solidFill>
              <a:latin typeface="Space Grotesk"/>
              <a:ea typeface="Space Grotesk"/>
              <a:cs typeface="Space Grotesk"/>
              <a:sym typeface="Space Grotesk"/>
            </a:endParaRPr>
          </a:p>
        </p:txBody>
      </p:sp>
      <p:sp>
        <p:nvSpPr>
          <p:cNvPr id="1459" name="Google Shape;1459;p165"/>
          <p:cNvSpPr txBox="1"/>
          <p:nvPr/>
        </p:nvSpPr>
        <p:spPr>
          <a:xfrm>
            <a:off x="3571875" y="2095500"/>
            <a:ext cx="20001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241160"/>
                </a:solidFill>
                <a:latin typeface="Space Grotesk"/>
                <a:ea typeface="Space Grotesk"/>
                <a:cs typeface="Space Grotesk"/>
                <a:sym typeface="Space Grotesk"/>
              </a:rPr>
              <a:t>Website Roadmap</a:t>
            </a:r>
            <a:endParaRPr b="1" sz="1600">
              <a:solidFill>
                <a:srgbClr val="241160"/>
              </a:solidFill>
              <a:latin typeface="Space Grotesk"/>
              <a:ea typeface="Space Grotesk"/>
              <a:cs typeface="Space Grotesk"/>
              <a:sym typeface="Space Grotesk"/>
            </a:endParaRPr>
          </a:p>
          <a:p>
            <a:pPr indent="0" lvl="0" marL="0" rtl="0" algn="l">
              <a:spcBef>
                <a:spcPts val="750"/>
              </a:spcBef>
              <a:spcAft>
                <a:spcPts val="0"/>
              </a:spcAft>
              <a:buNone/>
            </a:pPr>
            <a:r>
              <a:rPr lang="en" sz="1300">
                <a:solidFill>
                  <a:srgbClr val="475569"/>
                </a:solidFill>
                <a:latin typeface="Cairo"/>
                <a:ea typeface="Cairo"/>
                <a:cs typeface="Cairo"/>
                <a:sym typeface="Cairo"/>
              </a:rPr>
              <a:t>Made two plans to move the project to a fully functional website</a:t>
            </a:r>
            <a:endParaRPr sz="1300">
              <a:solidFill>
                <a:srgbClr val="475569"/>
              </a:solidFill>
              <a:latin typeface="Cairo"/>
              <a:ea typeface="Cairo"/>
              <a:cs typeface="Cairo"/>
              <a:sym typeface="Cairo"/>
            </a:endParaRPr>
          </a:p>
        </p:txBody>
      </p:sp>
      <p:sp>
        <p:nvSpPr>
          <p:cNvPr id="1460" name="Google Shape;1460;p165"/>
          <p:cNvSpPr/>
          <p:nvPr/>
        </p:nvSpPr>
        <p:spPr>
          <a:xfrm>
            <a:off x="6048375" y="1238250"/>
            <a:ext cx="2381400" cy="3143400"/>
          </a:xfrm>
          <a:prstGeom prst="roundRect">
            <a:avLst>
              <a:gd fmla="val 6400"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1" name="Google Shape;1461;p165"/>
          <p:cNvSpPr/>
          <p:nvPr/>
        </p:nvSpPr>
        <p:spPr>
          <a:xfrm>
            <a:off x="6238875" y="1447800"/>
            <a:ext cx="457200" cy="457200"/>
          </a:xfrm>
          <a:prstGeom prst="roundRect">
            <a:avLst>
              <a:gd fmla="val 25000" name="adj"/>
            </a:avLst>
          </a:prstGeom>
          <a:solidFill>
            <a:srgbClr val="01CFE6">
              <a:alpha val="1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2" name="Google Shape;1462;p165"/>
          <p:cNvSpPr txBox="1"/>
          <p:nvPr/>
        </p:nvSpPr>
        <p:spPr>
          <a:xfrm>
            <a:off x="6238875" y="1482852"/>
            <a:ext cx="4572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400">
                <a:solidFill>
                  <a:schemeClr val="accent3"/>
                </a:solidFill>
                <a:latin typeface="Material Icons"/>
                <a:ea typeface="Material Icons"/>
                <a:cs typeface="Material Icons"/>
                <a:sym typeface="Material Icons"/>
              </a:rPr>
              <a:t>account_tree</a:t>
            </a:r>
            <a:endParaRPr sz="2400">
              <a:solidFill>
                <a:schemeClr val="accent3"/>
              </a:solidFill>
              <a:latin typeface="Material Icons"/>
              <a:ea typeface="Material Icons"/>
              <a:cs typeface="Material Icons"/>
              <a:sym typeface="Material Icons"/>
            </a:endParaRPr>
          </a:p>
        </p:txBody>
      </p:sp>
      <p:sp>
        <p:nvSpPr>
          <p:cNvPr id="1463" name="Google Shape;1463;p165"/>
          <p:cNvSpPr/>
          <p:nvPr/>
        </p:nvSpPr>
        <p:spPr>
          <a:xfrm>
            <a:off x="7839075" y="1552575"/>
            <a:ext cx="400200" cy="2478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4" name="Google Shape;1464;p165"/>
          <p:cNvSpPr txBox="1"/>
          <p:nvPr/>
        </p:nvSpPr>
        <p:spPr>
          <a:xfrm>
            <a:off x="7839075" y="1552575"/>
            <a:ext cx="4002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Space Grotesk"/>
                <a:ea typeface="Space Grotesk"/>
                <a:cs typeface="Space Grotesk"/>
                <a:sym typeface="Space Grotesk"/>
              </a:rPr>
              <a:t>03</a:t>
            </a:r>
            <a:endParaRPr b="1" sz="1100">
              <a:solidFill>
                <a:srgbClr val="FFFFFF"/>
              </a:solidFill>
              <a:latin typeface="Space Grotesk"/>
              <a:ea typeface="Space Grotesk"/>
              <a:cs typeface="Space Grotesk"/>
              <a:sym typeface="Space Grotesk"/>
            </a:endParaRPr>
          </a:p>
        </p:txBody>
      </p:sp>
      <p:sp>
        <p:nvSpPr>
          <p:cNvPr id="1465" name="Google Shape;1465;p165"/>
          <p:cNvSpPr txBox="1"/>
          <p:nvPr/>
        </p:nvSpPr>
        <p:spPr>
          <a:xfrm>
            <a:off x="6238875" y="2095500"/>
            <a:ext cx="20001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241160"/>
                </a:solidFill>
                <a:latin typeface="Space Grotesk"/>
                <a:ea typeface="Space Grotesk"/>
                <a:cs typeface="Space Grotesk"/>
                <a:sym typeface="Space Grotesk"/>
              </a:rPr>
              <a:t>Visual </a:t>
            </a:r>
            <a:r>
              <a:rPr b="1" lang="en" sz="1600">
                <a:solidFill>
                  <a:srgbClr val="241160"/>
                </a:solidFill>
                <a:latin typeface="Space Grotesk"/>
                <a:ea typeface="Space Grotesk"/>
                <a:cs typeface="Space Grotesk"/>
                <a:sym typeface="Space Grotesk"/>
              </a:rPr>
              <a:t>Mapping</a:t>
            </a:r>
            <a:endParaRPr b="1" sz="1600">
              <a:solidFill>
                <a:srgbClr val="241160"/>
              </a:solidFill>
              <a:latin typeface="Space Grotesk"/>
              <a:ea typeface="Space Grotesk"/>
              <a:cs typeface="Space Grotesk"/>
              <a:sym typeface="Space Grotesk"/>
            </a:endParaRPr>
          </a:p>
          <a:p>
            <a:pPr indent="0" lvl="0" marL="0" rtl="0" algn="l">
              <a:spcBef>
                <a:spcPts val="750"/>
              </a:spcBef>
              <a:spcAft>
                <a:spcPts val="0"/>
              </a:spcAft>
              <a:buNone/>
            </a:pPr>
            <a:r>
              <a:rPr lang="en" sz="1300">
                <a:solidFill>
                  <a:srgbClr val="475569"/>
                </a:solidFill>
                <a:latin typeface="Cairo"/>
                <a:ea typeface="Cairo"/>
                <a:cs typeface="Cairo"/>
                <a:sym typeface="Cairo"/>
              </a:rPr>
              <a:t>Created a visual representation of the two possible roadmaps made</a:t>
            </a:r>
            <a:endParaRPr sz="1300">
              <a:solidFill>
                <a:srgbClr val="475569"/>
              </a:solidFill>
              <a:latin typeface="Cairo"/>
              <a:ea typeface="Cairo"/>
              <a:cs typeface="Cairo"/>
              <a:sym typeface="Cair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9" name="Shape 1469"/>
        <p:cNvGrpSpPr/>
        <p:nvPr/>
      </p:nvGrpSpPr>
      <p:grpSpPr>
        <a:xfrm>
          <a:off x="0" y="0"/>
          <a:ext cx="0" cy="0"/>
          <a:chOff x="0" y="0"/>
          <a:chExt cx="0" cy="0"/>
        </a:xfrm>
      </p:grpSpPr>
      <p:sp>
        <p:nvSpPr>
          <p:cNvPr id="1470" name="Google Shape;1470;p16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t>Progress</a:t>
            </a:r>
            <a:endParaRPr sz="3200"/>
          </a:p>
        </p:txBody>
      </p:sp>
      <p:sp>
        <p:nvSpPr>
          <p:cNvPr id="1471" name="Google Shape;1471;p166"/>
          <p:cNvSpPr/>
          <p:nvPr/>
        </p:nvSpPr>
        <p:spPr>
          <a:xfrm>
            <a:off x="714375" y="1238250"/>
            <a:ext cx="2381400" cy="3143400"/>
          </a:xfrm>
          <a:prstGeom prst="roundRect">
            <a:avLst>
              <a:gd fmla="val 6400"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2" name="Google Shape;1472;p166"/>
          <p:cNvSpPr/>
          <p:nvPr/>
        </p:nvSpPr>
        <p:spPr>
          <a:xfrm>
            <a:off x="904875" y="1447800"/>
            <a:ext cx="457200" cy="457200"/>
          </a:xfrm>
          <a:prstGeom prst="roundRect">
            <a:avLst>
              <a:gd fmla="val 25000" name="adj"/>
            </a:avLst>
          </a:prstGeom>
          <a:solidFill>
            <a:srgbClr val="01CFE6">
              <a:alpha val="1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3" name="Google Shape;1473;p166"/>
          <p:cNvSpPr txBox="1"/>
          <p:nvPr/>
        </p:nvSpPr>
        <p:spPr>
          <a:xfrm>
            <a:off x="904875" y="1482852"/>
            <a:ext cx="4572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2400">
              <a:solidFill>
                <a:schemeClr val="lt2"/>
              </a:solidFill>
              <a:latin typeface="Material Icons"/>
              <a:ea typeface="Material Icons"/>
              <a:cs typeface="Material Icons"/>
              <a:sym typeface="Material Icons"/>
            </a:endParaRPr>
          </a:p>
        </p:txBody>
      </p:sp>
      <p:sp>
        <p:nvSpPr>
          <p:cNvPr id="1474" name="Google Shape;1474;p166"/>
          <p:cNvSpPr/>
          <p:nvPr/>
        </p:nvSpPr>
        <p:spPr>
          <a:xfrm>
            <a:off x="2505075" y="1552575"/>
            <a:ext cx="400200" cy="2478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5" name="Google Shape;1475;p166"/>
          <p:cNvSpPr txBox="1"/>
          <p:nvPr/>
        </p:nvSpPr>
        <p:spPr>
          <a:xfrm>
            <a:off x="2505075" y="1552575"/>
            <a:ext cx="4002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Space Grotesk"/>
                <a:ea typeface="Space Grotesk"/>
                <a:cs typeface="Space Grotesk"/>
                <a:sym typeface="Space Grotesk"/>
              </a:rPr>
              <a:t>04</a:t>
            </a:r>
            <a:endParaRPr b="1" sz="1100">
              <a:solidFill>
                <a:srgbClr val="FFFFFF"/>
              </a:solidFill>
              <a:latin typeface="Space Grotesk"/>
              <a:ea typeface="Space Grotesk"/>
              <a:cs typeface="Space Grotesk"/>
              <a:sym typeface="Space Grotesk"/>
            </a:endParaRPr>
          </a:p>
        </p:txBody>
      </p:sp>
      <p:sp>
        <p:nvSpPr>
          <p:cNvPr id="1476" name="Google Shape;1476;p166"/>
          <p:cNvSpPr txBox="1"/>
          <p:nvPr/>
        </p:nvSpPr>
        <p:spPr>
          <a:xfrm>
            <a:off x="904875" y="2095500"/>
            <a:ext cx="20001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241160"/>
                </a:solidFill>
                <a:latin typeface="Space Grotesk"/>
                <a:ea typeface="Space Grotesk"/>
                <a:cs typeface="Space Grotesk"/>
                <a:sym typeface="Space Grotesk"/>
              </a:rPr>
              <a:t>Met with Prof. </a:t>
            </a:r>
            <a:r>
              <a:rPr b="1" lang="en" sz="1600">
                <a:solidFill>
                  <a:srgbClr val="241160"/>
                </a:solidFill>
                <a:latin typeface="Space Grotesk"/>
                <a:ea typeface="Space Grotesk"/>
                <a:cs typeface="Space Grotesk"/>
                <a:sym typeface="Space Grotesk"/>
              </a:rPr>
              <a:t>Ahlgren</a:t>
            </a:r>
            <a:endParaRPr b="1" sz="1600">
              <a:solidFill>
                <a:srgbClr val="241160"/>
              </a:solidFill>
              <a:latin typeface="Space Grotesk"/>
              <a:ea typeface="Space Grotesk"/>
              <a:cs typeface="Space Grotesk"/>
              <a:sym typeface="Space Grotesk"/>
            </a:endParaRPr>
          </a:p>
          <a:p>
            <a:pPr indent="0" lvl="0" marL="0" rtl="0" algn="l">
              <a:spcBef>
                <a:spcPts val="750"/>
              </a:spcBef>
              <a:spcAft>
                <a:spcPts val="0"/>
              </a:spcAft>
              <a:buNone/>
            </a:pPr>
            <a:r>
              <a:rPr lang="en" sz="1300">
                <a:solidFill>
                  <a:srgbClr val="475569"/>
                </a:solidFill>
                <a:latin typeface="Cairo"/>
                <a:ea typeface="Cairo"/>
                <a:cs typeface="Cairo"/>
                <a:sym typeface="Cairo"/>
              </a:rPr>
              <a:t>Met with the Biology professor to learn about the data and how they turn it into a dataset.</a:t>
            </a:r>
            <a:endParaRPr sz="1300">
              <a:solidFill>
                <a:srgbClr val="475569"/>
              </a:solidFill>
              <a:latin typeface="Cairo"/>
              <a:ea typeface="Cairo"/>
              <a:cs typeface="Cairo"/>
              <a:sym typeface="Cairo"/>
            </a:endParaRPr>
          </a:p>
        </p:txBody>
      </p:sp>
      <p:sp>
        <p:nvSpPr>
          <p:cNvPr id="1477" name="Google Shape;1477;p166"/>
          <p:cNvSpPr/>
          <p:nvPr/>
        </p:nvSpPr>
        <p:spPr>
          <a:xfrm>
            <a:off x="3381375" y="1238250"/>
            <a:ext cx="2381400" cy="3143400"/>
          </a:xfrm>
          <a:prstGeom prst="roundRect">
            <a:avLst>
              <a:gd fmla="val 6400"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8" name="Google Shape;1478;p166"/>
          <p:cNvSpPr/>
          <p:nvPr/>
        </p:nvSpPr>
        <p:spPr>
          <a:xfrm>
            <a:off x="3571875" y="1447800"/>
            <a:ext cx="457200" cy="457200"/>
          </a:xfrm>
          <a:prstGeom prst="roundRect">
            <a:avLst>
              <a:gd fmla="val 25000" name="adj"/>
            </a:avLst>
          </a:prstGeom>
          <a:solidFill>
            <a:srgbClr val="01CFE6">
              <a:alpha val="1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9" name="Google Shape;1479;p166"/>
          <p:cNvSpPr txBox="1"/>
          <p:nvPr/>
        </p:nvSpPr>
        <p:spPr>
          <a:xfrm>
            <a:off x="3571875" y="1482852"/>
            <a:ext cx="4572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400">
                <a:solidFill>
                  <a:schemeClr val="accent1"/>
                </a:solidFill>
                <a:latin typeface="Material Icons"/>
                <a:ea typeface="Material Icons"/>
                <a:cs typeface="Material Icons"/>
                <a:sym typeface="Material Icons"/>
              </a:rPr>
              <a:t>tune</a:t>
            </a:r>
            <a:endParaRPr sz="2400">
              <a:solidFill>
                <a:schemeClr val="accent1"/>
              </a:solidFill>
              <a:latin typeface="Material Icons"/>
              <a:ea typeface="Material Icons"/>
              <a:cs typeface="Material Icons"/>
              <a:sym typeface="Material Icons"/>
            </a:endParaRPr>
          </a:p>
        </p:txBody>
      </p:sp>
      <p:sp>
        <p:nvSpPr>
          <p:cNvPr id="1480" name="Google Shape;1480;p166"/>
          <p:cNvSpPr/>
          <p:nvPr/>
        </p:nvSpPr>
        <p:spPr>
          <a:xfrm>
            <a:off x="5172075" y="1552575"/>
            <a:ext cx="400200" cy="2478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1" name="Google Shape;1481;p166"/>
          <p:cNvSpPr txBox="1"/>
          <p:nvPr/>
        </p:nvSpPr>
        <p:spPr>
          <a:xfrm>
            <a:off x="5172075" y="1552575"/>
            <a:ext cx="4002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Space Grotesk"/>
                <a:ea typeface="Space Grotesk"/>
                <a:cs typeface="Space Grotesk"/>
                <a:sym typeface="Space Grotesk"/>
              </a:rPr>
              <a:t>05</a:t>
            </a:r>
            <a:endParaRPr b="1" sz="1100">
              <a:solidFill>
                <a:srgbClr val="FFFFFF"/>
              </a:solidFill>
              <a:latin typeface="Space Grotesk"/>
              <a:ea typeface="Space Grotesk"/>
              <a:cs typeface="Space Grotesk"/>
              <a:sym typeface="Space Grotesk"/>
            </a:endParaRPr>
          </a:p>
        </p:txBody>
      </p:sp>
      <p:sp>
        <p:nvSpPr>
          <p:cNvPr id="1482" name="Google Shape;1482;p166"/>
          <p:cNvSpPr txBox="1"/>
          <p:nvPr/>
        </p:nvSpPr>
        <p:spPr>
          <a:xfrm>
            <a:off x="3549724" y="2095500"/>
            <a:ext cx="20766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241160"/>
                </a:solidFill>
                <a:latin typeface="Space Grotesk"/>
                <a:ea typeface="Space Grotesk"/>
                <a:cs typeface="Space Grotesk"/>
                <a:sym typeface="Space Grotesk"/>
              </a:rPr>
              <a:t>Cut 31,605 duplicate images from dataset</a:t>
            </a:r>
            <a:endParaRPr b="1" sz="1600">
              <a:solidFill>
                <a:srgbClr val="241160"/>
              </a:solidFill>
              <a:latin typeface="Space Grotesk"/>
              <a:ea typeface="Space Grotesk"/>
              <a:cs typeface="Space Grotesk"/>
              <a:sym typeface="Space Grotesk"/>
            </a:endParaRPr>
          </a:p>
          <a:p>
            <a:pPr indent="0" lvl="0" marL="0" rtl="0" algn="l">
              <a:spcBef>
                <a:spcPts val="750"/>
              </a:spcBef>
              <a:spcAft>
                <a:spcPts val="750"/>
              </a:spcAft>
              <a:buNone/>
            </a:pPr>
            <a:r>
              <a:rPr lang="en" sz="1300">
                <a:solidFill>
                  <a:srgbClr val="475569"/>
                </a:solidFill>
                <a:latin typeface="Cairo"/>
                <a:ea typeface="Cairo"/>
                <a:cs typeface="Cairo"/>
                <a:sym typeface="Cairo"/>
              </a:rPr>
              <a:t>31,605 images were byte-identical duplicates present in both -pp and raw version. Redundant copies are eliminated by switching to -pp</a:t>
            </a:r>
            <a:endParaRPr sz="1300">
              <a:solidFill>
                <a:srgbClr val="475569"/>
              </a:solidFill>
              <a:latin typeface="Cairo"/>
              <a:ea typeface="Cairo"/>
              <a:cs typeface="Cairo"/>
              <a:sym typeface="Cairo"/>
            </a:endParaRPr>
          </a:p>
        </p:txBody>
      </p:sp>
      <p:sp>
        <p:nvSpPr>
          <p:cNvPr id="1483" name="Google Shape;1483;p166"/>
          <p:cNvSpPr/>
          <p:nvPr/>
        </p:nvSpPr>
        <p:spPr>
          <a:xfrm>
            <a:off x="6048375" y="1238250"/>
            <a:ext cx="2381400" cy="3143400"/>
          </a:xfrm>
          <a:prstGeom prst="roundRect">
            <a:avLst>
              <a:gd fmla="val 6400"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4" name="Google Shape;1484;p166"/>
          <p:cNvSpPr/>
          <p:nvPr/>
        </p:nvSpPr>
        <p:spPr>
          <a:xfrm>
            <a:off x="6238875" y="1447800"/>
            <a:ext cx="457200" cy="457200"/>
          </a:xfrm>
          <a:prstGeom prst="roundRect">
            <a:avLst>
              <a:gd fmla="val 25000" name="adj"/>
            </a:avLst>
          </a:prstGeom>
          <a:solidFill>
            <a:srgbClr val="01CFE6">
              <a:alpha val="1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5" name="Google Shape;1485;p166"/>
          <p:cNvSpPr/>
          <p:nvPr/>
        </p:nvSpPr>
        <p:spPr>
          <a:xfrm>
            <a:off x="7839075" y="1552575"/>
            <a:ext cx="400200" cy="2478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6" name="Google Shape;1486;p166"/>
          <p:cNvSpPr txBox="1"/>
          <p:nvPr/>
        </p:nvSpPr>
        <p:spPr>
          <a:xfrm>
            <a:off x="7839075" y="1552575"/>
            <a:ext cx="4002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Space Grotesk"/>
                <a:ea typeface="Space Grotesk"/>
                <a:cs typeface="Space Grotesk"/>
                <a:sym typeface="Space Grotesk"/>
              </a:rPr>
              <a:t>06</a:t>
            </a:r>
            <a:endParaRPr b="1" sz="1100">
              <a:solidFill>
                <a:srgbClr val="FFFFFF"/>
              </a:solidFill>
              <a:latin typeface="Space Grotesk"/>
              <a:ea typeface="Space Grotesk"/>
              <a:cs typeface="Space Grotesk"/>
              <a:sym typeface="Space Grotesk"/>
            </a:endParaRPr>
          </a:p>
        </p:txBody>
      </p:sp>
      <p:sp>
        <p:nvSpPr>
          <p:cNvPr id="1487" name="Google Shape;1487;p166"/>
          <p:cNvSpPr txBox="1"/>
          <p:nvPr/>
        </p:nvSpPr>
        <p:spPr>
          <a:xfrm>
            <a:off x="6238875" y="2095500"/>
            <a:ext cx="20001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241160"/>
                </a:solidFill>
                <a:latin typeface="Space Grotesk"/>
                <a:ea typeface="Space Grotesk"/>
                <a:cs typeface="Space Grotesk"/>
                <a:sym typeface="Space Grotesk"/>
              </a:rPr>
              <a:t>Met with Prof. Catalin</a:t>
            </a:r>
            <a:endParaRPr b="1" sz="1600">
              <a:solidFill>
                <a:srgbClr val="241160"/>
              </a:solidFill>
              <a:latin typeface="Space Grotesk"/>
              <a:ea typeface="Space Grotesk"/>
              <a:cs typeface="Space Grotesk"/>
              <a:sym typeface="Space Grotesk"/>
            </a:endParaRPr>
          </a:p>
          <a:p>
            <a:pPr indent="0" lvl="0" marL="0" rtl="0" algn="l">
              <a:spcBef>
                <a:spcPts val="750"/>
              </a:spcBef>
              <a:spcAft>
                <a:spcPts val="0"/>
              </a:spcAft>
              <a:buNone/>
            </a:pPr>
            <a:r>
              <a:rPr lang="en" sz="1300">
                <a:solidFill>
                  <a:srgbClr val="475569"/>
                </a:solidFill>
                <a:latin typeface="Cairo"/>
                <a:ea typeface="Cairo"/>
                <a:cs typeface="Cairo"/>
                <a:sym typeface="Cairo"/>
              </a:rPr>
              <a:t>Met with Professor Catalin who gave us advice on databases and how we should expect to work with our data.</a:t>
            </a:r>
            <a:endParaRPr sz="1300">
              <a:solidFill>
                <a:srgbClr val="475569"/>
              </a:solidFill>
              <a:latin typeface="Cairo"/>
              <a:ea typeface="Cairo"/>
              <a:cs typeface="Cairo"/>
              <a:sym typeface="Cairo"/>
            </a:endParaRPr>
          </a:p>
        </p:txBody>
      </p:sp>
      <p:sp>
        <p:nvSpPr>
          <p:cNvPr id="1488" name="Google Shape;1488;p166"/>
          <p:cNvSpPr/>
          <p:nvPr/>
        </p:nvSpPr>
        <p:spPr>
          <a:xfrm>
            <a:off x="979875" y="1522600"/>
            <a:ext cx="325200" cy="301500"/>
          </a:xfrm>
          <a:prstGeom prst="wedgeEllipse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iro"/>
              <a:ea typeface="Cairo"/>
              <a:cs typeface="Cairo"/>
              <a:sym typeface="Cairo"/>
            </a:endParaRPr>
          </a:p>
        </p:txBody>
      </p:sp>
      <p:sp>
        <p:nvSpPr>
          <p:cNvPr id="1489" name="Google Shape;1489;p166"/>
          <p:cNvSpPr/>
          <p:nvPr/>
        </p:nvSpPr>
        <p:spPr>
          <a:xfrm>
            <a:off x="6295875" y="1522600"/>
            <a:ext cx="325200" cy="301500"/>
          </a:xfrm>
          <a:prstGeom prst="wedgeEllipseCallout">
            <a:avLst>
              <a:gd fmla="val -20833" name="adj1"/>
              <a:gd fmla="val 62500" name="adj2"/>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iro"/>
              <a:ea typeface="Cairo"/>
              <a:cs typeface="Cairo"/>
              <a:sym typeface="Cair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3" name="Shape 1493"/>
        <p:cNvGrpSpPr/>
        <p:nvPr/>
      </p:nvGrpSpPr>
      <p:grpSpPr>
        <a:xfrm>
          <a:off x="0" y="0"/>
          <a:ext cx="0" cy="0"/>
          <a:chOff x="0" y="0"/>
          <a:chExt cx="0" cy="0"/>
        </a:xfrm>
      </p:grpSpPr>
      <p:sp>
        <p:nvSpPr>
          <p:cNvPr id="1494" name="Google Shape;1494;p167"/>
          <p:cNvSpPr/>
          <p:nvPr/>
        </p:nvSpPr>
        <p:spPr>
          <a:xfrm>
            <a:off x="714275" y="1295075"/>
            <a:ext cx="1797000" cy="3143400"/>
          </a:xfrm>
          <a:prstGeom prst="roundRect">
            <a:avLst>
              <a:gd fmla="val 6400"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5" name="Google Shape;1495;p16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Website Roadmap - $0/Month</a:t>
            </a:r>
            <a:endParaRPr/>
          </a:p>
        </p:txBody>
      </p:sp>
      <p:sp>
        <p:nvSpPr>
          <p:cNvPr id="1496" name="Google Shape;1496;p167"/>
          <p:cNvSpPr txBox="1"/>
          <p:nvPr/>
        </p:nvSpPr>
        <p:spPr>
          <a:xfrm>
            <a:off x="858125" y="1464025"/>
            <a:ext cx="1204200" cy="572700"/>
          </a:xfrm>
          <a:prstGeom prst="rect">
            <a:avLst/>
          </a:prstGeom>
          <a:noFill/>
          <a:ln>
            <a:noFill/>
          </a:ln>
        </p:spPr>
        <p:txBody>
          <a:bodyPr anchorCtr="0" anchor="t" bIns="0" lIns="0" spcFirstLastPara="1" rIns="0" wrap="square" tIns="0">
            <a:noAutofit/>
          </a:bodyPr>
          <a:lstStyle/>
          <a:p>
            <a:pPr indent="0" lvl="0" marL="0" rtl="0" algn="l">
              <a:spcBef>
                <a:spcPts val="0"/>
              </a:spcBef>
              <a:spcAft>
                <a:spcPts val="750"/>
              </a:spcAft>
              <a:buNone/>
            </a:pPr>
            <a:r>
              <a:rPr b="1" lang="en" sz="1600">
                <a:solidFill>
                  <a:srgbClr val="241160"/>
                </a:solidFill>
                <a:latin typeface="Space Grotesk"/>
                <a:ea typeface="Space Grotesk"/>
                <a:cs typeface="Space Grotesk"/>
                <a:sym typeface="Space Grotesk"/>
              </a:rPr>
              <a:t>Image Storage</a:t>
            </a:r>
            <a:endParaRPr sz="1300">
              <a:solidFill>
                <a:srgbClr val="475569"/>
              </a:solidFill>
              <a:latin typeface="Cairo"/>
              <a:ea typeface="Cairo"/>
              <a:cs typeface="Cairo"/>
              <a:sym typeface="Cairo"/>
            </a:endParaRPr>
          </a:p>
        </p:txBody>
      </p:sp>
      <p:sp>
        <p:nvSpPr>
          <p:cNvPr id="1497" name="Google Shape;1497;p167"/>
          <p:cNvSpPr txBox="1"/>
          <p:nvPr/>
        </p:nvSpPr>
        <p:spPr>
          <a:xfrm>
            <a:off x="858125" y="3422250"/>
            <a:ext cx="1509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475569"/>
                </a:solidFill>
                <a:latin typeface="Cairo"/>
                <a:ea typeface="Cairo"/>
                <a:cs typeface="Cairo"/>
                <a:sym typeface="Cairo"/>
              </a:rPr>
              <a:t>Cloudflare R2 free tier</a:t>
            </a:r>
            <a:endParaRPr sz="1100">
              <a:solidFill>
                <a:srgbClr val="475569"/>
              </a:solidFill>
              <a:latin typeface="Cairo"/>
              <a:ea typeface="Cairo"/>
              <a:cs typeface="Cairo"/>
              <a:sym typeface="Cairo"/>
            </a:endParaRPr>
          </a:p>
        </p:txBody>
      </p:sp>
      <p:grpSp>
        <p:nvGrpSpPr>
          <p:cNvPr id="1498" name="Google Shape;1498;p167"/>
          <p:cNvGrpSpPr/>
          <p:nvPr/>
        </p:nvGrpSpPr>
        <p:grpSpPr>
          <a:xfrm>
            <a:off x="2114759" y="1464025"/>
            <a:ext cx="302100" cy="247800"/>
            <a:chOff x="2065709" y="1552575"/>
            <a:chExt cx="302100" cy="247800"/>
          </a:xfrm>
        </p:grpSpPr>
        <p:sp>
          <p:nvSpPr>
            <p:cNvPr id="1499" name="Google Shape;1499;p167"/>
            <p:cNvSpPr/>
            <p:nvPr/>
          </p:nvSpPr>
          <p:spPr>
            <a:xfrm>
              <a:off x="2065709" y="1552575"/>
              <a:ext cx="302100" cy="2478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0" name="Google Shape;1500;p167"/>
            <p:cNvSpPr txBox="1"/>
            <p:nvPr/>
          </p:nvSpPr>
          <p:spPr>
            <a:xfrm>
              <a:off x="2065709" y="1552575"/>
              <a:ext cx="3021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Space Grotesk"/>
                  <a:ea typeface="Space Grotesk"/>
                  <a:cs typeface="Space Grotesk"/>
                  <a:sym typeface="Space Grotesk"/>
                </a:rPr>
                <a:t>01</a:t>
              </a:r>
              <a:endParaRPr b="1" sz="1100">
                <a:solidFill>
                  <a:srgbClr val="FFFFFF"/>
                </a:solidFill>
                <a:latin typeface="Space Grotesk"/>
                <a:ea typeface="Space Grotesk"/>
                <a:cs typeface="Space Grotesk"/>
                <a:sym typeface="Space Grotesk"/>
              </a:endParaRPr>
            </a:p>
          </p:txBody>
        </p:sp>
      </p:grpSp>
      <p:sp>
        <p:nvSpPr>
          <p:cNvPr id="1501" name="Google Shape;1501;p167"/>
          <p:cNvSpPr/>
          <p:nvPr/>
        </p:nvSpPr>
        <p:spPr>
          <a:xfrm>
            <a:off x="2656800" y="1295075"/>
            <a:ext cx="1797000" cy="3143400"/>
          </a:xfrm>
          <a:prstGeom prst="roundRect">
            <a:avLst>
              <a:gd fmla="val 6400"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2" name="Google Shape;1502;p167"/>
          <p:cNvSpPr txBox="1"/>
          <p:nvPr/>
        </p:nvSpPr>
        <p:spPr>
          <a:xfrm>
            <a:off x="2800650" y="1464025"/>
            <a:ext cx="1204200" cy="572700"/>
          </a:xfrm>
          <a:prstGeom prst="rect">
            <a:avLst/>
          </a:prstGeom>
          <a:noFill/>
          <a:ln>
            <a:noFill/>
          </a:ln>
        </p:spPr>
        <p:txBody>
          <a:bodyPr anchorCtr="0" anchor="t" bIns="0" lIns="0" spcFirstLastPara="1" rIns="0" wrap="square" tIns="0">
            <a:noAutofit/>
          </a:bodyPr>
          <a:lstStyle/>
          <a:p>
            <a:pPr indent="0" lvl="0" marL="0" rtl="0" algn="l">
              <a:spcBef>
                <a:spcPts val="0"/>
              </a:spcBef>
              <a:spcAft>
                <a:spcPts val="750"/>
              </a:spcAft>
              <a:buNone/>
            </a:pPr>
            <a:r>
              <a:rPr b="1" lang="en" sz="1600">
                <a:solidFill>
                  <a:srgbClr val="241160"/>
                </a:solidFill>
                <a:latin typeface="Space Grotesk"/>
                <a:ea typeface="Space Grotesk"/>
                <a:cs typeface="Space Grotesk"/>
                <a:sym typeface="Space Grotesk"/>
              </a:rPr>
              <a:t>Image Access</a:t>
            </a:r>
            <a:endParaRPr sz="1300">
              <a:solidFill>
                <a:srgbClr val="475569"/>
              </a:solidFill>
              <a:latin typeface="Cairo"/>
              <a:ea typeface="Cairo"/>
              <a:cs typeface="Cairo"/>
              <a:sym typeface="Cairo"/>
            </a:endParaRPr>
          </a:p>
        </p:txBody>
      </p:sp>
      <p:sp>
        <p:nvSpPr>
          <p:cNvPr id="1503" name="Google Shape;1503;p167"/>
          <p:cNvSpPr txBox="1"/>
          <p:nvPr/>
        </p:nvSpPr>
        <p:spPr>
          <a:xfrm>
            <a:off x="2800650" y="3422250"/>
            <a:ext cx="1509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475569"/>
                </a:solidFill>
                <a:latin typeface="Cairo"/>
                <a:ea typeface="Cairo"/>
                <a:cs typeface="Cairo"/>
                <a:sym typeface="Cairo"/>
              </a:rPr>
              <a:t>Cloudflare</a:t>
            </a:r>
            <a:r>
              <a:rPr lang="en" sz="1100">
                <a:solidFill>
                  <a:srgbClr val="475569"/>
                </a:solidFill>
                <a:latin typeface="Cairo"/>
                <a:ea typeface="Cairo"/>
                <a:cs typeface="Cairo"/>
                <a:sym typeface="Cairo"/>
              </a:rPr>
              <a:t> Worker</a:t>
            </a:r>
            <a:endParaRPr sz="1100">
              <a:solidFill>
                <a:srgbClr val="475569"/>
              </a:solidFill>
              <a:latin typeface="Cairo"/>
              <a:ea typeface="Cairo"/>
              <a:cs typeface="Cairo"/>
              <a:sym typeface="Cairo"/>
            </a:endParaRPr>
          </a:p>
        </p:txBody>
      </p:sp>
      <p:grpSp>
        <p:nvGrpSpPr>
          <p:cNvPr id="1504" name="Google Shape;1504;p167"/>
          <p:cNvGrpSpPr/>
          <p:nvPr/>
        </p:nvGrpSpPr>
        <p:grpSpPr>
          <a:xfrm>
            <a:off x="4057284" y="1464025"/>
            <a:ext cx="302100" cy="247800"/>
            <a:chOff x="2065709" y="1552575"/>
            <a:chExt cx="302100" cy="247800"/>
          </a:xfrm>
        </p:grpSpPr>
        <p:sp>
          <p:nvSpPr>
            <p:cNvPr id="1505" name="Google Shape;1505;p167"/>
            <p:cNvSpPr/>
            <p:nvPr/>
          </p:nvSpPr>
          <p:spPr>
            <a:xfrm>
              <a:off x="2065709" y="1552575"/>
              <a:ext cx="302100" cy="2478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6" name="Google Shape;1506;p167"/>
            <p:cNvSpPr txBox="1"/>
            <p:nvPr/>
          </p:nvSpPr>
          <p:spPr>
            <a:xfrm>
              <a:off x="2065709" y="1552575"/>
              <a:ext cx="3021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Space Grotesk"/>
                  <a:ea typeface="Space Grotesk"/>
                  <a:cs typeface="Space Grotesk"/>
                  <a:sym typeface="Space Grotesk"/>
                </a:rPr>
                <a:t>02</a:t>
              </a:r>
              <a:endParaRPr b="1" sz="1100">
                <a:solidFill>
                  <a:srgbClr val="FFFFFF"/>
                </a:solidFill>
                <a:latin typeface="Space Grotesk"/>
                <a:ea typeface="Space Grotesk"/>
                <a:cs typeface="Space Grotesk"/>
                <a:sym typeface="Space Grotesk"/>
              </a:endParaRPr>
            </a:p>
          </p:txBody>
        </p:sp>
      </p:grpSp>
      <p:sp>
        <p:nvSpPr>
          <p:cNvPr id="1507" name="Google Shape;1507;p167"/>
          <p:cNvSpPr/>
          <p:nvPr/>
        </p:nvSpPr>
        <p:spPr>
          <a:xfrm>
            <a:off x="4693750" y="1295075"/>
            <a:ext cx="1797000" cy="3143400"/>
          </a:xfrm>
          <a:prstGeom prst="roundRect">
            <a:avLst>
              <a:gd fmla="val 6400"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8" name="Google Shape;1508;p167"/>
          <p:cNvSpPr txBox="1"/>
          <p:nvPr/>
        </p:nvSpPr>
        <p:spPr>
          <a:xfrm>
            <a:off x="4837600" y="1464025"/>
            <a:ext cx="1204200" cy="572700"/>
          </a:xfrm>
          <a:prstGeom prst="rect">
            <a:avLst/>
          </a:prstGeom>
          <a:noFill/>
          <a:ln>
            <a:noFill/>
          </a:ln>
        </p:spPr>
        <p:txBody>
          <a:bodyPr anchorCtr="0" anchor="t" bIns="0" lIns="0" spcFirstLastPara="1" rIns="0" wrap="square" tIns="0">
            <a:noAutofit/>
          </a:bodyPr>
          <a:lstStyle/>
          <a:p>
            <a:pPr indent="0" lvl="0" marL="0" rtl="0" algn="l">
              <a:spcBef>
                <a:spcPts val="0"/>
              </a:spcBef>
              <a:spcAft>
                <a:spcPts val="750"/>
              </a:spcAft>
              <a:buNone/>
            </a:pPr>
            <a:r>
              <a:rPr b="1" lang="en" sz="1600">
                <a:solidFill>
                  <a:srgbClr val="241160"/>
                </a:solidFill>
                <a:latin typeface="Space Grotesk"/>
                <a:ea typeface="Space Grotesk"/>
                <a:cs typeface="Space Grotesk"/>
                <a:sym typeface="Space Grotesk"/>
              </a:rPr>
              <a:t>Database</a:t>
            </a:r>
            <a:endParaRPr sz="1300">
              <a:solidFill>
                <a:srgbClr val="475569"/>
              </a:solidFill>
              <a:latin typeface="Cairo"/>
              <a:ea typeface="Cairo"/>
              <a:cs typeface="Cairo"/>
              <a:sym typeface="Cairo"/>
            </a:endParaRPr>
          </a:p>
        </p:txBody>
      </p:sp>
      <p:sp>
        <p:nvSpPr>
          <p:cNvPr id="1509" name="Google Shape;1509;p167"/>
          <p:cNvSpPr txBox="1"/>
          <p:nvPr/>
        </p:nvSpPr>
        <p:spPr>
          <a:xfrm>
            <a:off x="4837600" y="3422250"/>
            <a:ext cx="1509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475569"/>
                </a:solidFill>
                <a:latin typeface="Cairo"/>
                <a:ea typeface="Cairo"/>
                <a:cs typeface="Cairo"/>
                <a:sym typeface="Cairo"/>
              </a:rPr>
              <a:t>Supabase </a:t>
            </a:r>
            <a:r>
              <a:rPr lang="en" sz="1100">
                <a:solidFill>
                  <a:srgbClr val="475569"/>
                </a:solidFill>
                <a:latin typeface="Cairo"/>
                <a:ea typeface="Cairo"/>
                <a:cs typeface="Cairo"/>
                <a:sym typeface="Cairo"/>
              </a:rPr>
              <a:t>free tier</a:t>
            </a:r>
            <a:endParaRPr sz="1100">
              <a:solidFill>
                <a:srgbClr val="475569"/>
              </a:solidFill>
              <a:latin typeface="Cairo"/>
              <a:ea typeface="Cairo"/>
              <a:cs typeface="Cairo"/>
              <a:sym typeface="Cairo"/>
            </a:endParaRPr>
          </a:p>
        </p:txBody>
      </p:sp>
      <p:grpSp>
        <p:nvGrpSpPr>
          <p:cNvPr id="1510" name="Google Shape;1510;p167"/>
          <p:cNvGrpSpPr/>
          <p:nvPr/>
        </p:nvGrpSpPr>
        <p:grpSpPr>
          <a:xfrm>
            <a:off x="6094234" y="1464025"/>
            <a:ext cx="302100" cy="247800"/>
            <a:chOff x="2065709" y="1552575"/>
            <a:chExt cx="302100" cy="247800"/>
          </a:xfrm>
        </p:grpSpPr>
        <p:sp>
          <p:nvSpPr>
            <p:cNvPr id="1511" name="Google Shape;1511;p167"/>
            <p:cNvSpPr/>
            <p:nvPr/>
          </p:nvSpPr>
          <p:spPr>
            <a:xfrm>
              <a:off x="2065709" y="1552575"/>
              <a:ext cx="302100" cy="2478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12" name="Google Shape;1512;p167"/>
            <p:cNvSpPr txBox="1"/>
            <p:nvPr/>
          </p:nvSpPr>
          <p:spPr>
            <a:xfrm>
              <a:off x="2065709" y="1552575"/>
              <a:ext cx="3021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Space Grotesk"/>
                  <a:ea typeface="Space Grotesk"/>
                  <a:cs typeface="Space Grotesk"/>
                  <a:sym typeface="Space Grotesk"/>
                </a:rPr>
                <a:t>03</a:t>
              </a:r>
              <a:endParaRPr b="1" sz="1100">
                <a:solidFill>
                  <a:srgbClr val="FFFFFF"/>
                </a:solidFill>
                <a:latin typeface="Space Grotesk"/>
                <a:ea typeface="Space Grotesk"/>
                <a:cs typeface="Space Grotesk"/>
                <a:sym typeface="Space Grotesk"/>
              </a:endParaRPr>
            </a:p>
          </p:txBody>
        </p:sp>
      </p:grpSp>
      <p:sp>
        <p:nvSpPr>
          <p:cNvPr id="1513" name="Google Shape;1513;p167"/>
          <p:cNvSpPr/>
          <p:nvPr/>
        </p:nvSpPr>
        <p:spPr>
          <a:xfrm>
            <a:off x="6874550" y="1295075"/>
            <a:ext cx="1797000" cy="3143400"/>
          </a:xfrm>
          <a:prstGeom prst="roundRect">
            <a:avLst>
              <a:gd fmla="val 6400"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14" name="Google Shape;1514;p167"/>
          <p:cNvSpPr txBox="1"/>
          <p:nvPr/>
        </p:nvSpPr>
        <p:spPr>
          <a:xfrm>
            <a:off x="7018400" y="1464025"/>
            <a:ext cx="1204200" cy="572700"/>
          </a:xfrm>
          <a:prstGeom prst="rect">
            <a:avLst/>
          </a:prstGeom>
          <a:noFill/>
          <a:ln>
            <a:noFill/>
          </a:ln>
        </p:spPr>
        <p:txBody>
          <a:bodyPr anchorCtr="0" anchor="t" bIns="0" lIns="0" spcFirstLastPara="1" rIns="0" wrap="square" tIns="0">
            <a:noAutofit/>
          </a:bodyPr>
          <a:lstStyle/>
          <a:p>
            <a:pPr indent="0" lvl="0" marL="0" rtl="0" algn="l">
              <a:spcBef>
                <a:spcPts val="0"/>
              </a:spcBef>
              <a:spcAft>
                <a:spcPts val="750"/>
              </a:spcAft>
              <a:buNone/>
            </a:pPr>
            <a:r>
              <a:rPr b="1" lang="en" sz="1600">
                <a:solidFill>
                  <a:srgbClr val="241160"/>
                </a:solidFill>
                <a:latin typeface="Space Grotesk"/>
                <a:ea typeface="Space Grotesk"/>
                <a:cs typeface="Space Grotesk"/>
                <a:sym typeface="Space Grotesk"/>
              </a:rPr>
              <a:t>Hosting</a:t>
            </a:r>
            <a:endParaRPr sz="1300">
              <a:solidFill>
                <a:srgbClr val="475569"/>
              </a:solidFill>
              <a:latin typeface="Cairo"/>
              <a:ea typeface="Cairo"/>
              <a:cs typeface="Cairo"/>
              <a:sym typeface="Cairo"/>
            </a:endParaRPr>
          </a:p>
        </p:txBody>
      </p:sp>
      <p:sp>
        <p:nvSpPr>
          <p:cNvPr id="1515" name="Google Shape;1515;p167"/>
          <p:cNvSpPr txBox="1"/>
          <p:nvPr/>
        </p:nvSpPr>
        <p:spPr>
          <a:xfrm>
            <a:off x="7018400" y="3422250"/>
            <a:ext cx="1509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475569"/>
                </a:solidFill>
                <a:latin typeface="Cairo"/>
                <a:ea typeface="Cairo"/>
                <a:cs typeface="Cairo"/>
                <a:sym typeface="Cairo"/>
              </a:rPr>
              <a:t>Cloudflare Pages</a:t>
            </a:r>
            <a:endParaRPr sz="1100">
              <a:solidFill>
                <a:srgbClr val="475569"/>
              </a:solidFill>
              <a:latin typeface="Cairo"/>
              <a:ea typeface="Cairo"/>
              <a:cs typeface="Cairo"/>
              <a:sym typeface="Cairo"/>
            </a:endParaRPr>
          </a:p>
        </p:txBody>
      </p:sp>
      <p:grpSp>
        <p:nvGrpSpPr>
          <p:cNvPr id="1516" name="Google Shape;1516;p167"/>
          <p:cNvGrpSpPr/>
          <p:nvPr/>
        </p:nvGrpSpPr>
        <p:grpSpPr>
          <a:xfrm>
            <a:off x="8275034" y="1464025"/>
            <a:ext cx="302100" cy="247800"/>
            <a:chOff x="2065709" y="1552575"/>
            <a:chExt cx="302100" cy="247800"/>
          </a:xfrm>
        </p:grpSpPr>
        <p:sp>
          <p:nvSpPr>
            <p:cNvPr id="1517" name="Google Shape;1517;p167"/>
            <p:cNvSpPr/>
            <p:nvPr/>
          </p:nvSpPr>
          <p:spPr>
            <a:xfrm>
              <a:off x="2065709" y="1552575"/>
              <a:ext cx="302100" cy="2478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18" name="Google Shape;1518;p167"/>
            <p:cNvSpPr txBox="1"/>
            <p:nvPr/>
          </p:nvSpPr>
          <p:spPr>
            <a:xfrm>
              <a:off x="2065709" y="1552575"/>
              <a:ext cx="3021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Space Grotesk"/>
                  <a:ea typeface="Space Grotesk"/>
                  <a:cs typeface="Space Grotesk"/>
                  <a:sym typeface="Space Grotesk"/>
                </a:rPr>
                <a:t>04</a:t>
              </a:r>
              <a:endParaRPr b="1" sz="1100">
                <a:solidFill>
                  <a:srgbClr val="FFFFFF"/>
                </a:solidFill>
                <a:latin typeface="Space Grotesk"/>
                <a:ea typeface="Space Grotesk"/>
                <a:cs typeface="Space Grotesk"/>
                <a:sym typeface="Space Grotesk"/>
              </a:endParaRPr>
            </a:p>
          </p:txBody>
        </p:sp>
      </p:grpSp>
      <p:pic>
        <p:nvPicPr>
          <p:cNvPr id="1519" name="Google Shape;1519;p167" title="cloudflare-logo-png_seeklogo-294312.png"/>
          <p:cNvPicPr preferRelativeResize="0"/>
          <p:nvPr/>
        </p:nvPicPr>
        <p:blipFill>
          <a:blip r:embed="rId3">
            <a:alphaModFix/>
          </a:blip>
          <a:stretch>
            <a:fillRect/>
          </a:stretch>
        </p:blipFill>
        <p:spPr>
          <a:xfrm>
            <a:off x="847263" y="1986725"/>
            <a:ext cx="1531025" cy="1531025"/>
          </a:xfrm>
          <a:prstGeom prst="rect">
            <a:avLst/>
          </a:prstGeom>
          <a:noFill/>
          <a:ln>
            <a:noFill/>
          </a:ln>
        </p:spPr>
      </p:pic>
      <p:pic>
        <p:nvPicPr>
          <p:cNvPr id="1520" name="Google Shape;1520;p167" title="cloudflare-logo-png_seeklogo-294312.png"/>
          <p:cNvPicPr preferRelativeResize="0"/>
          <p:nvPr/>
        </p:nvPicPr>
        <p:blipFill>
          <a:blip r:embed="rId3">
            <a:alphaModFix/>
          </a:blip>
          <a:stretch>
            <a:fillRect/>
          </a:stretch>
        </p:blipFill>
        <p:spPr>
          <a:xfrm>
            <a:off x="2770500" y="1986725"/>
            <a:ext cx="1531025" cy="1531025"/>
          </a:xfrm>
          <a:prstGeom prst="rect">
            <a:avLst/>
          </a:prstGeom>
          <a:noFill/>
          <a:ln>
            <a:noFill/>
          </a:ln>
        </p:spPr>
      </p:pic>
      <p:pic>
        <p:nvPicPr>
          <p:cNvPr id="1521" name="Google Shape;1521;p167" title="cloudflare-logo-png_seeklogo-294312.png"/>
          <p:cNvPicPr preferRelativeResize="0"/>
          <p:nvPr/>
        </p:nvPicPr>
        <p:blipFill>
          <a:blip r:embed="rId3">
            <a:alphaModFix/>
          </a:blip>
          <a:stretch>
            <a:fillRect/>
          </a:stretch>
        </p:blipFill>
        <p:spPr>
          <a:xfrm>
            <a:off x="7007538" y="1986725"/>
            <a:ext cx="1531025" cy="1531025"/>
          </a:xfrm>
          <a:prstGeom prst="rect">
            <a:avLst/>
          </a:prstGeom>
          <a:noFill/>
          <a:ln>
            <a:noFill/>
          </a:ln>
        </p:spPr>
      </p:pic>
      <p:pic>
        <p:nvPicPr>
          <p:cNvPr id="1522" name="Google Shape;1522;p167" title="Frame (4).png"/>
          <p:cNvPicPr preferRelativeResize="0"/>
          <p:nvPr/>
        </p:nvPicPr>
        <p:blipFill>
          <a:blip r:embed="rId4">
            <a:alphaModFix/>
          </a:blip>
          <a:stretch>
            <a:fillRect/>
          </a:stretch>
        </p:blipFill>
        <p:spPr>
          <a:xfrm>
            <a:off x="4822513" y="1919275"/>
            <a:ext cx="1531026" cy="153102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6" name="Shape 1526"/>
        <p:cNvGrpSpPr/>
        <p:nvPr/>
      </p:nvGrpSpPr>
      <p:grpSpPr>
        <a:xfrm>
          <a:off x="0" y="0"/>
          <a:ext cx="0" cy="0"/>
          <a:chOff x="0" y="0"/>
          <a:chExt cx="0" cy="0"/>
        </a:xfrm>
      </p:grpSpPr>
      <p:sp>
        <p:nvSpPr>
          <p:cNvPr id="1527" name="Google Shape;1527;p168"/>
          <p:cNvSpPr/>
          <p:nvPr/>
        </p:nvSpPr>
        <p:spPr>
          <a:xfrm>
            <a:off x="714275" y="1295075"/>
            <a:ext cx="1797000" cy="3143400"/>
          </a:xfrm>
          <a:prstGeom prst="roundRect">
            <a:avLst>
              <a:gd fmla="val 6400"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28" name="Google Shape;1528;p16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Website Roadmap - $7/Month</a:t>
            </a:r>
            <a:endParaRPr/>
          </a:p>
        </p:txBody>
      </p:sp>
      <p:sp>
        <p:nvSpPr>
          <p:cNvPr id="1529" name="Google Shape;1529;p168"/>
          <p:cNvSpPr txBox="1"/>
          <p:nvPr/>
        </p:nvSpPr>
        <p:spPr>
          <a:xfrm>
            <a:off x="858125" y="1464025"/>
            <a:ext cx="1204200" cy="572700"/>
          </a:xfrm>
          <a:prstGeom prst="rect">
            <a:avLst/>
          </a:prstGeom>
          <a:noFill/>
          <a:ln>
            <a:noFill/>
          </a:ln>
        </p:spPr>
        <p:txBody>
          <a:bodyPr anchorCtr="0" anchor="t" bIns="0" lIns="0" spcFirstLastPara="1" rIns="0" wrap="square" tIns="0">
            <a:noAutofit/>
          </a:bodyPr>
          <a:lstStyle/>
          <a:p>
            <a:pPr indent="0" lvl="0" marL="0" rtl="0" algn="l">
              <a:spcBef>
                <a:spcPts val="0"/>
              </a:spcBef>
              <a:spcAft>
                <a:spcPts val="750"/>
              </a:spcAft>
              <a:buNone/>
            </a:pPr>
            <a:r>
              <a:rPr b="1" lang="en" sz="1600">
                <a:solidFill>
                  <a:srgbClr val="241160"/>
                </a:solidFill>
                <a:latin typeface="Space Grotesk"/>
                <a:ea typeface="Space Grotesk"/>
                <a:cs typeface="Space Grotesk"/>
                <a:sym typeface="Space Grotesk"/>
              </a:rPr>
              <a:t>Image Storage</a:t>
            </a:r>
            <a:endParaRPr sz="1300">
              <a:solidFill>
                <a:srgbClr val="475569"/>
              </a:solidFill>
              <a:latin typeface="Cairo"/>
              <a:ea typeface="Cairo"/>
              <a:cs typeface="Cairo"/>
              <a:sym typeface="Cairo"/>
            </a:endParaRPr>
          </a:p>
        </p:txBody>
      </p:sp>
      <p:sp>
        <p:nvSpPr>
          <p:cNvPr id="1530" name="Google Shape;1530;p168"/>
          <p:cNvSpPr txBox="1"/>
          <p:nvPr/>
        </p:nvSpPr>
        <p:spPr>
          <a:xfrm>
            <a:off x="858125" y="3422250"/>
            <a:ext cx="1509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475569"/>
                </a:solidFill>
                <a:latin typeface="Cairo"/>
                <a:ea typeface="Cairo"/>
                <a:cs typeface="Cairo"/>
                <a:sym typeface="Cairo"/>
              </a:rPr>
              <a:t>Cloudflare R2 free tier</a:t>
            </a:r>
            <a:endParaRPr sz="1100">
              <a:solidFill>
                <a:srgbClr val="475569"/>
              </a:solidFill>
              <a:latin typeface="Cairo"/>
              <a:ea typeface="Cairo"/>
              <a:cs typeface="Cairo"/>
              <a:sym typeface="Cairo"/>
            </a:endParaRPr>
          </a:p>
        </p:txBody>
      </p:sp>
      <p:grpSp>
        <p:nvGrpSpPr>
          <p:cNvPr id="1531" name="Google Shape;1531;p168"/>
          <p:cNvGrpSpPr/>
          <p:nvPr/>
        </p:nvGrpSpPr>
        <p:grpSpPr>
          <a:xfrm>
            <a:off x="2114759" y="1464025"/>
            <a:ext cx="302100" cy="247800"/>
            <a:chOff x="2065709" y="1552575"/>
            <a:chExt cx="302100" cy="247800"/>
          </a:xfrm>
        </p:grpSpPr>
        <p:sp>
          <p:nvSpPr>
            <p:cNvPr id="1532" name="Google Shape;1532;p168"/>
            <p:cNvSpPr/>
            <p:nvPr/>
          </p:nvSpPr>
          <p:spPr>
            <a:xfrm>
              <a:off x="2065709" y="1552575"/>
              <a:ext cx="302100" cy="2478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3" name="Google Shape;1533;p168"/>
            <p:cNvSpPr txBox="1"/>
            <p:nvPr/>
          </p:nvSpPr>
          <p:spPr>
            <a:xfrm>
              <a:off x="2065709" y="1552575"/>
              <a:ext cx="3021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Space Grotesk"/>
                  <a:ea typeface="Space Grotesk"/>
                  <a:cs typeface="Space Grotesk"/>
                  <a:sym typeface="Space Grotesk"/>
                </a:rPr>
                <a:t>01</a:t>
              </a:r>
              <a:endParaRPr b="1" sz="1100">
                <a:solidFill>
                  <a:srgbClr val="FFFFFF"/>
                </a:solidFill>
                <a:latin typeface="Space Grotesk"/>
                <a:ea typeface="Space Grotesk"/>
                <a:cs typeface="Space Grotesk"/>
                <a:sym typeface="Space Grotesk"/>
              </a:endParaRPr>
            </a:p>
          </p:txBody>
        </p:sp>
      </p:grpSp>
      <p:sp>
        <p:nvSpPr>
          <p:cNvPr id="1534" name="Google Shape;1534;p168"/>
          <p:cNvSpPr/>
          <p:nvPr/>
        </p:nvSpPr>
        <p:spPr>
          <a:xfrm>
            <a:off x="2656800" y="1295075"/>
            <a:ext cx="1797000" cy="3143400"/>
          </a:xfrm>
          <a:prstGeom prst="roundRect">
            <a:avLst>
              <a:gd fmla="val 6400"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5" name="Google Shape;1535;p168"/>
          <p:cNvSpPr txBox="1"/>
          <p:nvPr/>
        </p:nvSpPr>
        <p:spPr>
          <a:xfrm>
            <a:off x="2800650" y="1464025"/>
            <a:ext cx="1204200" cy="572700"/>
          </a:xfrm>
          <a:prstGeom prst="rect">
            <a:avLst/>
          </a:prstGeom>
          <a:noFill/>
          <a:ln>
            <a:noFill/>
          </a:ln>
        </p:spPr>
        <p:txBody>
          <a:bodyPr anchorCtr="0" anchor="t" bIns="0" lIns="0" spcFirstLastPara="1" rIns="0" wrap="square" tIns="0">
            <a:noAutofit/>
          </a:bodyPr>
          <a:lstStyle/>
          <a:p>
            <a:pPr indent="0" lvl="0" marL="0" rtl="0" algn="l">
              <a:spcBef>
                <a:spcPts val="0"/>
              </a:spcBef>
              <a:spcAft>
                <a:spcPts val="750"/>
              </a:spcAft>
              <a:buNone/>
            </a:pPr>
            <a:r>
              <a:rPr b="1" lang="en" sz="1600">
                <a:solidFill>
                  <a:srgbClr val="241160"/>
                </a:solidFill>
                <a:latin typeface="Space Grotesk"/>
                <a:ea typeface="Space Grotesk"/>
                <a:cs typeface="Space Grotesk"/>
                <a:sym typeface="Space Grotesk"/>
              </a:rPr>
              <a:t>Backend</a:t>
            </a:r>
            <a:endParaRPr sz="1300">
              <a:solidFill>
                <a:srgbClr val="475569"/>
              </a:solidFill>
              <a:latin typeface="Cairo"/>
              <a:ea typeface="Cairo"/>
              <a:cs typeface="Cairo"/>
              <a:sym typeface="Cairo"/>
            </a:endParaRPr>
          </a:p>
        </p:txBody>
      </p:sp>
      <p:sp>
        <p:nvSpPr>
          <p:cNvPr id="1536" name="Google Shape;1536;p168"/>
          <p:cNvSpPr txBox="1"/>
          <p:nvPr/>
        </p:nvSpPr>
        <p:spPr>
          <a:xfrm>
            <a:off x="2800650" y="3422250"/>
            <a:ext cx="1509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475569"/>
                </a:solidFill>
                <a:latin typeface="Cairo"/>
                <a:ea typeface="Cairo"/>
                <a:cs typeface="Cairo"/>
                <a:sym typeface="Cairo"/>
              </a:rPr>
              <a:t>Render Starter</a:t>
            </a:r>
            <a:endParaRPr sz="1100">
              <a:solidFill>
                <a:srgbClr val="475569"/>
              </a:solidFill>
              <a:latin typeface="Cairo"/>
              <a:ea typeface="Cairo"/>
              <a:cs typeface="Cairo"/>
              <a:sym typeface="Cairo"/>
            </a:endParaRPr>
          </a:p>
        </p:txBody>
      </p:sp>
      <p:grpSp>
        <p:nvGrpSpPr>
          <p:cNvPr id="1537" name="Google Shape;1537;p168"/>
          <p:cNvGrpSpPr/>
          <p:nvPr/>
        </p:nvGrpSpPr>
        <p:grpSpPr>
          <a:xfrm>
            <a:off x="4057284" y="1464025"/>
            <a:ext cx="302100" cy="247800"/>
            <a:chOff x="2065709" y="1552575"/>
            <a:chExt cx="302100" cy="247800"/>
          </a:xfrm>
        </p:grpSpPr>
        <p:sp>
          <p:nvSpPr>
            <p:cNvPr id="1538" name="Google Shape;1538;p168"/>
            <p:cNvSpPr/>
            <p:nvPr/>
          </p:nvSpPr>
          <p:spPr>
            <a:xfrm>
              <a:off x="2065709" y="1552575"/>
              <a:ext cx="302100" cy="2478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9" name="Google Shape;1539;p168"/>
            <p:cNvSpPr txBox="1"/>
            <p:nvPr/>
          </p:nvSpPr>
          <p:spPr>
            <a:xfrm>
              <a:off x="2065709" y="1552575"/>
              <a:ext cx="3021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Space Grotesk"/>
                  <a:ea typeface="Space Grotesk"/>
                  <a:cs typeface="Space Grotesk"/>
                  <a:sym typeface="Space Grotesk"/>
                </a:rPr>
                <a:t>02</a:t>
              </a:r>
              <a:endParaRPr b="1" sz="1100">
                <a:solidFill>
                  <a:srgbClr val="FFFFFF"/>
                </a:solidFill>
                <a:latin typeface="Space Grotesk"/>
                <a:ea typeface="Space Grotesk"/>
                <a:cs typeface="Space Grotesk"/>
                <a:sym typeface="Space Grotesk"/>
              </a:endParaRPr>
            </a:p>
          </p:txBody>
        </p:sp>
      </p:grpSp>
      <p:sp>
        <p:nvSpPr>
          <p:cNvPr id="1540" name="Google Shape;1540;p168"/>
          <p:cNvSpPr/>
          <p:nvPr/>
        </p:nvSpPr>
        <p:spPr>
          <a:xfrm>
            <a:off x="4693750" y="1295075"/>
            <a:ext cx="1797000" cy="3143400"/>
          </a:xfrm>
          <a:prstGeom prst="roundRect">
            <a:avLst>
              <a:gd fmla="val 6400"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41" name="Google Shape;1541;p168"/>
          <p:cNvSpPr txBox="1"/>
          <p:nvPr/>
        </p:nvSpPr>
        <p:spPr>
          <a:xfrm>
            <a:off x="4837600" y="1464025"/>
            <a:ext cx="1204200" cy="572700"/>
          </a:xfrm>
          <a:prstGeom prst="rect">
            <a:avLst/>
          </a:prstGeom>
          <a:noFill/>
          <a:ln>
            <a:noFill/>
          </a:ln>
        </p:spPr>
        <p:txBody>
          <a:bodyPr anchorCtr="0" anchor="t" bIns="0" lIns="0" spcFirstLastPara="1" rIns="0" wrap="square" tIns="0">
            <a:noAutofit/>
          </a:bodyPr>
          <a:lstStyle/>
          <a:p>
            <a:pPr indent="0" lvl="0" marL="0" rtl="0" algn="l">
              <a:spcBef>
                <a:spcPts val="0"/>
              </a:spcBef>
              <a:spcAft>
                <a:spcPts val="750"/>
              </a:spcAft>
              <a:buNone/>
            </a:pPr>
            <a:r>
              <a:rPr b="1" lang="en" sz="1600">
                <a:solidFill>
                  <a:srgbClr val="241160"/>
                </a:solidFill>
                <a:latin typeface="Space Grotesk"/>
                <a:ea typeface="Space Grotesk"/>
                <a:cs typeface="Space Grotesk"/>
                <a:sym typeface="Space Grotesk"/>
              </a:rPr>
              <a:t>Database</a:t>
            </a:r>
            <a:endParaRPr sz="1300">
              <a:solidFill>
                <a:srgbClr val="475569"/>
              </a:solidFill>
              <a:latin typeface="Cairo"/>
              <a:ea typeface="Cairo"/>
              <a:cs typeface="Cairo"/>
              <a:sym typeface="Cairo"/>
            </a:endParaRPr>
          </a:p>
        </p:txBody>
      </p:sp>
      <p:sp>
        <p:nvSpPr>
          <p:cNvPr id="1542" name="Google Shape;1542;p168"/>
          <p:cNvSpPr txBox="1"/>
          <p:nvPr/>
        </p:nvSpPr>
        <p:spPr>
          <a:xfrm>
            <a:off x="4837600" y="3422250"/>
            <a:ext cx="1509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475569"/>
                </a:solidFill>
                <a:latin typeface="Cairo"/>
                <a:ea typeface="Cairo"/>
                <a:cs typeface="Cairo"/>
                <a:sym typeface="Cairo"/>
              </a:rPr>
              <a:t>Render Postgres</a:t>
            </a:r>
            <a:endParaRPr sz="1100">
              <a:solidFill>
                <a:srgbClr val="475569"/>
              </a:solidFill>
              <a:latin typeface="Cairo"/>
              <a:ea typeface="Cairo"/>
              <a:cs typeface="Cairo"/>
              <a:sym typeface="Cairo"/>
            </a:endParaRPr>
          </a:p>
        </p:txBody>
      </p:sp>
      <p:grpSp>
        <p:nvGrpSpPr>
          <p:cNvPr id="1543" name="Google Shape;1543;p168"/>
          <p:cNvGrpSpPr/>
          <p:nvPr/>
        </p:nvGrpSpPr>
        <p:grpSpPr>
          <a:xfrm>
            <a:off x="6094234" y="1464025"/>
            <a:ext cx="302100" cy="247800"/>
            <a:chOff x="2065709" y="1552575"/>
            <a:chExt cx="302100" cy="247800"/>
          </a:xfrm>
        </p:grpSpPr>
        <p:sp>
          <p:nvSpPr>
            <p:cNvPr id="1544" name="Google Shape;1544;p168"/>
            <p:cNvSpPr/>
            <p:nvPr/>
          </p:nvSpPr>
          <p:spPr>
            <a:xfrm>
              <a:off x="2065709" y="1552575"/>
              <a:ext cx="302100" cy="2478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45" name="Google Shape;1545;p168"/>
            <p:cNvSpPr txBox="1"/>
            <p:nvPr/>
          </p:nvSpPr>
          <p:spPr>
            <a:xfrm>
              <a:off x="2065709" y="1552575"/>
              <a:ext cx="3021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Space Grotesk"/>
                  <a:ea typeface="Space Grotesk"/>
                  <a:cs typeface="Space Grotesk"/>
                  <a:sym typeface="Space Grotesk"/>
                </a:rPr>
                <a:t>03</a:t>
              </a:r>
              <a:endParaRPr b="1" sz="1100">
                <a:solidFill>
                  <a:srgbClr val="FFFFFF"/>
                </a:solidFill>
                <a:latin typeface="Space Grotesk"/>
                <a:ea typeface="Space Grotesk"/>
                <a:cs typeface="Space Grotesk"/>
                <a:sym typeface="Space Grotesk"/>
              </a:endParaRPr>
            </a:p>
          </p:txBody>
        </p:sp>
      </p:grpSp>
      <p:sp>
        <p:nvSpPr>
          <p:cNvPr id="1546" name="Google Shape;1546;p168"/>
          <p:cNvSpPr/>
          <p:nvPr/>
        </p:nvSpPr>
        <p:spPr>
          <a:xfrm>
            <a:off x="6874550" y="1295075"/>
            <a:ext cx="1797000" cy="3143400"/>
          </a:xfrm>
          <a:prstGeom prst="roundRect">
            <a:avLst>
              <a:gd fmla="val 6400"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47" name="Google Shape;1547;p168"/>
          <p:cNvSpPr txBox="1"/>
          <p:nvPr/>
        </p:nvSpPr>
        <p:spPr>
          <a:xfrm>
            <a:off x="7018400" y="1464025"/>
            <a:ext cx="1204200" cy="572700"/>
          </a:xfrm>
          <a:prstGeom prst="rect">
            <a:avLst/>
          </a:prstGeom>
          <a:noFill/>
          <a:ln>
            <a:noFill/>
          </a:ln>
        </p:spPr>
        <p:txBody>
          <a:bodyPr anchorCtr="0" anchor="t" bIns="0" lIns="0" spcFirstLastPara="1" rIns="0" wrap="square" tIns="0">
            <a:noAutofit/>
          </a:bodyPr>
          <a:lstStyle/>
          <a:p>
            <a:pPr indent="0" lvl="0" marL="0" rtl="0" algn="l">
              <a:spcBef>
                <a:spcPts val="0"/>
              </a:spcBef>
              <a:spcAft>
                <a:spcPts val="750"/>
              </a:spcAft>
              <a:buNone/>
            </a:pPr>
            <a:r>
              <a:rPr b="1" lang="en" sz="1600">
                <a:solidFill>
                  <a:srgbClr val="241160"/>
                </a:solidFill>
                <a:latin typeface="Space Grotesk"/>
                <a:ea typeface="Space Grotesk"/>
                <a:cs typeface="Space Grotesk"/>
                <a:sym typeface="Space Grotesk"/>
              </a:rPr>
              <a:t>Hosting</a:t>
            </a:r>
            <a:endParaRPr sz="1300">
              <a:solidFill>
                <a:srgbClr val="475569"/>
              </a:solidFill>
              <a:latin typeface="Cairo"/>
              <a:ea typeface="Cairo"/>
              <a:cs typeface="Cairo"/>
              <a:sym typeface="Cairo"/>
            </a:endParaRPr>
          </a:p>
        </p:txBody>
      </p:sp>
      <p:sp>
        <p:nvSpPr>
          <p:cNvPr id="1548" name="Google Shape;1548;p168"/>
          <p:cNvSpPr txBox="1"/>
          <p:nvPr/>
        </p:nvSpPr>
        <p:spPr>
          <a:xfrm>
            <a:off x="7018400" y="3422250"/>
            <a:ext cx="1509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475569"/>
                </a:solidFill>
                <a:latin typeface="Cairo"/>
                <a:ea typeface="Cairo"/>
                <a:cs typeface="Cairo"/>
                <a:sym typeface="Cairo"/>
              </a:rPr>
              <a:t>Cloudflare Pages</a:t>
            </a:r>
            <a:endParaRPr sz="1100">
              <a:solidFill>
                <a:srgbClr val="475569"/>
              </a:solidFill>
              <a:latin typeface="Cairo"/>
              <a:ea typeface="Cairo"/>
              <a:cs typeface="Cairo"/>
              <a:sym typeface="Cairo"/>
            </a:endParaRPr>
          </a:p>
        </p:txBody>
      </p:sp>
      <p:grpSp>
        <p:nvGrpSpPr>
          <p:cNvPr id="1549" name="Google Shape;1549;p168"/>
          <p:cNvGrpSpPr/>
          <p:nvPr/>
        </p:nvGrpSpPr>
        <p:grpSpPr>
          <a:xfrm>
            <a:off x="8275034" y="1464025"/>
            <a:ext cx="302100" cy="247800"/>
            <a:chOff x="2065709" y="1552575"/>
            <a:chExt cx="302100" cy="247800"/>
          </a:xfrm>
        </p:grpSpPr>
        <p:sp>
          <p:nvSpPr>
            <p:cNvPr id="1550" name="Google Shape;1550;p168"/>
            <p:cNvSpPr/>
            <p:nvPr/>
          </p:nvSpPr>
          <p:spPr>
            <a:xfrm>
              <a:off x="2065709" y="1552575"/>
              <a:ext cx="302100" cy="2478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1" name="Google Shape;1551;p168"/>
            <p:cNvSpPr txBox="1"/>
            <p:nvPr/>
          </p:nvSpPr>
          <p:spPr>
            <a:xfrm>
              <a:off x="2065709" y="1552575"/>
              <a:ext cx="3021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Space Grotesk"/>
                  <a:ea typeface="Space Grotesk"/>
                  <a:cs typeface="Space Grotesk"/>
                  <a:sym typeface="Space Grotesk"/>
                </a:rPr>
                <a:t>04</a:t>
              </a:r>
              <a:endParaRPr b="1" sz="1100">
                <a:solidFill>
                  <a:srgbClr val="FFFFFF"/>
                </a:solidFill>
                <a:latin typeface="Space Grotesk"/>
                <a:ea typeface="Space Grotesk"/>
                <a:cs typeface="Space Grotesk"/>
                <a:sym typeface="Space Grotesk"/>
              </a:endParaRPr>
            </a:p>
          </p:txBody>
        </p:sp>
      </p:grpSp>
      <p:pic>
        <p:nvPicPr>
          <p:cNvPr id="1552" name="Google Shape;1552;p168" title="cloudflare-logo-png_seeklogo-294312.png"/>
          <p:cNvPicPr preferRelativeResize="0"/>
          <p:nvPr/>
        </p:nvPicPr>
        <p:blipFill>
          <a:blip r:embed="rId3">
            <a:alphaModFix/>
          </a:blip>
          <a:stretch>
            <a:fillRect/>
          </a:stretch>
        </p:blipFill>
        <p:spPr>
          <a:xfrm>
            <a:off x="847263" y="1986725"/>
            <a:ext cx="1531025" cy="1531025"/>
          </a:xfrm>
          <a:prstGeom prst="rect">
            <a:avLst/>
          </a:prstGeom>
          <a:noFill/>
          <a:ln>
            <a:noFill/>
          </a:ln>
        </p:spPr>
      </p:pic>
      <p:pic>
        <p:nvPicPr>
          <p:cNvPr id="1553" name="Google Shape;1553;p168" title="cloudflare-logo-png_seeklogo-294312.png"/>
          <p:cNvPicPr preferRelativeResize="0"/>
          <p:nvPr/>
        </p:nvPicPr>
        <p:blipFill>
          <a:blip r:embed="rId3">
            <a:alphaModFix/>
          </a:blip>
          <a:stretch>
            <a:fillRect/>
          </a:stretch>
        </p:blipFill>
        <p:spPr>
          <a:xfrm>
            <a:off x="7007538" y="1986725"/>
            <a:ext cx="1531025" cy="1531025"/>
          </a:xfrm>
          <a:prstGeom prst="rect">
            <a:avLst/>
          </a:prstGeom>
          <a:noFill/>
          <a:ln>
            <a:noFill/>
          </a:ln>
        </p:spPr>
      </p:pic>
      <p:pic>
        <p:nvPicPr>
          <p:cNvPr id="1554" name="Google Shape;1554;p168" title="ca9f2eee-43a4-463a-b8d2-23ae5fa5d03f.jpg"/>
          <p:cNvPicPr preferRelativeResize="0"/>
          <p:nvPr/>
        </p:nvPicPr>
        <p:blipFill>
          <a:blip r:embed="rId4">
            <a:alphaModFix/>
          </a:blip>
          <a:stretch>
            <a:fillRect/>
          </a:stretch>
        </p:blipFill>
        <p:spPr>
          <a:xfrm>
            <a:off x="2837013" y="1986738"/>
            <a:ext cx="1531000" cy="1531000"/>
          </a:xfrm>
          <a:prstGeom prst="rect">
            <a:avLst/>
          </a:prstGeom>
          <a:noFill/>
          <a:ln>
            <a:noFill/>
          </a:ln>
        </p:spPr>
      </p:pic>
      <p:pic>
        <p:nvPicPr>
          <p:cNvPr id="1555" name="Google Shape;1555;p168" title="ca9f2eee-43a4-463a-b8d2-23ae5fa5d03f.jpg"/>
          <p:cNvPicPr preferRelativeResize="0"/>
          <p:nvPr/>
        </p:nvPicPr>
        <p:blipFill>
          <a:blip r:embed="rId4">
            <a:alphaModFix/>
          </a:blip>
          <a:stretch>
            <a:fillRect/>
          </a:stretch>
        </p:blipFill>
        <p:spPr>
          <a:xfrm>
            <a:off x="4826738" y="1986725"/>
            <a:ext cx="1531000" cy="15310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9" name="Shape 1559"/>
        <p:cNvGrpSpPr/>
        <p:nvPr/>
      </p:nvGrpSpPr>
      <p:grpSpPr>
        <a:xfrm>
          <a:off x="0" y="0"/>
          <a:ext cx="0" cy="0"/>
          <a:chOff x="0" y="0"/>
          <a:chExt cx="0" cy="0"/>
        </a:xfrm>
      </p:grpSpPr>
      <p:pic>
        <p:nvPicPr>
          <p:cNvPr id="1560" name="Google Shape;1560;p169" title="plan_a_architecture.png"/>
          <p:cNvPicPr preferRelativeResize="0"/>
          <p:nvPr/>
        </p:nvPicPr>
        <p:blipFill>
          <a:blip r:embed="rId3">
            <a:alphaModFix/>
          </a:blip>
          <a:stretch>
            <a:fillRect/>
          </a:stretch>
        </p:blipFill>
        <p:spPr>
          <a:xfrm>
            <a:off x="0" y="42235"/>
            <a:ext cx="9144000" cy="505903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4" name="Shape 1564"/>
        <p:cNvGrpSpPr/>
        <p:nvPr/>
      </p:nvGrpSpPr>
      <p:grpSpPr>
        <a:xfrm>
          <a:off x="0" y="0"/>
          <a:ext cx="0" cy="0"/>
          <a:chOff x="0" y="0"/>
          <a:chExt cx="0" cy="0"/>
        </a:xfrm>
      </p:grpSpPr>
      <p:pic>
        <p:nvPicPr>
          <p:cNvPr id="1565" name="Google Shape;1565;p170" title="plan_b_architecture.png"/>
          <p:cNvPicPr preferRelativeResize="0"/>
          <p:nvPr/>
        </p:nvPicPr>
        <p:blipFill>
          <a:blip r:embed="rId3">
            <a:alphaModFix/>
          </a:blip>
          <a:stretch>
            <a:fillRect/>
          </a:stretch>
        </p:blipFill>
        <p:spPr>
          <a:xfrm>
            <a:off x="152400" y="152400"/>
            <a:ext cx="8745759" cy="483869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9" name="Shape 1569"/>
        <p:cNvGrpSpPr/>
        <p:nvPr/>
      </p:nvGrpSpPr>
      <p:grpSpPr>
        <a:xfrm>
          <a:off x="0" y="0"/>
          <a:ext cx="0" cy="0"/>
          <a:chOff x="0" y="0"/>
          <a:chExt cx="0" cy="0"/>
        </a:xfrm>
      </p:grpSpPr>
      <p:grpSp>
        <p:nvGrpSpPr>
          <p:cNvPr id="1570" name="Google Shape;1570;p171"/>
          <p:cNvGrpSpPr/>
          <p:nvPr/>
        </p:nvGrpSpPr>
        <p:grpSpPr>
          <a:xfrm>
            <a:off x="0" y="0"/>
            <a:ext cx="9144001" cy="5143500"/>
            <a:chOff x="0" y="0"/>
            <a:chExt cx="9144001" cy="5143500"/>
          </a:xfrm>
        </p:grpSpPr>
        <p:pic>
          <p:nvPicPr>
            <p:cNvPr id="1571" name="Google Shape;1571;p171"/>
            <p:cNvPicPr preferRelativeResize="0"/>
            <p:nvPr/>
          </p:nvPicPr>
          <p:blipFill rotWithShape="1">
            <a:blip r:embed="rId3">
              <a:alphaModFix/>
            </a:blip>
            <a:srcRect b="0" l="0" r="0" t="0"/>
            <a:stretch/>
          </p:blipFill>
          <p:spPr>
            <a:xfrm flipH="1" rot="10800000">
              <a:off x="0" y="2052950"/>
              <a:ext cx="4220500" cy="3090550"/>
            </a:xfrm>
            <a:prstGeom prst="rect">
              <a:avLst/>
            </a:prstGeom>
            <a:noFill/>
            <a:ln>
              <a:noFill/>
            </a:ln>
          </p:spPr>
        </p:pic>
        <p:pic>
          <p:nvPicPr>
            <p:cNvPr id="1572" name="Google Shape;1572;p171"/>
            <p:cNvPicPr preferRelativeResize="0"/>
            <p:nvPr/>
          </p:nvPicPr>
          <p:blipFill rotWithShape="1">
            <a:blip r:embed="rId4">
              <a:alphaModFix/>
            </a:blip>
            <a:srcRect b="0" l="0" r="0" t="0"/>
            <a:stretch/>
          </p:blipFill>
          <p:spPr>
            <a:xfrm flipH="1" rot="10800000">
              <a:off x="6764924" y="0"/>
              <a:ext cx="2379077" cy="3237334"/>
            </a:xfrm>
            <a:prstGeom prst="rect">
              <a:avLst/>
            </a:prstGeom>
            <a:noFill/>
            <a:ln>
              <a:noFill/>
            </a:ln>
          </p:spPr>
        </p:pic>
      </p:grpSp>
      <p:grpSp>
        <p:nvGrpSpPr>
          <p:cNvPr id="1573" name="Google Shape;1573;p171"/>
          <p:cNvGrpSpPr/>
          <p:nvPr/>
        </p:nvGrpSpPr>
        <p:grpSpPr>
          <a:xfrm rot="10800000">
            <a:off x="6704226" y="3811697"/>
            <a:ext cx="4574075" cy="3479350"/>
            <a:chOff x="1522650" y="1117750"/>
            <a:chExt cx="4574075" cy="3479350"/>
          </a:xfrm>
        </p:grpSpPr>
        <p:sp>
          <p:nvSpPr>
            <p:cNvPr id="1574" name="Google Shape;1574;p171"/>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5" name="Google Shape;1575;p171"/>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76" name="Google Shape;1576;p171"/>
          <p:cNvSpPr/>
          <p:nvPr/>
        </p:nvSpPr>
        <p:spPr>
          <a:xfrm>
            <a:off x="714375" y="1285875"/>
            <a:ext cx="3667200" cy="3048000"/>
          </a:xfrm>
          <a:prstGeom prst="roundRect">
            <a:avLst>
              <a:gd fmla="val 3750"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77" name="Google Shape;1577;p171"/>
          <p:cNvSpPr/>
          <p:nvPr/>
        </p:nvSpPr>
        <p:spPr>
          <a:xfrm>
            <a:off x="4667250" y="1285875"/>
            <a:ext cx="3667200" cy="3048000"/>
          </a:xfrm>
          <a:prstGeom prst="roundRect">
            <a:avLst>
              <a:gd fmla="val 3750"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78" name="Google Shape;1578;p171"/>
          <p:cNvSpPr txBox="1"/>
          <p:nvPr>
            <p:ph type="title"/>
          </p:nvPr>
        </p:nvSpPr>
        <p:spPr>
          <a:xfrm>
            <a:off x="720000" y="445025"/>
            <a:ext cx="7704000" cy="572700"/>
          </a:xfrm>
          <a:prstGeom prst="rect">
            <a:avLst/>
          </a:prstGeom>
          <a:solidFill>
            <a:srgbClr val="000000">
              <a:alpha val="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50">
                <a:solidFill>
                  <a:srgbClr val="241160"/>
                </a:solidFill>
                <a:latin typeface="Space Grotesk"/>
                <a:ea typeface="Space Grotesk"/>
                <a:cs typeface="Space Grotesk"/>
                <a:sym typeface="Space Grotesk"/>
              </a:rPr>
              <a:t>Challenges</a:t>
            </a:r>
            <a:endParaRPr b="1" sz="2550">
              <a:solidFill>
                <a:srgbClr val="241160"/>
              </a:solidFill>
              <a:latin typeface="Space Grotesk"/>
              <a:ea typeface="Space Grotesk"/>
              <a:cs typeface="Space Grotesk"/>
              <a:sym typeface="Space Grotesk"/>
            </a:endParaRPr>
          </a:p>
        </p:txBody>
      </p:sp>
      <p:grpSp>
        <p:nvGrpSpPr>
          <p:cNvPr id="1579" name="Google Shape;1579;p171"/>
          <p:cNvGrpSpPr/>
          <p:nvPr/>
        </p:nvGrpSpPr>
        <p:grpSpPr>
          <a:xfrm>
            <a:off x="3714750" y="1428750"/>
            <a:ext cx="476400" cy="266700"/>
            <a:chOff x="0" y="0"/>
            <a:chExt cx="476400" cy="266700"/>
          </a:xfrm>
        </p:grpSpPr>
        <p:sp>
          <p:nvSpPr>
            <p:cNvPr id="1580" name="Google Shape;1580;p171"/>
            <p:cNvSpPr/>
            <p:nvPr/>
          </p:nvSpPr>
          <p:spPr>
            <a:xfrm>
              <a:off x="0" y="0"/>
              <a:ext cx="476400" cy="2667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1" name="Google Shape;1581;p171"/>
            <p:cNvSpPr txBox="1"/>
            <p:nvPr/>
          </p:nvSpPr>
          <p:spPr>
            <a:xfrm>
              <a:off x="0" y="0"/>
              <a:ext cx="4764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Space Grotesk"/>
                  <a:ea typeface="Space Grotesk"/>
                  <a:cs typeface="Space Grotesk"/>
                  <a:sym typeface="Space Grotesk"/>
                </a:rPr>
                <a:t>01</a:t>
              </a:r>
              <a:endParaRPr b="1" sz="1100">
                <a:solidFill>
                  <a:srgbClr val="FFFFFF"/>
                </a:solidFill>
                <a:latin typeface="Space Grotesk"/>
                <a:ea typeface="Space Grotesk"/>
                <a:cs typeface="Space Grotesk"/>
                <a:sym typeface="Space Grotesk"/>
              </a:endParaRPr>
            </a:p>
          </p:txBody>
        </p:sp>
      </p:grpSp>
      <p:grpSp>
        <p:nvGrpSpPr>
          <p:cNvPr id="1582" name="Google Shape;1582;p171"/>
          <p:cNvGrpSpPr/>
          <p:nvPr/>
        </p:nvGrpSpPr>
        <p:grpSpPr>
          <a:xfrm>
            <a:off x="7667625" y="1428750"/>
            <a:ext cx="476400" cy="266700"/>
            <a:chOff x="0" y="0"/>
            <a:chExt cx="476400" cy="266700"/>
          </a:xfrm>
        </p:grpSpPr>
        <p:sp>
          <p:nvSpPr>
            <p:cNvPr id="1583" name="Google Shape;1583;p171"/>
            <p:cNvSpPr/>
            <p:nvPr/>
          </p:nvSpPr>
          <p:spPr>
            <a:xfrm>
              <a:off x="0" y="0"/>
              <a:ext cx="476400" cy="2667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4" name="Google Shape;1584;p171"/>
            <p:cNvSpPr txBox="1"/>
            <p:nvPr/>
          </p:nvSpPr>
          <p:spPr>
            <a:xfrm>
              <a:off x="0" y="0"/>
              <a:ext cx="4764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Space Grotesk"/>
                  <a:ea typeface="Space Grotesk"/>
                  <a:cs typeface="Space Grotesk"/>
                  <a:sym typeface="Space Grotesk"/>
                </a:rPr>
                <a:t>02</a:t>
              </a:r>
              <a:endParaRPr b="1" sz="1100">
                <a:solidFill>
                  <a:srgbClr val="FFFFFF"/>
                </a:solidFill>
                <a:latin typeface="Space Grotesk"/>
                <a:ea typeface="Space Grotesk"/>
                <a:cs typeface="Space Grotesk"/>
                <a:sym typeface="Space Grotesk"/>
              </a:endParaRPr>
            </a:p>
          </p:txBody>
        </p:sp>
      </p:grpSp>
      <p:sp>
        <p:nvSpPr>
          <p:cNvPr id="1585" name="Google Shape;1585;p171"/>
          <p:cNvSpPr txBox="1"/>
          <p:nvPr/>
        </p:nvSpPr>
        <p:spPr>
          <a:xfrm>
            <a:off x="952500" y="1476375"/>
            <a:ext cx="26193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3200">
                <a:solidFill>
                  <a:schemeClr val="accent1"/>
                </a:solidFill>
                <a:latin typeface="Material Icons"/>
                <a:ea typeface="Material Icons"/>
                <a:cs typeface="Material Icons"/>
                <a:sym typeface="Material Icons"/>
              </a:rPr>
              <a:t>wrong_location</a:t>
            </a:r>
            <a:endParaRPr sz="3200">
              <a:solidFill>
                <a:schemeClr val="accent1"/>
              </a:solidFill>
              <a:latin typeface="Material Icons"/>
              <a:ea typeface="Material Icons"/>
              <a:cs typeface="Material Icons"/>
              <a:sym typeface="Material Icons"/>
            </a:endParaRPr>
          </a:p>
          <a:p>
            <a:pPr indent="0" lvl="0" marL="0" rtl="0" algn="l">
              <a:spcBef>
                <a:spcPts val="600"/>
              </a:spcBef>
              <a:spcAft>
                <a:spcPts val="0"/>
              </a:spcAft>
              <a:buNone/>
            </a:pPr>
            <a:r>
              <a:rPr b="1" lang="en" sz="1700">
                <a:solidFill>
                  <a:srgbClr val="241160"/>
                </a:solidFill>
                <a:latin typeface="Space Grotesk"/>
                <a:ea typeface="Space Grotesk"/>
                <a:cs typeface="Space Grotesk"/>
                <a:sym typeface="Space Grotesk"/>
              </a:rPr>
              <a:t>Site Name Discrepancies</a:t>
            </a:r>
            <a:endParaRPr b="1" sz="1700">
              <a:solidFill>
                <a:srgbClr val="241160"/>
              </a:solidFill>
              <a:latin typeface="Space Grotesk"/>
              <a:ea typeface="Space Grotesk"/>
              <a:cs typeface="Space Grotesk"/>
              <a:sym typeface="Space Grotesk"/>
            </a:endParaRPr>
          </a:p>
          <a:p>
            <a:pPr indent="0" lvl="0" marL="0" rtl="0" algn="l">
              <a:spcBef>
                <a:spcPts val="750"/>
              </a:spcBef>
              <a:spcAft>
                <a:spcPts val="0"/>
              </a:spcAft>
              <a:buNone/>
            </a:pPr>
            <a:r>
              <a:rPr lang="en" sz="1300">
                <a:solidFill>
                  <a:srgbClr val="475569"/>
                </a:solidFill>
                <a:latin typeface="Cairo"/>
                <a:ea typeface="Cairo"/>
                <a:cs typeface="Cairo"/>
                <a:sym typeface="Cairo"/>
              </a:rPr>
              <a:t>Need to confirm whether Patch Pond vs. Patch Reservoir, Coes Pond vs. Coes Reservoir are two different sites or inconsistent.</a:t>
            </a:r>
            <a:endParaRPr sz="1300">
              <a:solidFill>
                <a:srgbClr val="475569"/>
              </a:solidFill>
              <a:latin typeface="Cairo"/>
              <a:ea typeface="Cairo"/>
              <a:cs typeface="Cairo"/>
              <a:sym typeface="Cairo"/>
            </a:endParaRPr>
          </a:p>
        </p:txBody>
      </p:sp>
      <p:sp>
        <p:nvSpPr>
          <p:cNvPr id="1586" name="Google Shape;1586;p171"/>
          <p:cNvSpPr txBox="1"/>
          <p:nvPr/>
        </p:nvSpPr>
        <p:spPr>
          <a:xfrm>
            <a:off x="4905375" y="1476375"/>
            <a:ext cx="26193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3200">
                <a:solidFill>
                  <a:schemeClr val="accent2"/>
                </a:solidFill>
                <a:latin typeface="Material Icons"/>
                <a:ea typeface="Material Icons"/>
                <a:cs typeface="Material Icons"/>
                <a:sym typeface="Material Icons"/>
              </a:rPr>
              <a:t>folder_off</a:t>
            </a:r>
            <a:endParaRPr sz="3200">
              <a:solidFill>
                <a:schemeClr val="accent2"/>
              </a:solidFill>
              <a:latin typeface="Material Icons"/>
              <a:ea typeface="Material Icons"/>
              <a:cs typeface="Material Icons"/>
              <a:sym typeface="Material Icons"/>
            </a:endParaRPr>
          </a:p>
          <a:p>
            <a:pPr indent="0" lvl="0" marL="0" rtl="0" algn="l">
              <a:spcBef>
                <a:spcPts val="600"/>
              </a:spcBef>
              <a:spcAft>
                <a:spcPts val="0"/>
              </a:spcAft>
              <a:buNone/>
            </a:pPr>
            <a:r>
              <a:rPr b="1" lang="en" sz="1700">
                <a:solidFill>
                  <a:srgbClr val="241160"/>
                </a:solidFill>
                <a:latin typeface="Space Grotesk"/>
                <a:ea typeface="Space Grotesk"/>
                <a:cs typeface="Space Grotesk"/>
                <a:sym typeface="Space Grotesk"/>
              </a:rPr>
              <a:t>Unprocessed Folders</a:t>
            </a:r>
            <a:endParaRPr b="1" sz="1700">
              <a:solidFill>
                <a:srgbClr val="241160"/>
              </a:solidFill>
              <a:latin typeface="Space Grotesk"/>
              <a:ea typeface="Space Grotesk"/>
              <a:cs typeface="Space Grotesk"/>
              <a:sym typeface="Space Grotesk"/>
            </a:endParaRPr>
          </a:p>
          <a:p>
            <a:pPr indent="0" lvl="0" marL="0" rtl="0" algn="l">
              <a:spcBef>
                <a:spcPts val="750"/>
              </a:spcBef>
              <a:spcAft>
                <a:spcPts val="0"/>
              </a:spcAft>
              <a:buNone/>
            </a:pPr>
            <a:r>
              <a:rPr lang="en" sz="1300">
                <a:solidFill>
                  <a:srgbClr val="475569"/>
                </a:solidFill>
                <a:latin typeface="Cairo"/>
                <a:ea typeface="Cairo"/>
                <a:cs typeface="Cairo"/>
                <a:sym typeface="Cairo"/>
              </a:rPr>
              <a:t>43 folders are raw, and therefore inconsistent with the rest.</a:t>
            </a:r>
            <a:endParaRPr sz="1300">
              <a:solidFill>
                <a:srgbClr val="475569"/>
              </a:solidFill>
              <a:latin typeface="Cairo"/>
              <a:ea typeface="Cairo"/>
              <a:cs typeface="Cairo"/>
              <a:sym typeface="Cair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0" name="Shape 1590"/>
        <p:cNvGrpSpPr/>
        <p:nvPr/>
      </p:nvGrpSpPr>
      <p:grpSpPr>
        <a:xfrm>
          <a:off x="0" y="0"/>
          <a:ext cx="0" cy="0"/>
          <a:chOff x="0" y="0"/>
          <a:chExt cx="0" cy="0"/>
        </a:xfrm>
      </p:grpSpPr>
      <p:sp>
        <p:nvSpPr>
          <p:cNvPr id="1591" name="Google Shape;1591;p172"/>
          <p:cNvSpPr txBox="1"/>
          <p:nvPr>
            <p:ph type="title"/>
          </p:nvPr>
        </p:nvSpPr>
        <p:spPr>
          <a:xfrm>
            <a:off x="714375" y="438150"/>
            <a:ext cx="7715400" cy="571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3000">
                <a:solidFill>
                  <a:srgbClr val="241160"/>
                </a:solidFill>
                <a:latin typeface="Space Grotesk"/>
                <a:ea typeface="Space Grotesk"/>
                <a:cs typeface="Space Grotesk"/>
                <a:sym typeface="Space Grotesk"/>
              </a:rPr>
              <a:t>Next Steps</a:t>
            </a:r>
            <a:endParaRPr b="1" sz="3000">
              <a:solidFill>
                <a:srgbClr val="241160"/>
              </a:solidFill>
              <a:latin typeface="Space Grotesk"/>
              <a:ea typeface="Space Grotesk"/>
              <a:cs typeface="Space Grotesk"/>
              <a:sym typeface="Space Grotesk"/>
            </a:endParaRPr>
          </a:p>
        </p:txBody>
      </p:sp>
      <p:grpSp>
        <p:nvGrpSpPr>
          <p:cNvPr id="1592" name="Google Shape;1592;p172"/>
          <p:cNvGrpSpPr/>
          <p:nvPr/>
        </p:nvGrpSpPr>
        <p:grpSpPr>
          <a:xfrm>
            <a:off x="714375" y="1285875"/>
            <a:ext cx="1790700" cy="3048000"/>
            <a:chOff x="0" y="0"/>
            <a:chExt cx="1790700" cy="3048000"/>
          </a:xfrm>
        </p:grpSpPr>
        <p:sp>
          <p:nvSpPr>
            <p:cNvPr id="1593" name="Google Shape;1593;p172"/>
            <p:cNvSpPr/>
            <p:nvPr/>
          </p:nvSpPr>
          <p:spPr>
            <a:xfrm>
              <a:off x="0" y="0"/>
              <a:ext cx="1790700" cy="3048000"/>
            </a:xfrm>
            <a:prstGeom prst="roundRect">
              <a:avLst>
                <a:gd fmla="val 6382"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4" name="Google Shape;1594;p172"/>
            <p:cNvSpPr/>
            <p:nvPr/>
          </p:nvSpPr>
          <p:spPr>
            <a:xfrm>
              <a:off x="1257300" y="133350"/>
              <a:ext cx="400200" cy="2478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5" name="Google Shape;1595;p172"/>
            <p:cNvSpPr txBox="1"/>
            <p:nvPr/>
          </p:nvSpPr>
          <p:spPr>
            <a:xfrm>
              <a:off x="1257300" y="133350"/>
              <a:ext cx="4002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FFFFFF"/>
                  </a:solidFill>
                  <a:latin typeface="Space Grotesk"/>
                  <a:ea typeface="Space Grotesk"/>
                  <a:cs typeface="Space Grotesk"/>
                  <a:sym typeface="Space Grotesk"/>
                </a:rPr>
                <a:t>01</a:t>
              </a:r>
              <a:endParaRPr b="1" sz="1000">
                <a:solidFill>
                  <a:srgbClr val="FFFFFF"/>
                </a:solidFill>
                <a:latin typeface="Space Grotesk"/>
                <a:ea typeface="Space Grotesk"/>
                <a:cs typeface="Space Grotesk"/>
                <a:sym typeface="Space Grotesk"/>
              </a:endParaRPr>
            </a:p>
          </p:txBody>
        </p:sp>
        <p:sp>
          <p:nvSpPr>
            <p:cNvPr id="1596" name="Google Shape;1596;p172"/>
            <p:cNvSpPr txBox="1"/>
            <p:nvPr/>
          </p:nvSpPr>
          <p:spPr>
            <a:xfrm>
              <a:off x="152400" y="231394"/>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800">
                  <a:solidFill>
                    <a:schemeClr val="lt2"/>
                  </a:solidFill>
                  <a:latin typeface="Material Icons"/>
                  <a:ea typeface="Material Icons"/>
                  <a:cs typeface="Material Icons"/>
                  <a:sym typeface="Material Icons"/>
                </a:rPr>
                <a:t>dataset</a:t>
              </a:r>
              <a:endParaRPr sz="2800">
                <a:solidFill>
                  <a:schemeClr val="lt2"/>
                </a:solidFill>
                <a:latin typeface="Material Icons"/>
                <a:ea typeface="Material Icons"/>
                <a:cs typeface="Material Icons"/>
                <a:sym typeface="Material Icons"/>
              </a:endParaRPr>
            </a:p>
          </p:txBody>
        </p:sp>
        <p:sp>
          <p:nvSpPr>
            <p:cNvPr id="1597" name="Google Shape;1597;p172"/>
            <p:cNvSpPr txBox="1"/>
            <p:nvPr/>
          </p:nvSpPr>
          <p:spPr>
            <a:xfrm>
              <a:off x="152400" y="762000"/>
              <a:ext cx="14859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500">
                  <a:solidFill>
                    <a:srgbClr val="241160"/>
                  </a:solidFill>
                  <a:latin typeface="Space Grotesk"/>
                  <a:ea typeface="Space Grotesk"/>
                  <a:cs typeface="Space Grotesk"/>
                  <a:sym typeface="Space Grotesk"/>
                </a:rPr>
                <a:t>Database Integration</a:t>
              </a:r>
              <a:endParaRPr b="1" sz="1500">
                <a:solidFill>
                  <a:srgbClr val="241160"/>
                </a:solidFill>
                <a:latin typeface="Space Grotesk"/>
                <a:ea typeface="Space Grotesk"/>
                <a:cs typeface="Space Grotesk"/>
                <a:sym typeface="Space Grotesk"/>
              </a:endParaRPr>
            </a:p>
            <a:p>
              <a:pPr indent="0" lvl="0" marL="0" rtl="0" algn="l">
                <a:spcBef>
                  <a:spcPts val="750"/>
                </a:spcBef>
                <a:spcAft>
                  <a:spcPts val="0"/>
                </a:spcAft>
                <a:buNone/>
              </a:pPr>
              <a:r>
                <a:rPr b="0" lang="en" sz="1100">
                  <a:solidFill>
                    <a:srgbClr val="475569"/>
                  </a:solidFill>
                  <a:latin typeface="Cairo"/>
                  <a:ea typeface="Cairo"/>
                  <a:cs typeface="Cairo"/>
                  <a:sym typeface="Cairo"/>
                </a:rPr>
                <a:t>Begin connecting the database to the current dataset.</a:t>
              </a:r>
              <a:endParaRPr b="0" sz="1100">
                <a:solidFill>
                  <a:srgbClr val="475569"/>
                </a:solidFill>
                <a:latin typeface="Cairo"/>
                <a:ea typeface="Cairo"/>
                <a:cs typeface="Cairo"/>
                <a:sym typeface="Cairo"/>
              </a:endParaRPr>
            </a:p>
          </p:txBody>
        </p:sp>
      </p:grpSp>
      <p:grpSp>
        <p:nvGrpSpPr>
          <p:cNvPr id="1598" name="Google Shape;1598;p172"/>
          <p:cNvGrpSpPr/>
          <p:nvPr/>
        </p:nvGrpSpPr>
        <p:grpSpPr>
          <a:xfrm>
            <a:off x="2686050" y="1285875"/>
            <a:ext cx="1790700" cy="3048000"/>
            <a:chOff x="0" y="0"/>
            <a:chExt cx="1790700" cy="3048000"/>
          </a:xfrm>
        </p:grpSpPr>
        <p:sp>
          <p:nvSpPr>
            <p:cNvPr id="1599" name="Google Shape;1599;p172"/>
            <p:cNvSpPr/>
            <p:nvPr/>
          </p:nvSpPr>
          <p:spPr>
            <a:xfrm>
              <a:off x="0" y="0"/>
              <a:ext cx="1790700" cy="3048000"/>
            </a:xfrm>
            <a:prstGeom prst="roundRect">
              <a:avLst>
                <a:gd fmla="val 6382"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0" name="Google Shape;1600;p172"/>
            <p:cNvSpPr/>
            <p:nvPr/>
          </p:nvSpPr>
          <p:spPr>
            <a:xfrm>
              <a:off x="1257300" y="133350"/>
              <a:ext cx="400200" cy="2478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1" name="Google Shape;1601;p172"/>
            <p:cNvSpPr txBox="1"/>
            <p:nvPr/>
          </p:nvSpPr>
          <p:spPr>
            <a:xfrm>
              <a:off x="1257300" y="133350"/>
              <a:ext cx="4002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FFFFFF"/>
                  </a:solidFill>
                  <a:latin typeface="Space Grotesk"/>
                  <a:ea typeface="Space Grotesk"/>
                  <a:cs typeface="Space Grotesk"/>
                  <a:sym typeface="Space Grotesk"/>
                </a:rPr>
                <a:t>02</a:t>
              </a:r>
              <a:endParaRPr b="1" sz="1000">
                <a:solidFill>
                  <a:srgbClr val="FFFFFF"/>
                </a:solidFill>
                <a:latin typeface="Space Grotesk"/>
                <a:ea typeface="Space Grotesk"/>
                <a:cs typeface="Space Grotesk"/>
                <a:sym typeface="Space Grotesk"/>
              </a:endParaRPr>
            </a:p>
          </p:txBody>
        </p:sp>
        <p:sp>
          <p:nvSpPr>
            <p:cNvPr id="1602" name="Google Shape;1602;p172"/>
            <p:cNvSpPr txBox="1"/>
            <p:nvPr/>
          </p:nvSpPr>
          <p:spPr>
            <a:xfrm>
              <a:off x="152400" y="231394"/>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800">
                  <a:solidFill>
                    <a:schemeClr val="accent1"/>
                  </a:solidFill>
                  <a:latin typeface="Material Icons"/>
                  <a:ea typeface="Material Icons"/>
                  <a:cs typeface="Material Icons"/>
                  <a:sym typeface="Material Icons"/>
                </a:rPr>
                <a:t>analytics</a:t>
              </a:r>
              <a:endParaRPr sz="2800">
                <a:solidFill>
                  <a:schemeClr val="accent1"/>
                </a:solidFill>
                <a:latin typeface="Material Icons"/>
                <a:ea typeface="Material Icons"/>
                <a:cs typeface="Material Icons"/>
                <a:sym typeface="Material Icons"/>
              </a:endParaRPr>
            </a:p>
          </p:txBody>
        </p:sp>
        <p:sp>
          <p:nvSpPr>
            <p:cNvPr id="1603" name="Google Shape;1603;p172"/>
            <p:cNvSpPr txBox="1"/>
            <p:nvPr/>
          </p:nvSpPr>
          <p:spPr>
            <a:xfrm>
              <a:off x="152400" y="762000"/>
              <a:ext cx="14859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500">
                  <a:solidFill>
                    <a:srgbClr val="241160"/>
                  </a:solidFill>
                  <a:latin typeface="Space Grotesk"/>
                  <a:ea typeface="Space Grotesk"/>
                  <a:cs typeface="Space Grotesk"/>
                  <a:sym typeface="Space Grotesk"/>
                </a:rPr>
                <a:t>AI Shift Analysis</a:t>
              </a:r>
              <a:endParaRPr b="1" sz="1500">
                <a:solidFill>
                  <a:srgbClr val="241160"/>
                </a:solidFill>
                <a:latin typeface="Space Grotesk"/>
                <a:ea typeface="Space Grotesk"/>
                <a:cs typeface="Space Grotesk"/>
                <a:sym typeface="Space Grotesk"/>
              </a:endParaRPr>
            </a:p>
            <a:p>
              <a:pPr indent="0" lvl="0" marL="0" rtl="0" algn="l">
                <a:spcBef>
                  <a:spcPts val="750"/>
                </a:spcBef>
                <a:spcAft>
                  <a:spcPts val="0"/>
                </a:spcAft>
                <a:buNone/>
              </a:pPr>
              <a:r>
                <a:rPr b="0" lang="en" sz="1100">
                  <a:solidFill>
                    <a:srgbClr val="475569"/>
                  </a:solidFill>
                  <a:latin typeface="Cairo"/>
                  <a:ea typeface="Cairo"/>
                  <a:cs typeface="Cairo"/>
                  <a:sym typeface="Cairo"/>
                </a:rPr>
                <a:t>Analyze how AI/trigger modes changed before vs. after 2022 in the data.</a:t>
              </a:r>
              <a:endParaRPr b="0" sz="1100">
                <a:solidFill>
                  <a:srgbClr val="475569"/>
                </a:solidFill>
                <a:latin typeface="Cairo"/>
                <a:ea typeface="Cairo"/>
                <a:cs typeface="Cairo"/>
                <a:sym typeface="Cairo"/>
              </a:endParaRPr>
            </a:p>
          </p:txBody>
        </p:sp>
      </p:grpSp>
      <p:grpSp>
        <p:nvGrpSpPr>
          <p:cNvPr id="1604" name="Google Shape;1604;p172"/>
          <p:cNvGrpSpPr/>
          <p:nvPr/>
        </p:nvGrpSpPr>
        <p:grpSpPr>
          <a:xfrm>
            <a:off x="4657725" y="1285875"/>
            <a:ext cx="1790700" cy="3048000"/>
            <a:chOff x="0" y="0"/>
            <a:chExt cx="1790700" cy="3048000"/>
          </a:xfrm>
        </p:grpSpPr>
        <p:sp>
          <p:nvSpPr>
            <p:cNvPr id="1605" name="Google Shape;1605;p172"/>
            <p:cNvSpPr/>
            <p:nvPr/>
          </p:nvSpPr>
          <p:spPr>
            <a:xfrm>
              <a:off x="0" y="0"/>
              <a:ext cx="1790700" cy="3048000"/>
            </a:xfrm>
            <a:prstGeom prst="roundRect">
              <a:avLst>
                <a:gd fmla="val 6382"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6" name="Google Shape;1606;p172"/>
            <p:cNvSpPr/>
            <p:nvPr/>
          </p:nvSpPr>
          <p:spPr>
            <a:xfrm>
              <a:off x="1257300" y="133350"/>
              <a:ext cx="400200" cy="2478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7" name="Google Shape;1607;p172"/>
            <p:cNvSpPr txBox="1"/>
            <p:nvPr/>
          </p:nvSpPr>
          <p:spPr>
            <a:xfrm>
              <a:off x="1257300" y="133350"/>
              <a:ext cx="4002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FFFFFF"/>
                  </a:solidFill>
                  <a:latin typeface="Space Grotesk"/>
                  <a:ea typeface="Space Grotesk"/>
                  <a:cs typeface="Space Grotesk"/>
                  <a:sym typeface="Space Grotesk"/>
                </a:rPr>
                <a:t>03</a:t>
              </a:r>
              <a:endParaRPr b="1" sz="1000">
                <a:solidFill>
                  <a:srgbClr val="FFFFFF"/>
                </a:solidFill>
                <a:latin typeface="Space Grotesk"/>
                <a:ea typeface="Space Grotesk"/>
                <a:cs typeface="Space Grotesk"/>
                <a:sym typeface="Space Grotesk"/>
              </a:endParaRPr>
            </a:p>
          </p:txBody>
        </p:sp>
        <p:sp>
          <p:nvSpPr>
            <p:cNvPr id="1608" name="Google Shape;1608;p172"/>
            <p:cNvSpPr txBox="1"/>
            <p:nvPr/>
          </p:nvSpPr>
          <p:spPr>
            <a:xfrm>
              <a:off x="152400" y="231394"/>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800">
                  <a:solidFill>
                    <a:schemeClr val="accent2"/>
                  </a:solidFill>
                  <a:latin typeface="Material Icons"/>
                  <a:ea typeface="Material Icons"/>
                  <a:cs typeface="Material Icons"/>
                  <a:sym typeface="Material Icons"/>
                </a:rPr>
                <a:t>desktop_windows</a:t>
              </a:r>
              <a:endParaRPr sz="2800">
                <a:solidFill>
                  <a:schemeClr val="accent2"/>
                </a:solidFill>
                <a:latin typeface="Material Icons"/>
                <a:ea typeface="Material Icons"/>
                <a:cs typeface="Material Icons"/>
                <a:sym typeface="Material Icons"/>
              </a:endParaRPr>
            </a:p>
          </p:txBody>
        </p:sp>
        <p:sp>
          <p:nvSpPr>
            <p:cNvPr id="1609" name="Google Shape;1609;p172"/>
            <p:cNvSpPr txBox="1"/>
            <p:nvPr/>
          </p:nvSpPr>
          <p:spPr>
            <a:xfrm>
              <a:off x="152400" y="762000"/>
              <a:ext cx="14859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500">
                  <a:solidFill>
                    <a:srgbClr val="241160"/>
                  </a:solidFill>
                  <a:latin typeface="Space Grotesk"/>
                  <a:ea typeface="Space Grotesk"/>
                  <a:cs typeface="Space Grotesk"/>
                  <a:sym typeface="Space Grotesk"/>
                </a:rPr>
                <a:t>Visualization Software</a:t>
              </a:r>
              <a:endParaRPr b="1" sz="1500">
                <a:solidFill>
                  <a:srgbClr val="241160"/>
                </a:solidFill>
                <a:latin typeface="Space Grotesk"/>
                <a:ea typeface="Space Grotesk"/>
                <a:cs typeface="Space Grotesk"/>
                <a:sym typeface="Space Grotesk"/>
              </a:endParaRPr>
            </a:p>
            <a:p>
              <a:pPr indent="0" lvl="0" marL="0" rtl="0" algn="l">
                <a:spcBef>
                  <a:spcPts val="750"/>
                </a:spcBef>
                <a:spcAft>
                  <a:spcPts val="0"/>
                </a:spcAft>
                <a:buNone/>
              </a:pPr>
              <a:r>
                <a:rPr b="0" lang="en" sz="1100">
                  <a:solidFill>
                    <a:srgbClr val="475569"/>
                  </a:solidFill>
                  <a:latin typeface="Cairo"/>
                  <a:ea typeface="Cairo"/>
                  <a:cs typeface="Cairo"/>
                  <a:sym typeface="Cairo"/>
                </a:rPr>
                <a:t>Review Prof. Ahlgren's computer to use the visualization software for data.</a:t>
              </a:r>
              <a:endParaRPr b="0" sz="1100">
                <a:solidFill>
                  <a:srgbClr val="475569"/>
                </a:solidFill>
                <a:latin typeface="Cairo"/>
                <a:ea typeface="Cairo"/>
                <a:cs typeface="Cairo"/>
                <a:sym typeface="Cairo"/>
              </a:endParaRPr>
            </a:p>
          </p:txBody>
        </p:sp>
      </p:grpSp>
      <p:grpSp>
        <p:nvGrpSpPr>
          <p:cNvPr id="1610" name="Google Shape;1610;p172"/>
          <p:cNvGrpSpPr/>
          <p:nvPr/>
        </p:nvGrpSpPr>
        <p:grpSpPr>
          <a:xfrm>
            <a:off x="6629400" y="1285875"/>
            <a:ext cx="1790700" cy="3048000"/>
            <a:chOff x="0" y="0"/>
            <a:chExt cx="1790700" cy="3048000"/>
          </a:xfrm>
        </p:grpSpPr>
        <p:sp>
          <p:nvSpPr>
            <p:cNvPr id="1611" name="Google Shape;1611;p172"/>
            <p:cNvSpPr/>
            <p:nvPr/>
          </p:nvSpPr>
          <p:spPr>
            <a:xfrm>
              <a:off x="0" y="0"/>
              <a:ext cx="1790700" cy="3048000"/>
            </a:xfrm>
            <a:prstGeom prst="roundRect">
              <a:avLst>
                <a:gd fmla="val 6382" name="adj"/>
              </a:avLst>
            </a:prstGeom>
            <a:solidFill>
              <a:srgbClr val="FFFFFF">
                <a:alpha val="95000"/>
              </a:srgbClr>
            </a:solidFill>
            <a:ln cap="flat" cmpd="sng" w="19050">
              <a:solidFill>
                <a:srgbClr val="BBF1F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12" name="Google Shape;1612;p172"/>
            <p:cNvSpPr/>
            <p:nvPr/>
          </p:nvSpPr>
          <p:spPr>
            <a:xfrm>
              <a:off x="1257300" y="133350"/>
              <a:ext cx="400200" cy="247800"/>
            </a:xfrm>
            <a:prstGeom prst="roundRect">
              <a:avLst>
                <a:gd fmla="val 50000" name="adj"/>
              </a:avLst>
            </a:prstGeom>
            <a:solidFill>
              <a:srgbClr val="24116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13" name="Google Shape;1613;p172"/>
            <p:cNvSpPr txBox="1"/>
            <p:nvPr/>
          </p:nvSpPr>
          <p:spPr>
            <a:xfrm>
              <a:off x="1257300" y="133350"/>
              <a:ext cx="4002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FFFFFF"/>
                  </a:solidFill>
                  <a:latin typeface="Space Grotesk"/>
                  <a:ea typeface="Space Grotesk"/>
                  <a:cs typeface="Space Grotesk"/>
                  <a:sym typeface="Space Grotesk"/>
                </a:rPr>
                <a:t>04</a:t>
              </a:r>
              <a:endParaRPr b="1" sz="1000">
                <a:solidFill>
                  <a:srgbClr val="FFFFFF"/>
                </a:solidFill>
                <a:latin typeface="Space Grotesk"/>
                <a:ea typeface="Space Grotesk"/>
                <a:cs typeface="Space Grotesk"/>
                <a:sym typeface="Space Grotesk"/>
              </a:endParaRPr>
            </a:p>
          </p:txBody>
        </p:sp>
        <p:sp>
          <p:nvSpPr>
            <p:cNvPr id="1614" name="Google Shape;1614;p172"/>
            <p:cNvSpPr txBox="1"/>
            <p:nvPr/>
          </p:nvSpPr>
          <p:spPr>
            <a:xfrm>
              <a:off x="152400" y="231394"/>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800">
                  <a:solidFill>
                    <a:schemeClr val="accent3"/>
                  </a:solidFill>
                  <a:latin typeface="Material Icons"/>
                  <a:ea typeface="Material Icons"/>
                  <a:cs typeface="Material Icons"/>
                  <a:sym typeface="Material Icons"/>
                </a:rPr>
                <a:t>psychology</a:t>
              </a:r>
              <a:endParaRPr sz="2800">
                <a:solidFill>
                  <a:schemeClr val="accent3"/>
                </a:solidFill>
                <a:latin typeface="Material Icons"/>
                <a:ea typeface="Material Icons"/>
                <a:cs typeface="Material Icons"/>
                <a:sym typeface="Material Icons"/>
              </a:endParaRPr>
            </a:p>
          </p:txBody>
        </p:sp>
        <p:sp>
          <p:nvSpPr>
            <p:cNvPr id="1615" name="Google Shape;1615;p172"/>
            <p:cNvSpPr txBox="1"/>
            <p:nvPr/>
          </p:nvSpPr>
          <p:spPr>
            <a:xfrm>
              <a:off x="152400" y="762000"/>
              <a:ext cx="14859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500">
                  <a:solidFill>
                    <a:srgbClr val="241160"/>
                  </a:solidFill>
                  <a:latin typeface="Space Grotesk"/>
                  <a:ea typeface="Space Grotesk"/>
                  <a:cs typeface="Space Grotesk"/>
                  <a:sym typeface="Space Grotesk"/>
                </a:rPr>
                <a:t>ML &amp; Labeling Strategy</a:t>
              </a:r>
              <a:endParaRPr b="1" sz="1500">
                <a:solidFill>
                  <a:srgbClr val="241160"/>
                </a:solidFill>
                <a:latin typeface="Space Grotesk"/>
                <a:ea typeface="Space Grotesk"/>
                <a:cs typeface="Space Grotesk"/>
                <a:sym typeface="Space Grotesk"/>
              </a:endParaRPr>
            </a:p>
            <a:p>
              <a:pPr indent="0" lvl="0" marL="0" rtl="0" algn="l">
                <a:spcBef>
                  <a:spcPts val="750"/>
                </a:spcBef>
                <a:spcAft>
                  <a:spcPts val="0"/>
                </a:spcAft>
                <a:buNone/>
              </a:pPr>
              <a:r>
                <a:rPr b="0" lang="en" sz="1100">
                  <a:solidFill>
                    <a:srgbClr val="475569"/>
                  </a:solidFill>
                  <a:latin typeface="Cairo"/>
                  <a:ea typeface="Cairo"/>
                  <a:cs typeface="Cairo"/>
                  <a:sym typeface="Cairo"/>
                </a:rPr>
                <a:t>Brainstorm a machine learning and labeling approach to the data.</a:t>
              </a:r>
              <a:endParaRPr b="0" sz="1100">
                <a:solidFill>
                  <a:srgbClr val="475569"/>
                </a:solidFill>
                <a:latin typeface="Cairo"/>
                <a:ea typeface="Cairo"/>
                <a:cs typeface="Cairo"/>
                <a:sym typeface="Cairo"/>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Data Migration Project Proposal by Slidesgo">
  <a:themeElements>
    <a:clrScheme name="Simple Light">
      <a:dk1>
        <a:srgbClr val="241160"/>
      </a:dk1>
      <a:lt1>
        <a:srgbClr val="FFFFFF"/>
      </a:lt1>
      <a:dk2>
        <a:srgbClr val="E2E4FC"/>
      </a:dk2>
      <a:lt2>
        <a:srgbClr val="8861F1"/>
      </a:lt2>
      <a:accent1>
        <a:srgbClr val="545EEA"/>
      </a:accent1>
      <a:accent2>
        <a:srgbClr val="0B9CDC"/>
      </a:accent2>
      <a:accent3>
        <a:srgbClr val="01CFE6"/>
      </a:accent3>
      <a:accent4>
        <a:srgbClr val="FFFFFF"/>
      </a:accent4>
      <a:accent5>
        <a:srgbClr val="FFFFFF"/>
      </a:accent5>
      <a:accent6>
        <a:srgbClr val="FFFFFF"/>
      </a:accent6>
      <a:hlink>
        <a:srgbClr val="24116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ta Migration Project Proposal by Slidesgo">
  <a:themeElements>
    <a:clrScheme name="Simple Light">
      <a:dk1>
        <a:srgbClr val="241160"/>
      </a:dk1>
      <a:lt1>
        <a:srgbClr val="FFFFFF"/>
      </a:lt1>
      <a:dk2>
        <a:srgbClr val="E2E4FC"/>
      </a:dk2>
      <a:lt2>
        <a:srgbClr val="8861F1"/>
      </a:lt2>
      <a:accent1>
        <a:srgbClr val="545EEA"/>
      </a:accent1>
      <a:accent2>
        <a:srgbClr val="0B9CDC"/>
      </a:accent2>
      <a:accent3>
        <a:srgbClr val="01CFE6"/>
      </a:accent3>
      <a:accent4>
        <a:srgbClr val="FFFFFF"/>
      </a:accent4>
      <a:accent5>
        <a:srgbClr val="FFFFFF"/>
      </a:accent5>
      <a:accent6>
        <a:srgbClr val="FFFFFF"/>
      </a:accent6>
      <a:hlink>
        <a:srgbClr val="24116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Data Migration Project Proposal by Slidesgo">
  <a:themeElements>
    <a:clrScheme name="Simple Light">
      <a:dk1>
        <a:srgbClr val="241160"/>
      </a:dk1>
      <a:lt1>
        <a:srgbClr val="FFFFFF"/>
      </a:lt1>
      <a:dk2>
        <a:srgbClr val="E2E4FC"/>
      </a:dk2>
      <a:lt2>
        <a:srgbClr val="8861F1"/>
      </a:lt2>
      <a:accent1>
        <a:srgbClr val="545EEA"/>
      </a:accent1>
      <a:accent2>
        <a:srgbClr val="0B9CDC"/>
      </a:accent2>
      <a:accent3>
        <a:srgbClr val="01CFE6"/>
      </a:accent3>
      <a:accent4>
        <a:srgbClr val="FFFFFF"/>
      </a:accent4>
      <a:accent5>
        <a:srgbClr val="FFFFFF"/>
      </a:accent5>
      <a:accent6>
        <a:srgbClr val="FFFFFF"/>
      </a:accent6>
      <a:hlink>
        <a:srgbClr val="24116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Data Migration Project Proposal by Slidesgo">
  <a:themeElements>
    <a:clrScheme name="Simple Light">
      <a:dk1>
        <a:srgbClr val="241160"/>
      </a:dk1>
      <a:lt1>
        <a:srgbClr val="FFFFFF"/>
      </a:lt1>
      <a:dk2>
        <a:srgbClr val="E2E4FC"/>
      </a:dk2>
      <a:lt2>
        <a:srgbClr val="8861F1"/>
      </a:lt2>
      <a:accent1>
        <a:srgbClr val="545EEA"/>
      </a:accent1>
      <a:accent2>
        <a:srgbClr val="0B9CDC"/>
      </a:accent2>
      <a:accent3>
        <a:srgbClr val="01CFE6"/>
      </a:accent3>
      <a:accent4>
        <a:srgbClr val="FFFFFF"/>
      </a:accent4>
      <a:accent5>
        <a:srgbClr val="FFFFFF"/>
      </a:accent5>
      <a:accent6>
        <a:srgbClr val="FFFFFF"/>
      </a:accent6>
      <a:hlink>
        <a:srgbClr val="24116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Data Migration Project Proposal by Slidesgo">
  <a:themeElements>
    <a:clrScheme name="Simple Light">
      <a:dk1>
        <a:srgbClr val="241160"/>
      </a:dk1>
      <a:lt1>
        <a:srgbClr val="FFFFFF"/>
      </a:lt1>
      <a:dk2>
        <a:srgbClr val="E2E4FC"/>
      </a:dk2>
      <a:lt2>
        <a:srgbClr val="8861F1"/>
      </a:lt2>
      <a:accent1>
        <a:srgbClr val="545EEA"/>
      </a:accent1>
      <a:accent2>
        <a:srgbClr val="0B9CDC"/>
      </a:accent2>
      <a:accent3>
        <a:srgbClr val="01CFE6"/>
      </a:accent3>
      <a:accent4>
        <a:srgbClr val="FFFFFF"/>
      </a:accent4>
      <a:accent5>
        <a:srgbClr val="FFFFFF"/>
      </a:accent5>
      <a:accent6>
        <a:srgbClr val="FFFFFF"/>
      </a:accent6>
      <a:hlink>
        <a:srgbClr val="24116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